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4.xml" ContentType="application/vnd.openxmlformats-officedocument.theme+xml"/>
  <Override PartName="/ppt/slideLayouts/slideLayout21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6" r:id="rId4"/>
    <p:sldMasterId id="2147483871" r:id="rId5"/>
    <p:sldMasterId id="2147484138" r:id="rId6"/>
    <p:sldMasterId id="2147484142" r:id="rId7"/>
    <p:sldMasterId id="2147484147" r:id="rId8"/>
  </p:sldMasterIdLst>
  <p:notesMasterIdLst>
    <p:notesMasterId r:id="rId25"/>
  </p:notesMasterIdLst>
  <p:handoutMasterIdLst>
    <p:handoutMasterId r:id="rId26"/>
  </p:handoutMasterIdLst>
  <p:sldIdLst>
    <p:sldId id="2142532992" r:id="rId9"/>
    <p:sldId id="2147481913" r:id="rId10"/>
    <p:sldId id="2147481938" r:id="rId11"/>
    <p:sldId id="2147481919" r:id="rId12"/>
    <p:sldId id="2147481920" r:id="rId13"/>
    <p:sldId id="2147481922" r:id="rId14"/>
    <p:sldId id="2147481932" r:id="rId15"/>
    <p:sldId id="2147481933" r:id="rId16"/>
    <p:sldId id="2147481923" r:id="rId17"/>
    <p:sldId id="2147481927" r:id="rId18"/>
    <p:sldId id="2147481929" r:id="rId19"/>
    <p:sldId id="2147481931" r:id="rId20"/>
    <p:sldId id="2147481934" r:id="rId21"/>
    <p:sldId id="2147481935" r:id="rId22"/>
    <p:sldId id="2147481936" r:id="rId23"/>
    <p:sldId id="2147481937" r:id="rId24"/>
  </p:sldIdLst>
  <p:sldSz cx="9144000" cy="5143500" type="screen16x9"/>
  <p:notesSz cx="20104100" cy="11315700"/>
  <p:defaultTextStyle>
    <a:defPPr>
      <a:defRPr lang="en-US"/>
    </a:defPPr>
    <a:lvl1pPr marL="0" algn="l" defTabSz="415525" rtl="0" eaLnBrk="1" latinLnBrk="0" hangingPunct="1">
      <a:defRPr sz="818" kern="1200">
        <a:solidFill>
          <a:schemeClr val="tx1"/>
        </a:solidFill>
        <a:latin typeface="+mn-lt"/>
        <a:ea typeface="+mn-ea"/>
        <a:cs typeface="+mn-cs"/>
      </a:defRPr>
    </a:lvl1pPr>
    <a:lvl2pPr marL="207763" algn="l" defTabSz="415525" rtl="0" eaLnBrk="1" latinLnBrk="0" hangingPunct="1">
      <a:defRPr sz="818" kern="1200">
        <a:solidFill>
          <a:schemeClr val="tx1"/>
        </a:solidFill>
        <a:latin typeface="+mn-lt"/>
        <a:ea typeface="+mn-ea"/>
        <a:cs typeface="+mn-cs"/>
      </a:defRPr>
    </a:lvl2pPr>
    <a:lvl3pPr marL="415525" algn="l" defTabSz="415525" rtl="0" eaLnBrk="1" latinLnBrk="0" hangingPunct="1">
      <a:defRPr sz="818" kern="1200">
        <a:solidFill>
          <a:schemeClr val="tx1"/>
        </a:solidFill>
        <a:latin typeface="+mn-lt"/>
        <a:ea typeface="+mn-ea"/>
        <a:cs typeface="+mn-cs"/>
      </a:defRPr>
    </a:lvl3pPr>
    <a:lvl4pPr marL="623288" algn="l" defTabSz="415525" rtl="0" eaLnBrk="1" latinLnBrk="0" hangingPunct="1">
      <a:defRPr sz="818" kern="1200">
        <a:solidFill>
          <a:schemeClr val="tx1"/>
        </a:solidFill>
        <a:latin typeface="+mn-lt"/>
        <a:ea typeface="+mn-ea"/>
        <a:cs typeface="+mn-cs"/>
      </a:defRPr>
    </a:lvl4pPr>
    <a:lvl5pPr marL="831048" algn="l" defTabSz="415525" rtl="0" eaLnBrk="1" latinLnBrk="0" hangingPunct="1">
      <a:defRPr sz="818" kern="1200">
        <a:solidFill>
          <a:schemeClr val="tx1"/>
        </a:solidFill>
        <a:latin typeface="+mn-lt"/>
        <a:ea typeface="+mn-ea"/>
        <a:cs typeface="+mn-cs"/>
      </a:defRPr>
    </a:lvl5pPr>
    <a:lvl6pPr marL="1038811" algn="l" defTabSz="415525" rtl="0" eaLnBrk="1" latinLnBrk="0" hangingPunct="1">
      <a:defRPr sz="818" kern="1200">
        <a:solidFill>
          <a:schemeClr val="tx1"/>
        </a:solidFill>
        <a:latin typeface="+mn-lt"/>
        <a:ea typeface="+mn-ea"/>
        <a:cs typeface="+mn-cs"/>
      </a:defRPr>
    </a:lvl6pPr>
    <a:lvl7pPr marL="1246574" algn="l" defTabSz="415525" rtl="0" eaLnBrk="1" latinLnBrk="0" hangingPunct="1">
      <a:defRPr sz="818" kern="1200">
        <a:solidFill>
          <a:schemeClr val="tx1"/>
        </a:solidFill>
        <a:latin typeface="+mn-lt"/>
        <a:ea typeface="+mn-ea"/>
        <a:cs typeface="+mn-cs"/>
      </a:defRPr>
    </a:lvl7pPr>
    <a:lvl8pPr marL="1454337" algn="l" defTabSz="415525" rtl="0" eaLnBrk="1" latinLnBrk="0" hangingPunct="1">
      <a:defRPr sz="818" kern="1200">
        <a:solidFill>
          <a:schemeClr val="tx1"/>
        </a:solidFill>
        <a:latin typeface="+mn-lt"/>
        <a:ea typeface="+mn-ea"/>
        <a:cs typeface="+mn-cs"/>
      </a:defRPr>
    </a:lvl8pPr>
    <a:lvl9pPr marL="1662098" algn="l" defTabSz="415525" rtl="0" eaLnBrk="1" latinLnBrk="0" hangingPunct="1">
      <a:defRPr sz="81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33998BD-9FF1-4B9F-B325-2C64E2B00A47}" name="Ravishankar Balasubramaniam" initials="RB" userId="S::868685@TCS.com::8b79aca9-5af4-4d5f-ad18-e8d13dd77d1c" providerId="AD"/>
  <p188:author id="{3B2C66D6-9E61-6CB6-91AD-60008E5E0F71}" name="Anu Chandran" initials="AC" userId="S::1079964@TCS.com::4861b457-ad4c-4862-8c10-7f5daad80c7b" providerId="AD"/>
  <p188:author id="{E3C151F4-C4E6-E30D-DD00-D5248E79C44A}" name="Alex Mohan" initials="AM" userId="S::227889@TCS.com::b2839287-c6a2-4e09-99d6-04bbb33630ed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vanti Mukul" initials="AM" lastIdx="134" clrIdx="0">
    <p:extLst>
      <p:ext uri="{19B8F6BF-5375-455C-9EA6-DF929625EA0E}">
        <p15:presenceInfo xmlns:p15="http://schemas.microsoft.com/office/powerpoint/2012/main" userId="S::1561747@TCS.com::b915b143-710a-4e7a-a06a-915d3c266981" providerId="AD"/>
      </p:ext>
    </p:extLst>
  </p:cmAuthor>
  <p:cmAuthor id="2" name="Kapil  Krishnan" initials="KK" lastIdx="81" clrIdx="1">
    <p:extLst>
      <p:ext uri="{19B8F6BF-5375-455C-9EA6-DF929625EA0E}">
        <p15:presenceInfo xmlns:p15="http://schemas.microsoft.com/office/powerpoint/2012/main" userId="S::571206@TCS.com::f34fbc68-f4bd-41fd-a210-a6e9abee1cae" providerId="AD"/>
      </p:ext>
    </p:extLst>
  </p:cmAuthor>
  <p:cmAuthor id="3" name="Milind" initials="M" lastIdx="1" clrIdx="2">
    <p:extLst>
      <p:ext uri="{19B8F6BF-5375-455C-9EA6-DF929625EA0E}">
        <p15:presenceInfo xmlns:p15="http://schemas.microsoft.com/office/powerpoint/2012/main" userId="S::106465@TCS.com::6f0e4f12-3889-446c-9da4-4330ec04817d" providerId="AD"/>
      </p:ext>
    </p:extLst>
  </p:cmAuthor>
  <p:cmAuthor id="4" name="Sreenivasa Chakravarti" initials="SC" lastIdx="7" clrIdx="3">
    <p:extLst>
      <p:ext uri="{19B8F6BF-5375-455C-9EA6-DF929625EA0E}">
        <p15:presenceInfo xmlns:p15="http://schemas.microsoft.com/office/powerpoint/2012/main" userId="S::132743@TCS.com::aa4a9113-4e87-47be-963d-67c84a21122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5FD1"/>
    <a:srgbClr val="33629A"/>
    <a:srgbClr val="8DB0D9"/>
    <a:srgbClr val="F2F2F2"/>
    <a:srgbClr val="F03782"/>
    <a:srgbClr val="F47B54"/>
    <a:srgbClr val="F79C7F"/>
    <a:srgbClr val="913619"/>
    <a:srgbClr val="C14821"/>
    <a:srgbClr val="F15A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13B1F6-16C3-44F3-ABC8-908DF8807CD2}" v="1" dt="2026-06-11T17:14:17.0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103" d="100"/>
          <a:sy n="103" d="100"/>
        </p:scale>
        <p:origin x="1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notesMaster" Target="notesMasters/notesMaster1.xml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presProps" Target="presProp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Relationship Id="rId8" Type="http://schemas.openxmlformats.org/officeDocument/2006/relationships/slideMaster" Target="slideMasters/slideMaster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B3BA408-307D-403C-B63E-77C908A1091E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FB012A34-DBF7-4CE0-8353-4A6779547FD6}">
      <dgm:prSet phldrT="[Text]" phldr="0" custT="1"/>
      <dgm:spPr>
        <a:gradFill flip="none" rotWithShape="1">
          <a:gsLst>
            <a:gs pos="0">
              <a:schemeClr val="accent6">
                <a:lumMod val="40000"/>
                <a:lumOff val="60000"/>
              </a:schemeClr>
            </a:gs>
            <a:gs pos="46000">
              <a:schemeClr val="accent6">
                <a:lumMod val="95000"/>
                <a:lumOff val="5000"/>
              </a:schemeClr>
            </a:gs>
            <a:gs pos="100000">
              <a:schemeClr val="accent6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</dgm:spPr>
      <dgm:t>
        <a:bodyPr/>
        <a:lstStyle/>
        <a:p>
          <a:r>
            <a:rPr lang="en-GB" sz="1600" dirty="0"/>
            <a:t>Generate</a:t>
          </a:r>
          <a:br>
            <a:rPr lang="en-GB" sz="1600" dirty="0"/>
          </a:br>
          <a:r>
            <a:rPr lang="en-GB" sz="1600" dirty="0"/>
            <a:t>Embeddings</a:t>
          </a:r>
          <a:endParaRPr lang="en-SG" sz="1600" dirty="0"/>
        </a:p>
      </dgm:t>
    </dgm:pt>
    <dgm:pt modelId="{8E140A16-769A-4287-A654-90C8E384A52E}" type="parTrans" cxnId="{98DB8C6A-2E24-41F1-B6EB-A91849F307B8}">
      <dgm:prSet/>
      <dgm:spPr/>
      <dgm:t>
        <a:bodyPr/>
        <a:lstStyle/>
        <a:p>
          <a:endParaRPr lang="en-SG"/>
        </a:p>
      </dgm:t>
    </dgm:pt>
    <dgm:pt modelId="{273FFA11-B542-4C7B-8B90-AFFCE5510291}" type="sibTrans" cxnId="{98DB8C6A-2E24-41F1-B6EB-A91849F307B8}">
      <dgm:prSet/>
      <dgm:spPr/>
      <dgm:t>
        <a:bodyPr/>
        <a:lstStyle/>
        <a:p>
          <a:endParaRPr lang="en-SG"/>
        </a:p>
      </dgm:t>
    </dgm:pt>
    <dgm:pt modelId="{F20F726B-4693-4245-BC6F-EF1EB034990A}">
      <dgm:prSet phldrT="[Text]" phldr="0" custT="1"/>
      <dgm:spPr>
        <a:gradFill flip="none" rotWithShape="1">
          <a:gsLst>
            <a:gs pos="0">
              <a:schemeClr val="accent6">
                <a:lumMod val="40000"/>
                <a:lumOff val="60000"/>
              </a:schemeClr>
            </a:gs>
            <a:gs pos="46000">
              <a:schemeClr val="accent6">
                <a:lumMod val="95000"/>
                <a:lumOff val="5000"/>
              </a:schemeClr>
            </a:gs>
            <a:gs pos="100000">
              <a:schemeClr val="accent6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</dgm:spPr>
      <dgm:t>
        <a:bodyPr/>
        <a:lstStyle/>
        <a:p>
          <a:r>
            <a:rPr lang="en-GB" sz="1600" dirty="0"/>
            <a:t>Store in Vector DB</a:t>
          </a:r>
          <a:endParaRPr lang="en-SG" sz="1600" dirty="0"/>
        </a:p>
      </dgm:t>
    </dgm:pt>
    <dgm:pt modelId="{DFF27214-110A-4B3F-9F67-359EA09709C3}" type="parTrans" cxnId="{0CF7B8A2-FA9A-440C-A960-9FC72EF1B972}">
      <dgm:prSet/>
      <dgm:spPr/>
      <dgm:t>
        <a:bodyPr/>
        <a:lstStyle/>
        <a:p>
          <a:endParaRPr lang="en-SG"/>
        </a:p>
      </dgm:t>
    </dgm:pt>
    <dgm:pt modelId="{9620E622-C208-4986-AC83-7B612F26A4AC}" type="sibTrans" cxnId="{0CF7B8A2-FA9A-440C-A960-9FC72EF1B972}">
      <dgm:prSet/>
      <dgm:spPr/>
      <dgm:t>
        <a:bodyPr/>
        <a:lstStyle/>
        <a:p>
          <a:endParaRPr lang="en-SG"/>
        </a:p>
      </dgm:t>
    </dgm:pt>
    <dgm:pt modelId="{A3D0299D-68C0-46F4-9151-9B0CDE3592B7}">
      <dgm:prSet phldrT="[Text]" phldr="0" custT="1"/>
      <dgm:spPr>
        <a:gradFill flip="none" rotWithShape="1">
          <a:gsLst>
            <a:gs pos="0">
              <a:schemeClr val="accent6">
                <a:lumMod val="40000"/>
                <a:lumOff val="60000"/>
              </a:schemeClr>
            </a:gs>
            <a:gs pos="46000">
              <a:schemeClr val="accent6">
                <a:lumMod val="95000"/>
                <a:lumOff val="5000"/>
              </a:schemeClr>
            </a:gs>
            <a:gs pos="100000">
              <a:schemeClr val="accent6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</dgm:spPr>
      <dgm:t>
        <a:bodyPr/>
        <a:lstStyle/>
        <a:p>
          <a:r>
            <a:rPr lang="en-GB" sz="1600" dirty="0"/>
            <a:t>Chunk into Units</a:t>
          </a:r>
          <a:endParaRPr lang="en-SG" sz="1600" dirty="0"/>
        </a:p>
      </dgm:t>
    </dgm:pt>
    <dgm:pt modelId="{218DFFAC-0D7A-474B-8960-B6ED4DF11D45}" type="parTrans" cxnId="{B29053A2-383E-4E99-82DB-4FB57FDC29A8}">
      <dgm:prSet/>
      <dgm:spPr/>
      <dgm:t>
        <a:bodyPr/>
        <a:lstStyle/>
        <a:p>
          <a:endParaRPr lang="en-SG"/>
        </a:p>
      </dgm:t>
    </dgm:pt>
    <dgm:pt modelId="{42964EC9-366B-462F-9924-A862B8E97A39}" type="sibTrans" cxnId="{B29053A2-383E-4E99-82DB-4FB57FDC29A8}">
      <dgm:prSet/>
      <dgm:spPr/>
      <dgm:t>
        <a:bodyPr/>
        <a:lstStyle/>
        <a:p>
          <a:endParaRPr lang="en-SG"/>
        </a:p>
      </dgm:t>
    </dgm:pt>
    <dgm:pt modelId="{0203DF17-7BC4-4383-893E-8EE3095751B9}">
      <dgm:prSet phldrT="[Text]" phldr="0" custT="1"/>
      <dgm:spPr>
        <a:gradFill flip="none" rotWithShape="1">
          <a:gsLst>
            <a:gs pos="0">
              <a:schemeClr val="accent6">
                <a:lumMod val="40000"/>
                <a:lumOff val="60000"/>
              </a:schemeClr>
            </a:gs>
            <a:gs pos="46000">
              <a:schemeClr val="accent6">
                <a:lumMod val="95000"/>
                <a:lumOff val="5000"/>
              </a:schemeClr>
            </a:gs>
            <a:gs pos="100000">
              <a:schemeClr val="accent6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</dgm:spPr>
      <dgm:t>
        <a:bodyPr/>
        <a:lstStyle/>
        <a:p>
          <a:r>
            <a:rPr lang="en-GB" sz="1600" dirty="0"/>
            <a:t>Parse Content</a:t>
          </a:r>
          <a:endParaRPr lang="en-SG" sz="1600" dirty="0"/>
        </a:p>
      </dgm:t>
    </dgm:pt>
    <dgm:pt modelId="{C1D52C9D-7877-437A-97CD-7F6D262ED3FF}" type="sibTrans" cxnId="{ECC5183B-74E4-46FF-BE63-03686E751AD1}">
      <dgm:prSet/>
      <dgm:spPr/>
      <dgm:t>
        <a:bodyPr/>
        <a:lstStyle/>
        <a:p>
          <a:endParaRPr lang="en-SG"/>
        </a:p>
      </dgm:t>
    </dgm:pt>
    <dgm:pt modelId="{AFCA3795-EEC8-4217-BFFB-FCCA5C71CFF7}" type="parTrans" cxnId="{ECC5183B-74E4-46FF-BE63-03686E751AD1}">
      <dgm:prSet/>
      <dgm:spPr/>
      <dgm:t>
        <a:bodyPr/>
        <a:lstStyle/>
        <a:p>
          <a:endParaRPr lang="en-SG"/>
        </a:p>
      </dgm:t>
    </dgm:pt>
    <dgm:pt modelId="{4115D7F9-3356-4F10-81F8-B1C510200B07}">
      <dgm:prSet phldrT="[Text]" phldr="0" custT="1"/>
      <dgm:spPr>
        <a:gradFill flip="none" rotWithShape="1">
          <a:gsLst>
            <a:gs pos="0">
              <a:schemeClr val="accent6">
                <a:lumMod val="40000"/>
                <a:lumOff val="60000"/>
              </a:schemeClr>
            </a:gs>
            <a:gs pos="46000">
              <a:schemeClr val="accent6">
                <a:lumMod val="95000"/>
                <a:lumOff val="5000"/>
              </a:schemeClr>
            </a:gs>
            <a:gs pos="100000">
              <a:schemeClr val="accent6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</dgm:spPr>
      <dgm:t>
        <a:bodyPr/>
        <a:lstStyle/>
        <a:p>
          <a:r>
            <a:rPr lang="en-GB" sz="1600" dirty="0"/>
            <a:t>Upload Artifacts</a:t>
          </a:r>
          <a:endParaRPr lang="en-SG" sz="1600" dirty="0"/>
        </a:p>
      </dgm:t>
    </dgm:pt>
    <dgm:pt modelId="{6CB02A7D-5485-4D0E-82E5-4B3CD7FFFEAC}" type="sibTrans" cxnId="{23D62E97-79B7-4583-A758-F9449CC5F9CF}">
      <dgm:prSet/>
      <dgm:spPr/>
      <dgm:t>
        <a:bodyPr/>
        <a:lstStyle/>
        <a:p>
          <a:endParaRPr lang="en-SG"/>
        </a:p>
      </dgm:t>
    </dgm:pt>
    <dgm:pt modelId="{AC3178D7-3DA5-472E-8A47-A0FE70799B19}" type="parTrans" cxnId="{23D62E97-79B7-4583-A758-F9449CC5F9CF}">
      <dgm:prSet/>
      <dgm:spPr/>
      <dgm:t>
        <a:bodyPr/>
        <a:lstStyle/>
        <a:p>
          <a:endParaRPr lang="en-SG"/>
        </a:p>
      </dgm:t>
    </dgm:pt>
    <dgm:pt modelId="{9DFC1A85-F350-4270-B4F3-FEE7ADC1F178}" type="pres">
      <dgm:prSet presAssocID="{4B3BA408-307D-403C-B63E-77C908A1091E}" presName="Name0" presStyleCnt="0">
        <dgm:presLayoutVars>
          <dgm:dir/>
          <dgm:animLvl val="lvl"/>
          <dgm:resizeHandles val="exact"/>
        </dgm:presLayoutVars>
      </dgm:prSet>
      <dgm:spPr/>
    </dgm:pt>
    <dgm:pt modelId="{21F7E92B-7F2F-4D75-B260-9C2BD470DBBE}" type="pres">
      <dgm:prSet presAssocID="{4115D7F9-3356-4F10-81F8-B1C510200B07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55631B02-9465-460A-96B1-90E4AE460272}" type="pres">
      <dgm:prSet presAssocID="{6CB02A7D-5485-4D0E-82E5-4B3CD7FFFEAC}" presName="parTxOnlySpace" presStyleCnt="0"/>
      <dgm:spPr/>
    </dgm:pt>
    <dgm:pt modelId="{3B74B64C-5359-4784-9C3B-8EB8DBBEA352}" type="pres">
      <dgm:prSet presAssocID="{0203DF17-7BC4-4383-893E-8EE3095751B9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7B52E540-0FAF-4BE3-866B-FA5C84954531}" type="pres">
      <dgm:prSet presAssocID="{C1D52C9D-7877-437A-97CD-7F6D262ED3FF}" presName="parTxOnlySpace" presStyleCnt="0"/>
      <dgm:spPr/>
    </dgm:pt>
    <dgm:pt modelId="{88C35BA9-BDEF-4618-B187-DBA1FBCE7224}" type="pres">
      <dgm:prSet presAssocID="{A3D0299D-68C0-46F4-9151-9B0CDE3592B7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D29243A0-574E-4D90-87BC-A41A91702A58}" type="pres">
      <dgm:prSet presAssocID="{42964EC9-366B-462F-9924-A862B8E97A39}" presName="parTxOnlySpace" presStyleCnt="0"/>
      <dgm:spPr/>
    </dgm:pt>
    <dgm:pt modelId="{5677AE70-AC70-4303-91E0-F6E03A5AFB99}" type="pres">
      <dgm:prSet presAssocID="{FB012A34-DBF7-4CE0-8353-4A6779547FD6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54041A26-4A52-43A6-BCFE-46C4E0439844}" type="pres">
      <dgm:prSet presAssocID="{273FFA11-B542-4C7B-8B90-AFFCE5510291}" presName="parTxOnlySpace" presStyleCnt="0"/>
      <dgm:spPr/>
    </dgm:pt>
    <dgm:pt modelId="{71B51271-E9CC-410C-93DB-5251B53BB388}" type="pres">
      <dgm:prSet presAssocID="{F20F726B-4693-4245-BC6F-EF1EB034990A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4F020A0C-E361-4A14-B77E-910764EB3658}" type="presOf" srcId="{A3D0299D-68C0-46F4-9151-9B0CDE3592B7}" destId="{88C35BA9-BDEF-4618-B187-DBA1FBCE7224}" srcOrd="0" destOrd="0" presId="urn:microsoft.com/office/officeart/2005/8/layout/chevron1"/>
    <dgm:cxn modelId="{F224D80C-AE79-4096-8E22-D01F40D9AD6B}" type="presOf" srcId="{4B3BA408-307D-403C-B63E-77C908A1091E}" destId="{9DFC1A85-F350-4270-B4F3-FEE7ADC1F178}" srcOrd="0" destOrd="0" presId="urn:microsoft.com/office/officeart/2005/8/layout/chevron1"/>
    <dgm:cxn modelId="{179D1128-A3FD-4F00-B3C4-C0EE27C3FCD2}" type="presOf" srcId="{F20F726B-4693-4245-BC6F-EF1EB034990A}" destId="{71B51271-E9CC-410C-93DB-5251B53BB388}" srcOrd="0" destOrd="0" presId="urn:microsoft.com/office/officeart/2005/8/layout/chevron1"/>
    <dgm:cxn modelId="{4DFA092A-F3AB-451D-8B41-B4E555FF5877}" type="presOf" srcId="{4115D7F9-3356-4F10-81F8-B1C510200B07}" destId="{21F7E92B-7F2F-4D75-B260-9C2BD470DBBE}" srcOrd="0" destOrd="0" presId="urn:microsoft.com/office/officeart/2005/8/layout/chevron1"/>
    <dgm:cxn modelId="{ECC5183B-74E4-46FF-BE63-03686E751AD1}" srcId="{4B3BA408-307D-403C-B63E-77C908A1091E}" destId="{0203DF17-7BC4-4383-893E-8EE3095751B9}" srcOrd="1" destOrd="0" parTransId="{AFCA3795-EEC8-4217-BFFB-FCCA5C71CFF7}" sibTransId="{C1D52C9D-7877-437A-97CD-7F6D262ED3FF}"/>
    <dgm:cxn modelId="{98DB8C6A-2E24-41F1-B6EB-A91849F307B8}" srcId="{4B3BA408-307D-403C-B63E-77C908A1091E}" destId="{FB012A34-DBF7-4CE0-8353-4A6779547FD6}" srcOrd="3" destOrd="0" parTransId="{8E140A16-769A-4287-A654-90C8E384A52E}" sibTransId="{273FFA11-B542-4C7B-8B90-AFFCE5510291}"/>
    <dgm:cxn modelId="{23D62E97-79B7-4583-A758-F9449CC5F9CF}" srcId="{4B3BA408-307D-403C-B63E-77C908A1091E}" destId="{4115D7F9-3356-4F10-81F8-B1C510200B07}" srcOrd="0" destOrd="0" parTransId="{AC3178D7-3DA5-472E-8A47-A0FE70799B19}" sibTransId="{6CB02A7D-5485-4D0E-82E5-4B3CD7FFFEAC}"/>
    <dgm:cxn modelId="{B29053A2-383E-4E99-82DB-4FB57FDC29A8}" srcId="{4B3BA408-307D-403C-B63E-77C908A1091E}" destId="{A3D0299D-68C0-46F4-9151-9B0CDE3592B7}" srcOrd="2" destOrd="0" parTransId="{218DFFAC-0D7A-474B-8960-B6ED4DF11D45}" sibTransId="{42964EC9-366B-462F-9924-A862B8E97A39}"/>
    <dgm:cxn modelId="{0CF7B8A2-FA9A-440C-A960-9FC72EF1B972}" srcId="{4B3BA408-307D-403C-B63E-77C908A1091E}" destId="{F20F726B-4693-4245-BC6F-EF1EB034990A}" srcOrd="4" destOrd="0" parTransId="{DFF27214-110A-4B3F-9F67-359EA09709C3}" sibTransId="{9620E622-C208-4986-AC83-7B612F26A4AC}"/>
    <dgm:cxn modelId="{AAAFF3BC-E3D0-4985-842B-5FFBC05BA492}" type="presOf" srcId="{0203DF17-7BC4-4383-893E-8EE3095751B9}" destId="{3B74B64C-5359-4784-9C3B-8EB8DBBEA352}" srcOrd="0" destOrd="0" presId="urn:microsoft.com/office/officeart/2005/8/layout/chevron1"/>
    <dgm:cxn modelId="{AE36DEF2-AB6A-4F32-95F1-83AC0D802A98}" type="presOf" srcId="{FB012A34-DBF7-4CE0-8353-4A6779547FD6}" destId="{5677AE70-AC70-4303-91E0-F6E03A5AFB99}" srcOrd="0" destOrd="0" presId="urn:microsoft.com/office/officeart/2005/8/layout/chevron1"/>
    <dgm:cxn modelId="{3985B12D-ED5C-4FBD-B00F-6A16A129972B}" type="presParOf" srcId="{9DFC1A85-F350-4270-B4F3-FEE7ADC1F178}" destId="{21F7E92B-7F2F-4D75-B260-9C2BD470DBBE}" srcOrd="0" destOrd="0" presId="urn:microsoft.com/office/officeart/2005/8/layout/chevron1"/>
    <dgm:cxn modelId="{4FF726A7-9298-4681-AC60-14FAE0D49502}" type="presParOf" srcId="{9DFC1A85-F350-4270-B4F3-FEE7ADC1F178}" destId="{55631B02-9465-460A-96B1-90E4AE460272}" srcOrd="1" destOrd="0" presId="urn:microsoft.com/office/officeart/2005/8/layout/chevron1"/>
    <dgm:cxn modelId="{1857DDD9-FD4A-482B-9F62-002FAAC6835C}" type="presParOf" srcId="{9DFC1A85-F350-4270-B4F3-FEE7ADC1F178}" destId="{3B74B64C-5359-4784-9C3B-8EB8DBBEA352}" srcOrd="2" destOrd="0" presId="urn:microsoft.com/office/officeart/2005/8/layout/chevron1"/>
    <dgm:cxn modelId="{8D5F03E7-0BF1-4D56-9819-D901DBCEF432}" type="presParOf" srcId="{9DFC1A85-F350-4270-B4F3-FEE7ADC1F178}" destId="{7B52E540-0FAF-4BE3-866B-FA5C84954531}" srcOrd="3" destOrd="0" presId="urn:microsoft.com/office/officeart/2005/8/layout/chevron1"/>
    <dgm:cxn modelId="{398A0768-EF04-44D0-AFE1-2AE02337BDAA}" type="presParOf" srcId="{9DFC1A85-F350-4270-B4F3-FEE7ADC1F178}" destId="{88C35BA9-BDEF-4618-B187-DBA1FBCE7224}" srcOrd="4" destOrd="0" presId="urn:microsoft.com/office/officeart/2005/8/layout/chevron1"/>
    <dgm:cxn modelId="{4C1D6424-91BF-4F4A-96FF-8BE45ABBC38B}" type="presParOf" srcId="{9DFC1A85-F350-4270-B4F3-FEE7ADC1F178}" destId="{D29243A0-574E-4D90-87BC-A41A91702A58}" srcOrd="5" destOrd="0" presId="urn:microsoft.com/office/officeart/2005/8/layout/chevron1"/>
    <dgm:cxn modelId="{4EF78FF7-0878-4923-80D2-8DA5F0DDA34A}" type="presParOf" srcId="{9DFC1A85-F350-4270-B4F3-FEE7ADC1F178}" destId="{5677AE70-AC70-4303-91E0-F6E03A5AFB99}" srcOrd="6" destOrd="0" presId="urn:microsoft.com/office/officeart/2005/8/layout/chevron1"/>
    <dgm:cxn modelId="{780E0AD9-F263-493A-9C6C-653E16E51FB8}" type="presParOf" srcId="{9DFC1A85-F350-4270-B4F3-FEE7ADC1F178}" destId="{54041A26-4A52-43A6-BCFE-46C4E0439844}" srcOrd="7" destOrd="0" presId="urn:microsoft.com/office/officeart/2005/8/layout/chevron1"/>
    <dgm:cxn modelId="{30F8E897-3E3E-431E-A98A-FB470EC8DE2E}" type="presParOf" srcId="{9DFC1A85-F350-4270-B4F3-FEE7ADC1F178}" destId="{71B51271-E9CC-410C-93DB-5251B53BB388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B3BA408-307D-403C-B63E-77C908A1091E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7018443A-F787-4445-974B-150AC6B69BCF}">
      <dgm:prSet phldrT="[Text]" phldr="0" custT="1"/>
      <dgm:spPr>
        <a:gradFill rotWithShape="0">
          <a:gsLst>
            <a:gs pos="0">
              <a:schemeClr val="accent6">
                <a:lumMod val="40000"/>
                <a:lumOff val="60000"/>
              </a:schemeClr>
            </a:gs>
            <a:gs pos="46000">
              <a:schemeClr val="accent6">
                <a:lumMod val="95000"/>
                <a:lumOff val="5000"/>
              </a:schemeClr>
            </a:gs>
            <a:gs pos="100000">
              <a:schemeClr val="accent6">
                <a:lumMod val="60000"/>
              </a:schemeClr>
            </a:gs>
          </a:gsLst>
          <a:path path="circle">
            <a:fillToRect l="50000" t="130000" r="50000" b="-30000"/>
          </a:path>
        </a:gradFill>
      </dgm:spPr>
      <dgm:t>
        <a:bodyPr/>
        <a:lstStyle/>
        <a:p>
          <a:r>
            <a:rPr lang="en-SG" sz="1600" b="0" dirty="0"/>
            <a:t>Submit Code</a:t>
          </a:r>
          <a:endParaRPr lang="en-SG" sz="1600" dirty="0"/>
        </a:p>
      </dgm:t>
    </dgm:pt>
    <dgm:pt modelId="{1AC4BB24-35EF-4463-B75F-D574E5534146}" type="parTrans" cxnId="{24DC74C5-9D6F-4F4B-AF09-F368F5401988}">
      <dgm:prSet/>
      <dgm:spPr/>
      <dgm:t>
        <a:bodyPr/>
        <a:lstStyle/>
        <a:p>
          <a:endParaRPr lang="en-SG"/>
        </a:p>
      </dgm:t>
    </dgm:pt>
    <dgm:pt modelId="{4FAD76B1-D0C7-44D1-86E8-3C73CB39D7D4}" type="sibTrans" cxnId="{24DC74C5-9D6F-4F4B-AF09-F368F5401988}">
      <dgm:prSet/>
      <dgm:spPr/>
      <dgm:t>
        <a:bodyPr/>
        <a:lstStyle/>
        <a:p>
          <a:endParaRPr lang="en-SG"/>
        </a:p>
      </dgm:t>
    </dgm:pt>
    <dgm:pt modelId="{706333E4-82D2-43A5-8F9D-E3A0534A7582}">
      <dgm:prSet phldrT="[Text]" phldr="0" custT="1"/>
      <dgm:spPr>
        <a:gradFill rotWithShape="0">
          <a:gsLst>
            <a:gs pos="0">
              <a:schemeClr val="accent6">
                <a:lumMod val="40000"/>
                <a:lumOff val="60000"/>
              </a:schemeClr>
            </a:gs>
            <a:gs pos="46000">
              <a:schemeClr val="accent6">
                <a:lumMod val="95000"/>
                <a:lumOff val="5000"/>
              </a:schemeClr>
            </a:gs>
            <a:gs pos="100000">
              <a:schemeClr val="accent6">
                <a:lumMod val="60000"/>
              </a:schemeClr>
            </a:gs>
          </a:gsLst>
          <a:path path="circle">
            <a:fillToRect l="50000" t="130000" r="50000" b="-30000"/>
          </a:path>
        </a:gradFill>
      </dgm:spPr>
      <dgm:t>
        <a:bodyPr/>
        <a:lstStyle/>
        <a:p>
          <a:r>
            <a:rPr lang="en-SG" sz="1600" b="0" dirty="0"/>
            <a:t>Embed Query</a:t>
          </a:r>
          <a:endParaRPr lang="en-SG" sz="1600" dirty="0"/>
        </a:p>
      </dgm:t>
    </dgm:pt>
    <dgm:pt modelId="{55BDCCB4-8157-4D7B-9B3B-FFF00931DB8D}" type="parTrans" cxnId="{BDC06558-779F-4FFF-95D7-15451606E0D3}">
      <dgm:prSet/>
      <dgm:spPr/>
      <dgm:t>
        <a:bodyPr/>
        <a:lstStyle/>
        <a:p>
          <a:endParaRPr lang="en-SG"/>
        </a:p>
      </dgm:t>
    </dgm:pt>
    <dgm:pt modelId="{6CA71FC9-81E0-4767-B756-D2B5FC3F5383}" type="sibTrans" cxnId="{BDC06558-779F-4FFF-95D7-15451606E0D3}">
      <dgm:prSet/>
      <dgm:spPr/>
      <dgm:t>
        <a:bodyPr/>
        <a:lstStyle/>
        <a:p>
          <a:endParaRPr lang="en-SG"/>
        </a:p>
      </dgm:t>
    </dgm:pt>
    <dgm:pt modelId="{4115D7F9-3356-4F10-81F8-B1C510200B07}">
      <dgm:prSet phldrT="[Text]" phldr="0" custT="1"/>
      <dgm:spPr>
        <a:gradFill rotWithShape="0">
          <a:gsLst>
            <a:gs pos="0">
              <a:schemeClr val="accent6">
                <a:lumMod val="40000"/>
                <a:lumOff val="60000"/>
              </a:schemeClr>
            </a:gs>
            <a:gs pos="46000">
              <a:schemeClr val="accent6">
                <a:lumMod val="95000"/>
                <a:lumOff val="5000"/>
              </a:schemeClr>
            </a:gs>
            <a:gs pos="100000">
              <a:schemeClr val="accent6">
                <a:lumMod val="60000"/>
              </a:schemeClr>
            </a:gs>
          </a:gsLst>
          <a:path path="circle">
            <a:fillToRect l="50000" t="130000" r="50000" b="-30000"/>
          </a:path>
        </a:gradFill>
      </dgm:spPr>
      <dgm:t>
        <a:bodyPr/>
        <a:lstStyle/>
        <a:p>
          <a:r>
            <a:rPr lang="en-GB" sz="1600" b="0" dirty="0"/>
            <a:t>Semantic Search</a:t>
          </a:r>
          <a:endParaRPr lang="en-SG" sz="1600" dirty="0"/>
        </a:p>
      </dgm:t>
    </dgm:pt>
    <dgm:pt modelId="{AC3178D7-3DA5-472E-8A47-A0FE70799B19}" type="parTrans" cxnId="{23D62E97-79B7-4583-A758-F9449CC5F9CF}">
      <dgm:prSet/>
      <dgm:spPr/>
      <dgm:t>
        <a:bodyPr/>
        <a:lstStyle/>
        <a:p>
          <a:endParaRPr lang="en-SG"/>
        </a:p>
      </dgm:t>
    </dgm:pt>
    <dgm:pt modelId="{6CB02A7D-5485-4D0E-82E5-4B3CD7FFFEAC}" type="sibTrans" cxnId="{23D62E97-79B7-4583-A758-F9449CC5F9CF}">
      <dgm:prSet/>
      <dgm:spPr/>
      <dgm:t>
        <a:bodyPr/>
        <a:lstStyle/>
        <a:p>
          <a:endParaRPr lang="en-SG"/>
        </a:p>
      </dgm:t>
    </dgm:pt>
    <dgm:pt modelId="{FB012A34-DBF7-4CE0-8353-4A6779547FD6}">
      <dgm:prSet phldrT="[Text]" phldr="0" custT="1"/>
      <dgm:spPr>
        <a:gradFill rotWithShape="0">
          <a:gsLst>
            <a:gs pos="0">
              <a:schemeClr val="accent6">
                <a:lumMod val="40000"/>
                <a:lumOff val="60000"/>
              </a:schemeClr>
            </a:gs>
            <a:gs pos="46000">
              <a:schemeClr val="accent6">
                <a:lumMod val="95000"/>
                <a:lumOff val="5000"/>
              </a:schemeClr>
            </a:gs>
            <a:gs pos="100000">
              <a:schemeClr val="accent6">
                <a:lumMod val="60000"/>
              </a:schemeClr>
            </a:gs>
          </a:gsLst>
          <a:path path="circle">
            <a:fillToRect l="50000" t="130000" r="50000" b="-30000"/>
          </a:path>
        </a:gradFill>
      </dgm:spPr>
      <dgm:t>
        <a:bodyPr/>
        <a:lstStyle/>
        <a:p>
          <a:r>
            <a:rPr lang="en-GB" sz="1600" b="0" dirty="0"/>
            <a:t>Retrieve Repo Context</a:t>
          </a:r>
          <a:endParaRPr lang="en-SG" sz="1600" dirty="0"/>
        </a:p>
      </dgm:t>
    </dgm:pt>
    <dgm:pt modelId="{8E140A16-769A-4287-A654-90C8E384A52E}" type="parTrans" cxnId="{98DB8C6A-2E24-41F1-B6EB-A91849F307B8}">
      <dgm:prSet/>
      <dgm:spPr/>
      <dgm:t>
        <a:bodyPr/>
        <a:lstStyle/>
        <a:p>
          <a:endParaRPr lang="en-SG"/>
        </a:p>
      </dgm:t>
    </dgm:pt>
    <dgm:pt modelId="{273FFA11-B542-4C7B-8B90-AFFCE5510291}" type="sibTrans" cxnId="{98DB8C6A-2E24-41F1-B6EB-A91849F307B8}">
      <dgm:prSet/>
      <dgm:spPr/>
      <dgm:t>
        <a:bodyPr/>
        <a:lstStyle/>
        <a:p>
          <a:endParaRPr lang="en-SG"/>
        </a:p>
      </dgm:t>
    </dgm:pt>
    <dgm:pt modelId="{1D42A4CD-409B-4643-AE9D-CE82D5DAB3D2}">
      <dgm:prSet phldrT="[Text]" phldr="0" custT="1"/>
      <dgm:spPr>
        <a:gradFill rotWithShape="0">
          <a:gsLst>
            <a:gs pos="0">
              <a:schemeClr val="accent6">
                <a:lumMod val="40000"/>
                <a:lumOff val="60000"/>
              </a:schemeClr>
            </a:gs>
            <a:gs pos="46000">
              <a:schemeClr val="accent6">
                <a:lumMod val="95000"/>
                <a:lumOff val="5000"/>
              </a:schemeClr>
            </a:gs>
            <a:gs pos="100000">
              <a:schemeClr val="accent6">
                <a:lumMod val="60000"/>
              </a:schemeClr>
            </a:gs>
          </a:gsLst>
          <a:path path="circle">
            <a:fillToRect l="50000" t="130000" r="50000" b="-30000"/>
          </a:path>
        </a:gradFill>
      </dgm:spPr>
      <dgm:t>
        <a:bodyPr/>
        <a:lstStyle/>
        <a:p>
          <a:r>
            <a:rPr lang="en-US" sz="1600" dirty="0"/>
            <a:t>Generate</a:t>
          </a:r>
          <a:br>
            <a:rPr lang="en-US" sz="1600" dirty="0"/>
          </a:br>
          <a:r>
            <a:rPr lang="en-US" sz="1600" dirty="0"/>
            <a:t>Review Comments</a:t>
          </a:r>
          <a:endParaRPr lang="en-SG" sz="1600" dirty="0"/>
        </a:p>
      </dgm:t>
    </dgm:pt>
    <dgm:pt modelId="{3AC8D4B6-6238-4269-BCCC-613ABE35FDFB}" type="parTrans" cxnId="{02B00872-BE69-4418-9329-F43C747F9E74}">
      <dgm:prSet/>
      <dgm:spPr/>
      <dgm:t>
        <a:bodyPr/>
        <a:lstStyle/>
        <a:p>
          <a:endParaRPr lang="en-SG"/>
        </a:p>
      </dgm:t>
    </dgm:pt>
    <dgm:pt modelId="{200888FE-31E5-4532-B614-EE13D1315E4D}" type="sibTrans" cxnId="{02B00872-BE69-4418-9329-F43C747F9E74}">
      <dgm:prSet/>
      <dgm:spPr/>
      <dgm:t>
        <a:bodyPr/>
        <a:lstStyle/>
        <a:p>
          <a:endParaRPr lang="en-SG"/>
        </a:p>
      </dgm:t>
    </dgm:pt>
    <dgm:pt modelId="{9DFC1A85-F350-4270-B4F3-FEE7ADC1F178}" type="pres">
      <dgm:prSet presAssocID="{4B3BA408-307D-403C-B63E-77C908A1091E}" presName="Name0" presStyleCnt="0">
        <dgm:presLayoutVars>
          <dgm:dir/>
          <dgm:animLvl val="lvl"/>
          <dgm:resizeHandles val="exact"/>
        </dgm:presLayoutVars>
      </dgm:prSet>
      <dgm:spPr/>
    </dgm:pt>
    <dgm:pt modelId="{C0BF88B8-E44C-44F6-AA99-3C9D8100FD85}" type="pres">
      <dgm:prSet presAssocID="{7018443A-F787-4445-974B-150AC6B69BCF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C5B9B1F8-F90B-4951-9541-807247EDBAD5}" type="pres">
      <dgm:prSet presAssocID="{4FAD76B1-D0C7-44D1-86E8-3C73CB39D7D4}" presName="parTxOnlySpace" presStyleCnt="0"/>
      <dgm:spPr/>
    </dgm:pt>
    <dgm:pt modelId="{C6A86BB9-4A9C-42F2-B7F9-39D1AAF251E9}" type="pres">
      <dgm:prSet presAssocID="{706333E4-82D2-43A5-8F9D-E3A0534A7582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B2E26B91-106E-4FEE-B3C4-578BF01C7DF2}" type="pres">
      <dgm:prSet presAssocID="{6CA71FC9-81E0-4767-B756-D2B5FC3F5383}" presName="parTxOnlySpace" presStyleCnt="0"/>
      <dgm:spPr/>
    </dgm:pt>
    <dgm:pt modelId="{21F7E92B-7F2F-4D75-B260-9C2BD470DBBE}" type="pres">
      <dgm:prSet presAssocID="{4115D7F9-3356-4F10-81F8-B1C510200B07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55631B02-9465-460A-96B1-90E4AE460272}" type="pres">
      <dgm:prSet presAssocID="{6CB02A7D-5485-4D0E-82E5-4B3CD7FFFEAC}" presName="parTxOnlySpace" presStyleCnt="0"/>
      <dgm:spPr/>
    </dgm:pt>
    <dgm:pt modelId="{5677AE70-AC70-4303-91E0-F6E03A5AFB99}" type="pres">
      <dgm:prSet presAssocID="{FB012A34-DBF7-4CE0-8353-4A6779547FD6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54041A26-4A52-43A6-BCFE-46C4E0439844}" type="pres">
      <dgm:prSet presAssocID="{273FFA11-B542-4C7B-8B90-AFFCE5510291}" presName="parTxOnlySpace" presStyleCnt="0"/>
      <dgm:spPr/>
    </dgm:pt>
    <dgm:pt modelId="{FAEC971A-2CB2-4E83-ABB4-ED5CA9B972F9}" type="pres">
      <dgm:prSet presAssocID="{1D42A4CD-409B-4643-AE9D-CE82D5DAB3D2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F224D80C-AE79-4096-8E22-D01F40D9AD6B}" type="presOf" srcId="{4B3BA408-307D-403C-B63E-77C908A1091E}" destId="{9DFC1A85-F350-4270-B4F3-FEE7ADC1F178}" srcOrd="0" destOrd="0" presId="urn:microsoft.com/office/officeart/2005/8/layout/chevron1"/>
    <dgm:cxn modelId="{81A3801B-27F2-4573-827C-B32B76FC7DC9}" type="presOf" srcId="{706333E4-82D2-43A5-8F9D-E3A0534A7582}" destId="{C6A86BB9-4A9C-42F2-B7F9-39D1AAF251E9}" srcOrd="0" destOrd="0" presId="urn:microsoft.com/office/officeart/2005/8/layout/chevron1"/>
    <dgm:cxn modelId="{4DFA092A-F3AB-451D-8B41-B4E555FF5877}" type="presOf" srcId="{4115D7F9-3356-4F10-81F8-B1C510200B07}" destId="{21F7E92B-7F2F-4D75-B260-9C2BD470DBBE}" srcOrd="0" destOrd="0" presId="urn:microsoft.com/office/officeart/2005/8/layout/chevron1"/>
    <dgm:cxn modelId="{98DB8C6A-2E24-41F1-B6EB-A91849F307B8}" srcId="{4B3BA408-307D-403C-B63E-77C908A1091E}" destId="{FB012A34-DBF7-4CE0-8353-4A6779547FD6}" srcOrd="3" destOrd="0" parTransId="{8E140A16-769A-4287-A654-90C8E384A52E}" sibTransId="{273FFA11-B542-4C7B-8B90-AFFCE5510291}"/>
    <dgm:cxn modelId="{02B00872-BE69-4418-9329-F43C747F9E74}" srcId="{4B3BA408-307D-403C-B63E-77C908A1091E}" destId="{1D42A4CD-409B-4643-AE9D-CE82D5DAB3D2}" srcOrd="4" destOrd="0" parTransId="{3AC8D4B6-6238-4269-BCCC-613ABE35FDFB}" sibTransId="{200888FE-31E5-4532-B614-EE13D1315E4D}"/>
    <dgm:cxn modelId="{0530AA73-5A39-450A-904F-20AA9D9D9512}" type="presOf" srcId="{7018443A-F787-4445-974B-150AC6B69BCF}" destId="{C0BF88B8-E44C-44F6-AA99-3C9D8100FD85}" srcOrd="0" destOrd="0" presId="urn:microsoft.com/office/officeart/2005/8/layout/chevron1"/>
    <dgm:cxn modelId="{BDC06558-779F-4FFF-95D7-15451606E0D3}" srcId="{4B3BA408-307D-403C-B63E-77C908A1091E}" destId="{706333E4-82D2-43A5-8F9D-E3A0534A7582}" srcOrd="1" destOrd="0" parTransId="{55BDCCB4-8157-4D7B-9B3B-FFF00931DB8D}" sibTransId="{6CA71FC9-81E0-4767-B756-D2B5FC3F5383}"/>
    <dgm:cxn modelId="{23D62E97-79B7-4583-A758-F9449CC5F9CF}" srcId="{4B3BA408-307D-403C-B63E-77C908A1091E}" destId="{4115D7F9-3356-4F10-81F8-B1C510200B07}" srcOrd="2" destOrd="0" parTransId="{AC3178D7-3DA5-472E-8A47-A0FE70799B19}" sibTransId="{6CB02A7D-5485-4D0E-82E5-4B3CD7FFFEAC}"/>
    <dgm:cxn modelId="{212C21BD-9150-455D-914F-4AF90557E944}" type="presOf" srcId="{1D42A4CD-409B-4643-AE9D-CE82D5DAB3D2}" destId="{FAEC971A-2CB2-4E83-ABB4-ED5CA9B972F9}" srcOrd="0" destOrd="0" presId="urn:microsoft.com/office/officeart/2005/8/layout/chevron1"/>
    <dgm:cxn modelId="{24DC74C5-9D6F-4F4B-AF09-F368F5401988}" srcId="{4B3BA408-307D-403C-B63E-77C908A1091E}" destId="{7018443A-F787-4445-974B-150AC6B69BCF}" srcOrd="0" destOrd="0" parTransId="{1AC4BB24-35EF-4463-B75F-D574E5534146}" sibTransId="{4FAD76B1-D0C7-44D1-86E8-3C73CB39D7D4}"/>
    <dgm:cxn modelId="{AE36DEF2-AB6A-4F32-95F1-83AC0D802A98}" type="presOf" srcId="{FB012A34-DBF7-4CE0-8353-4A6779547FD6}" destId="{5677AE70-AC70-4303-91E0-F6E03A5AFB99}" srcOrd="0" destOrd="0" presId="urn:microsoft.com/office/officeart/2005/8/layout/chevron1"/>
    <dgm:cxn modelId="{89C7826A-7B2F-4DD9-BD92-646CB362EDC8}" type="presParOf" srcId="{9DFC1A85-F350-4270-B4F3-FEE7ADC1F178}" destId="{C0BF88B8-E44C-44F6-AA99-3C9D8100FD85}" srcOrd="0" destOrd="0" presId="urn:microsoft.com/office/officeart/2005/8/layout/chevron1"/>
    <dgm:cxn modelId="{D659915C-B398-4869-9545-646813359269}" type="presParOf" srcId="{9DFC1A85-F350-4270-B4F3-FEE7ADC1F178}" destId="{C5B9B1F8-F90B-4951-9541-807247EDBAD5}" srcOrd="1" destOrd="0" presId="urn:microsoft.com/office/officeart/2005/8/layout/chevron1"/>
    <dgm:cxn modelId="{52FFBC42-084E-45DF-81D3-D1F9BF4E06D5}" type="presParOf" srcId="{9DFC1A85-F350-4270-B4F3-FEE7ADC1F178}" destId="{C6A86BB9-4A9C-42F2-B7F9-39D1AAF251E9}" srcOrd="2" destOrd="0" presId="urn:microsoft.com/office/officeart/2005/8/layout/chevron1"/>
    <dgm:cxn modelId="{52FC3116-0543-4A36-9B2D-E10C6F924060}" type="presParOf" srcId="{9DFC1A85-F350-4270-B4F3-FEE7ADC1F178}" destId="{B2E26B91-106E-4FEE-B3C4-578BF01C7DF2}" srcOrd="3" destOrd="0" presId="urn:microsoft.com/office/officeart/2005/8/layout/chevron1"/>
    <dgm:cxn modelId="{3985B12D-ED5C-4FBD-B00F-6A16A129972B}" type="presParOf" srcId="{9DFC1A85-F350-4270-B4F3-FEE7ADC1F178}" destId="{21F7E92B-7F2F-4D75-B260-9C2BD470DBBE}" srcOrd="4" destOrd="0" presId="urn:microsoft.com/office/officeart/2005/8/layout/chevron1"/>
    <dgm:cxn modelId="{4FF726A7-9298-4681-AC60-14FAE0D49502}" type="presParOf" srcId="{9DFC1A85-F350-4270-B4F3-FEE7ADC1F178}" destId="{55631B02-9465-460A-96B1-90E4AE460272}" srcOrd="5" destOrd="0" presId="urn:microsoft.com/office/officeart/2005/8/layout/chevron1"/>
    <dgm:cxn modelId="{4EF78FF7-0878-4923-80D2-8DA5F0DDA34A}" type="presParOf" srcId="{9DFC1A85-F350-4270-B4F3-FEE7ADC1F178}" destId="{5677AE70-AC70-4303-91E0-F6E03A5AFB99}" srcOrd="6" destOrd="0" presId="urn:microsoft.com/office/officeart/2005/8/layout/chevron1"/>
    <dgm:cxn modelId="{780E0AD9-F263-493A-9C6C-653E16E51FB8}" type="presParOf" srcId="{9DFC1A85-F350-4270-B4F3-FEE7ADC1F178}" destId="{54041A26-4A52-43A6-BCFE-46C4E0439844}" srcOrd="7" destOrd="0" presId="urn:microsoft.com/office/officeart/2005/8/layout/chevron1"/>
    <dgm:cxn modelId="{94417767-2C7D-4D05-ACF2-E6542C837289}" type="presParOf" srcId="{9DFC1A85-F350-4270-B4F3-FEE7ADC1F178}" destId="{FAEC971A-2CB2-4E83-ABB4-ED5CA9B972F9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F7E92B-7F2F-4D75-B260-9C2BD470DBBE}">
      <dsp:nvSpPr>
        <dsp:cNvPr id="0" name=""/>
        <dsp:cNvSpPr/>
      </dsp:nvSpPr>
      <dsp:spPr>
        <a:xfrm>
          <a:off x="2107" y="493916"/>
          <a:ext cx="1875877" cy="750351"/>
        </a:xfrm>
        <a:prstGeom prst="chevron">
          <a:avLst/>
        </a:prstGeom>
        <a:gradFill flip="none" rotWithShape="1">
          <a:gsLst>
            <a:gs pos="0">
              <a:schemeClr val="accent6">
                <a:lumMod val="40000"/>
                <a:lumOff val="60000"/>
              </a:schemeClr>
            </a:gs>
            <a:gs pos="46000">
              <a:schemeClr val="accent6">
                <a:lumMod val="95000"/>
                <a:lumOff val="5000"/>
              </a:schemeClr>
            </a:gs>
            <a:gs pos="100000">
              <a:schemeClr val="accent6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Upload Artifacts</a:t>
          </a:r>
          <a:endParaRPr lang="en-SG" sz="1600" kern="1200" dirty="0"/>
        </a:p>
      </dsp:txBody>
      <dsp:txXfrm>
        <a:off x="377283" y="493916"/>
        <a:ext cx="1125526" cy="750351"/>
      </dsp:txXfrm>
    </dsp:sp>
    <dsp:sp modelId="{3B74B64C-5359-4784-9C3B-8EB8DBBEA352}">
      <dsp:nvSpPr>
        <dsp:cNvPr id="0" name=""/>
        <dsp:cNvSpPr/>
      </dsp:nvSpPr>
      <dsp:spPr>
        <a:xfrm>
          <a:off x="1690397" y="493916"/>
          <a:ext cx="1875877" cy="750351"/>
        </a:xfrm>
        <a:prstGeom prst="chevron">
          <a:avLst/>
        </a:prstGeom>
        <a:gradFill flip="none" rotWithShape="1">
          <a:gsLst>
            <a:gs pos="0">
              <a:schemeClr val="accent6">
                <a:lumMod val="40000"/>
                <a:lumOff val="60000"/>
              </a:schemeClr>
            </a:gs>
            <a:gs pos="46000">
              <a:schemeClr val="accent6">
                <a:lumMod val="95000"/>
                <a:lumOff val="5000"/>
              </a:schemeClr>
            </a:gs>
            <a:gs pos="100000">
              <a:schemeClr val="accent6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Parse Content</a:t>
          </a:r>
          <a:endParaRPr lang="en-SG" sz="1600" kern="1200" dirty="0"/>
        </a:p>
      </dsp:txBody>
      <dsp:txXfrm>
        <a:off x="2065573" y="493916"/>
        <a:ext cx="1125526" cy="750351"/>
      </dsp:txXfrm>
    </dsp:sp>
    <dsp:sp modelId="{88C35BA9-BDEF-4618-B187-DBA1FBCE7224}">
      <dsp:nvSpPr>
        <dsp:cNvPr id="0" name=""/>
        <dsp:cNvSpPr/>
      </dsp:nvSpPr>
      <dsp:spPr>
        <a:xfrm>
          <a:off x="3378688" y="493916"/>
          <a:ext cx="1875877" cy="750351"/>
        </a:xfrm>
        <a:prstGeom prst="chevron">
          <a:avLst/>
        </a:prstGeom>
        <a:gradFill flip="none" rotWithShape="1">
          <a:gsLst>
            <a:gs pos="0">
              <a:schemeClr val="accent6">
                <a:lumMod val="40000"/>
                <a:lumOff val="60000"/>
              </a:schemeClr>
            </a:gs>
            <a:gs pos="46000">
              <a:schemeClr val="accent6">
                <a:lumMod val="95000"/>
                <a:lumOff val="5000"/>
              </a:schemeClr>
            </a:gs>
            <a:gs pos="100000">
              <a:schemeClr val="accent6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Chunk into Units</a:t>
          </a:r>
          <a:endParaRPr lang="en-SG" sz="1600" kern="1200" dirty="0"/>
        </a:p>
      </dsp:txBody>
      <dsp:txXfrm>
        <a:off x="3753864" y="493916"/>
        <a:ext cx="1125526" cy="750351"/>
      </dsp:txXfrm>
    </dsp:sp>
    <dsp:sp modelId="{5677AE70-AC70-4303-91E0-F6E03A5AFB99}">
      <dsp:nvSpPr>
        <dsp:cNvPr id="0" name=""/>
        <dsp:cNvSpPr/>
      </dsp:nvSpPr>
      <dsp:spPr>
        <a:xfrm>
          <a:off x="5066978" y="493916"/>
          <a:ext cx="1875877" cy="750351"/>
        </a:xfrm>
        <a:prstGeom prst="chevron">
          <a:avLst/>
        </a:prstGeom>
        <a:gradFill flip="none" rotWithShape="1">
          <a:gsLst>
            <a:gs pos="0">
              <a:schemeClr val="accent6">
                <a:lumMod val="40000"/>
                <a:lumOff val="60000"/>
              </a:schemeClr>
            </a:gs>
            <a:gs pos="46000">
              <a:schemeClr val="accent6">
                <a:lumMod val="95000"/>
                <a:lumOff val="5000"/>
              </a:schemeClr>
            </a:gs>
            <a:gs pos="100000">
              <a:schemeClr val="accent6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Generate</a:t>
          </a:r>
          <a:br>
            <a:rPr lang="en-GB" sz="1600" kern="1200" dirty="0"/>
          </a:br>
          <a:r>
            <a:rPr lang="en-GB" sz="1600" kern="1200" dirty="0"/>
            <a:t>Embeddings</a:t>
          </a:r>
          <a:endParaRPr lang="en-SG" sz="1600" kern="1200" dirty="0"/>
        </a:p>
      </dsp:txBody>
      <dsp:txXfrm>
        <a:off x="5442154" y="493916"/>
        <a:ext cx="1125526" cy="750351"/>
      </dsp:txXfrm>
    </dsp:sp>
    <dsp:sp modelId="{71B51271-E9CC-410C-93DB-5251B53BB388}">
      <dsp:nvSpPr>
        <dsp:cNvPr id="0" name=""/>
        <dsp:cNvSpPr/>
      </dsp:nvSpPr>
      <dsp:spPr>
        <a:xfrm>
          <a:off x="6755268" y="493916"/>
          <a:ext cx="1875877" cy="750351"/>
        </a:xfrm>
        <a:prstGeom prst="chevron">
          <a:avLst/>
        </a:prstGeom>
        <a:gradFill flip="none" rotWithShape="1">
          <a:gsLst>
            <a:gs pos="0">
              <a:schemeClr val="accent6">
                <a:lumMod val="40000"/>
                <a:lumOff val="60000"/>
              </a:schemeClr>
            </a:gs>
            <a:gs pos="46000">
              <a:schemeClr val="accent6">
                <a:lumMod val="95000"/>
                <a:lumOff val="5000"/>
              </a:schemeClr>
            </a:gs>
            <a:gs pos="100000">
              <a:schemeClr val="accent6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Store in Vector DB</a:t>
          </a:r>
          <a:endParaRPr lang="en-SG" sz="1600" kern="1200" dirty="0"/>
        </a:p>
      </dsp:txBody>
      <dsp:txXfrm>
        <a:off x="7130444" y="493916"/>
        <a:ext cx="1125526" cy="75035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BF88B8-E44C-44F6-AA99-3C9D8100FD85}">
      <dsp:nvSpPr>
        <dsp:cNvPr id="0" name=""/>
        <dsp:cNvSpPr/>
      </dsp:nvSpPr>
      <dsp:spPr>
        <a:xfrm>
          <a:off x="2107" y="493916"/>
          <a:ext cx="1875877" cy="750351"/>
        </a:xfrm>
        <a:prstGeom prst="chevron">
          <a:avLst/>
        </a:prstGeom>
        <a:gradFill rotWithShape="0">
          <a:gsLst>
            <a:gs pos="0">
              <a:schemeClr val="accent6">
                <a:lumMod val="40000"/>
                <a:lumOff val="60000"/>
              </a:schemeClr>
            </a:gs>
            <a:gs pos="46000">
              <a:schemeClr val="accent6">
                <a:lumMod val="95000"/>
                <a:lumOff val="5000"/>
              </a:schemeClr>
            </a:gs>
            <a:gs pos="100000">
              <a:schemeClr val="accent6">
                <a:lumMod val="60000"/>
              </a:schemeClr>
            </a:gs>
          </a:gsLst>
          <a:path path="circle">
            <a:fillToRect l="50000" t="130000" r="50000" b="-30000"/>
          </a:path>
        </a:gra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600" b="0" kern="1200" dirty="0"/>
            <a:t>Submit Code</a:t>
          </a:r>
          <a:endParaRPr lang="en-SG" sz="1600" kern="1200" dirty="0"/>
        </a:p>
      </dsp:txBody>
      <dsp:txXfrm>
        <a:off x="377283" y="493916"/>
        <a:ext cx="1125526" cy="750351"/>
      </dsp:txXfrm>
    </dsp:sp>
    <dsp:sp modelId="{C6A86BB9-4A9C-42F2-B7F9-39D1AAF251E9}">
      <dsp:nvSpPr>
        <dsp:cNvPr id="0" name=""/>
        <dsp:cNvSpPr/>
      </dsp:nvSpPr>
      <dsp:spPr>
        <a:xfrm>
          <a:off x="1690397" y="493916"/>
          <a:ext cx="1875877" cy="750351"/>
        </a:xfrm>
        <a:prstGeom prst="chevron">
          <a:avLst/>
        </a:prstGeom>
        <a:gradFill rotWithShape="0">
          <a:gsLst>
            <a:gs pos="0">
              <a:schemeClr val="accent6">
                <a:lumMod val="40000"/>
                <a:lumOff val="60000"/>
              </a:schemeClr>
            </a:gs>
            <a:gs pos="46000">
              <a:schemeClr val="accent6">
                <a:lumMod val="95000"/>
                <a:lumOff val="5000"/>
              </a:schemeClr>
            </a:gs>
            <a:gs pos="100000">
              <a:schemeClr val="accent6">
                <a:lumMod val="60000"/>
              </a:schemeClr>
            </a:gs>
          </a:gsLst>
          <a:path path="circle">
            <a:fillToRect l="50000" t="130000" r="50000" b="-30000"/>
          </a:path>
        </a:gra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600" b="0" kern="1200" dirty="0"/>
            <a:t>Embed Query</a:t>
          </a:r>
          <a:endParaRPr lang="en-SG" sz="1600" kern="1200" dirty="0"/>
        </a:p>
      </dsp:txBody>
      <dsp:txXfrm>
        <a:off x="2065573" y="493916"/>
        <a:ext cx="1125526" cy="750351"/>
      </dsp:txXfrm>
    </dsp:sp>
    <dsp:sp modelId="{21F7E92B-7F2F-4D75-B260-9C2BD470DBBE}">
      <dsp:nvSpPr>
        <dsp:cNvPr id="0" name=""/>
        <dsp:cNvSpPr/>
      </dsp:nvSpPr>
      <dsp:spPr>
        <a:xfrm>
          <a:off x="3378688" y="493916"/>
          <a:ext cx="1875877" cy="750351"/>
        </a:xfrm>
        <a:prstGeom prst="chevron">
          <a:avLst/>
        </a:prstGeom>
        <a:gradFill rotWithShape="0">
          <a:gsLst>
            <a:gs pos="0">
              <a:schemeClr val="accent6">
                <a:lumMod val="40000"/>
                <a:lumOff val="60000"/>
              </a:schemeClr>
            </a:gs>
            <a:gs pos="46000">
              <a:schemeClr val="accent6">
                <a:lumMod val="95000"/>
                <a:lumOff val="5000"/>
              </a:schemeClr>
            </a:gs>
            <a:gs pos="100000">
              <a:schemeClr val="accent6">
                <a:lumMod val="60000"/>
              </a:schemeClr>
            </a:gs>
          </a:gsLst>
          <a:path path="circle">
            <a:fillToRect l="50000" t="130000" r="50000" b="-30000"/>
          </a:path>
        </a:gra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0" kern="1200" dirty="0"/>
            <a:t>Semantic Search</a:t>
          </a:r>
          <a:endParaRPr lang="en-SG" sz="1600" kern="1200" dirty="0"/>
        </a:p>
      </dsp:txBody>
      <dsp:txXfrm>
        <a:off x="3753864" y="493916"/>
        <a:ext cx="1125526" cy="750351"/>
      </dsp:txXfrm>
    </dsp:sp>
    <dsp:sp modelId="{5677AE70-AC70-4303-91E0-F6E03A5AFB99}">
      <dsp:nvSpPr>
        <dsp:cNvPr id="0" name=""/>
        <dsp:cNvSpPr/>
      </dsp:nvSpPr>
      <dsp:spPr>
        <a:xfrm>
          <a:off x="5066978" y="493916"/>
          <a:ext cx="1875877" cy="750351"/>
        </a:xfrm>
        <a:prstGeom prst="chevron">
          <a:avLst/>
        </a:prstGeom>
        <a:gradFill rotWithShape="0">
          <a:gsLst>
            <a:gs pos="0">
              <a:schemeClr val="accent6">
                <a:lumMod val="40000"/>
                <a:lumOff val="60000"/>
              </a:schemeClr>
            </a:gs>
            <a:gs pos="46000">
              <a:schemeClr val="accent6">
                <a:lumMod val="95000"/>
                <a:lumOff val="5000"/>
              </a:schemeClr>
            </a:gs>
            <a:gs pos="100000">
              <a:schemeClr val="accent6">
                <a:lumMod val="60000"/>
              </a:schemeClr>
            </a:gs>
          </a:gsLst>
          <a:path path="circle">
            <a:fillToRect l="50000" t="130000" r="50000" b="-30000"/>
          </a:path>
        </a:gra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0" kern="1200" dirty="0"/>
            <a:t>Retrieve Repo Context</a:t>
          </a:r>
          <a:endParaRPr lang="en-SG" sz="1600" kern="1200" dirty="0"/>
        </a:p>
      </dsp:txBody>
      <dsp:txXfrm>
        <a:off x="5442154" y="493916"/>
        <a:ext cx="1125526" cy="750351"/>
      </dsp:txXfrm>
    </dsp:sp>
    <dsp:sp modelId="{FAEC971A-2CB2-4E83-ABB4-ED5CA9B972F9}">
      <dsp:nvSpPr>
        <dsp:cNvPr id="0" name=""/>
        <dsp:cNvSpPr/>
      </dsp:nvSpPr>
      <dsp:spPr>
        <a:xfrm>
          <a:off x="6755268" y="493916"/>
          <a:ext cx="1875877" cy="750351"/>
        </a:xfrm>
        <a:prstGeom prst="chevron">
          <a:avLst/>
        </a:prstGeom>
        <a:gradFill rotWithShape="0">
          <a:gsLst>
            <a:gs pos="0">
              <a:schemeClr val="accent6">
                <a:lumMod val="40000"/>
                <a:lumOff val="60000"/>
              </a:schemeClr>
            </a:gs>
            <a:gs pos="46000">
              <a:schemeClr val="accent6">
                <a:lumMod val="95000"/>
                <a:lumOff val="5000"/>
              </a:schemeClr>
            </a:gs>
            <a:gs pos="100000">
              <a:schemeClr val="accent6">
                <a:lumMod val="60000"/>
              </a:schemeClr>
            </a:gs>
          </a:gsLst>
          <a:path path="circle">
            <a:fillToRect l="50000" t="130000" r="50000" b="-30000"/>
          </a:path>
        </a:gra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Generate</a:t>
          </a:r>
          <a:br>
            <a:rPr lang="en-US" sz="1600" kern="1200" dirty="0"/>
          </a:br>
          <a:r>
            <a:rPr lang="en-US" sz="1600" kern="1200" dirty="0"/>
            <a:t>Review Comments</a:t>
          </a:r>
          <a:endParaRPr lang="en-SG" sz="1600" kern="1200" dirty="0"/>
        </a:p>
      </dsp:txBody>
      <dsp:txXfrm>
        <a:off x="7130444" y="493916"/>
        <a:ext cx="1125526" cy="75035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9F93363-4B1F-4C8E-A6A8-E59E73B1D5D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F94A02-2C6F-4C3E-B8A6-F4E320ED106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53A15D-369C-476E-A4FD-27B2714E554A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DC65AE-70C1-456E-BDCB-3BF147736C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74896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6D416F-24FB-46D6-8460-CBAA61BA370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1387138" y="1074896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F4DE49-BEC2-4CDB-9AEE-41A7BC71EE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3775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BD8B44-2349-4EE3-B0D0-553C8A2F62D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656388" y="1414463"/>
            <a:ext cx="6791325" cy="381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009775" y="5445125"/>
            <a:ext cx="16084550" cy="44561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74896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1387138" y="1074896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D9C5E5-9620-4FBC-AD03-52B8306EED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417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1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54" algn="l" defTabSz="91431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10" algn="l" defTabSz="91431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64" algn="l" defTabSz="91431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619" algn="l" defTabSz="91431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72" algn="l" defTabSz="91431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926" algn="l" defTabSz="91431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80" algn="l" defTabSz="91431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235" algn="l" defTabSz="91431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43853-4DB9-5189-15B3-8A47498BA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57229-AB7A-67D3-EA06-0D6FD5572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D8FC10-2C0A-9612-D218-37654C7E1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TCS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77400-51B4-1126-A5F4-07654EC4C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5698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B4F54-6F0A-19B4-3238-7BC32D8F4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27FC30-A017-62AC-416F-FE4B67D8E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TCS-CDG confidential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5F89A8-A7DB-7E7B-4952-3EFF5B554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314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FF3A67-9F87-D948-0E1B-C965F3A44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TCS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930D96-E5F4-B8B9-8376-0B62449B0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1670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13B8F0-6A13-4C09-87E6-7C343222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42B828-E838-46A6-BE5A-0BCB34CA9A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191" y="2136845"/>
            <a:ext cx="4042988" cy="238912"/>
          </a:xfr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 smtClean="0"/>
            </a:lvl1pPr>
            <a:lvl2pPr marL="457178" indent="0">
              <a:buNone/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0" lvl="0" indent="0">
              <a:buClr>
                <a:srgbClr val="808285"/>
              </a:buClr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4EFB8F-EA4A-4341-A4CD-09652A6EE5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1238" y="4364872"/>
            <a:ext cx="1331610" cy="138499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00" smtClean="0">
                <a:solidFill>
                  <a:srgbClr val="F4F3F9"/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171442" lvl="0" indent="-171442" defTabSz="914310">
              <a:buClr>
                <a:srgbClr val="808285"/>
              </a:buClr>
            </a:pPr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465792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13B8F0-6A13-4C09-87E6-7C343222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42B828-E838-46A6-BE5A-0BCB34CA9A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191" y="2136844"/>
            <a:ext cx="4042988" cy="263534"/>
          </a:xfr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 smtClean="0"/>
            </a:lvl1pPr>
            <a:lvl2pPr marL="457178" indent="0">
              <a:buNone/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0" lvl="0" indent="0">
              <a:buClr>
                <a:srgbClr val="808285"/>
              </a:buClr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4EFB8F-EA4A-4341-A4CD-09652A6EE5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1238" y="4364870"/>
            <a:ext cx="1331610" cy="153888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00" smtClean="0">
                <a:solidFill>
                  <a:srgbClr val="F4F3F9"/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171442" lvl="0" indent="-171442" defTabSz="914310">
              <a:buClr>
                <a:srgbClr val="808285"/>
              </a:buClr>
            </a:pPr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4228418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43853-4DB9-5189-15B3-8A47498BA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57229-AB7A-67D3-EA06-0D6FD5572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D8FC10-2C0A-9612-D218-37654C7E1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TCS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77400-51B4-1126-A5F4-07654EC4C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6183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B4F54-6F0A-19B4-3238-7BC32D8F4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27FC30-A017-62AC-416F-FE4B67D8E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TCS 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5F89A8-A7DB-7E7B-4952-3EFF5B554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258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FF3A67-9F87-D948-0E1B-C965F3A44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TCS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930D96-E5F4-B8B9-8376-0B62449B0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143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13B8F0-6A13-4C09-87E6-7C343222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42B828-E838-46A6-BE5A-0BCB34CA9A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191" y="2136845"/>
            <a:ext cx="4042988" cy="238912"/>
          </a:xfr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 smtClean="0"/>
            </a:lvl1pPr>
            <a:lvl2pPr marL="457178" indent="0">
              <a:buNone/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0" lvl="0" indent="0">
              <a:buClr>
                <a:srgbClr val="808285"/>
              </a:buClr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4EFB8F-EA4A-4341-A4CD-09652A6EE5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1238" y="4364872"/>
            <a:ext cx="1331610" cy="138499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00" smtClean="0">
                <a:solidFill>
                  <a:srgbClr val="F4F3F9"/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171442" lvl="0" indent="-171442" defTabSz="914310">
              <a:buClr>
                <a:srgbClr val="808285"/>
              </a:buClr>
            </a:pPr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11127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13B8F0-6A13-4C09-87E6-7C343222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42B828-E838-46A6-BE5A-0BCB34CA9A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191" y="2136844"/>
            <a:ext cx="4042988" cy="238912"/>
          </a:xfr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 smtClean="0"/>
            </a:lvl1pPr>
            <a:lvl2pPr marL="457178" indent="0">
              <a:buNone/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0" lvl="0" indent="0">
              <a:buClr>
                <a:srgbClr val="808285"/>
              </a:buClr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4EFB8F-EA4A-4341-A4CD-09652A6EE5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1238" y="4364871"/>
            <a:ext cx="1331610" cy="138499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00" smtClean="0">
                <a:solidFill>
                  <a:srgbClr val="F4F3F9"/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171442" lvl="0" indent="-171442" defTabSz="914310">
              <a:buClr>
                <a:srgbClr val="808285"/>
              </a:buClr>
            </a:pPr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774029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13B8F0-6A13-4C09-87E6-7C343222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42B828-E838-46A6-BE5A-0BCB34CA9A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191" y="2136845"/>
            <a:ext cx="4042988" cy="238912"/>
          </a:xfr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 smtClean="0"/>
            </a:lvl1pPr>
            <a:lvl2pPr marL="457178" indent="0">
              <a:buNone/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0" lvl="0" indent="0">
              <a:buClr>
                <a:srgbClr val="808285"/>
              </a:buClr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4EFB8F-EA4A-4341-A4CD-09652A6EE5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1238" y="4364871"/>
            <a:ext cx="1331610" cy="138499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00" smtClean="0">
                <a:solidFill>
                  <a:srgbClr val="F4F3F9"/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171442" lvl="0" indent="-171442" defTabSz="914310">
              <a:buClr>
                <a:srgbClr val="808285"/>
              </a:buClr>
            </a:pPr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4030128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13B8F0-6A13-4C09-87E6-7C343222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42B828-E838-46A6-BE5A-0BCB34CA9A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191" y="2136844"/>
            <a:ext cx="4042988" cy="263534"/>
          </a:xfr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 smtClean="0"/>
            </a:lvl1pPr>
            <a:lvl2pPr marL="457178" indent="0">
              <a:buNone/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0" lvl="0" indent="0">
              <a:buClr>
                <a:srgbClr val="808285"/>
              </a:buClr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4EFB8F-EA4A-4341-A4CD-09652A6EE5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1238" y="4364870"/>
            <a:ext cx="1331610" cy="153888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00" smtClean="0">
                <a:solidFill>
                  <a:srgbClr val="F4F3F9"/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171442" lvl="0" indent="-171442" defTabSz="914310">
              <a:buClr>
                <a:srgbClr val="808285"/>
              </a:buClr>
            </a:pPr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1456496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Top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Picture 9" descr="Picture 9"/>
          <p:cNvPicPr>
            <a:picLocks noChangeAspect="1"/>
          </p:cNvPicPr>
          <p:nvPr/>
        </p:nvPicPr>
        <p:blipFill>
          <a:blip r:embed="rId2"/>
          <a:srcRect l="8634" t="21190" r="8634" b="21190"/>
          <a:stretch>
            <a:fillRect/>
          </a:stretch>
        </p:blipFill>
        <p:spPr>
          <a:xfrm>
            <a:off x="281645" y="4742467"/>
            <a:ext cx="1032807" cy="290479"/>
          </a:xfrm>
          <a:prstGeom prst="rect">
            <a:avLst/>
          </a:prstGeom>
          <a:ln w="12700">
            <a:miter lim="400000"/>
          </a:ln>
        </p:spPr>
      </p:pic>
      <p:sp>
        <p:nvSpPr>
          <p:cNvPr id="60" name="Titeltekst"/>
          <p:cNvSpPr txBox="1">
            <a:spLocks noGrp="1"/>
          </p:cNvSpPr>
          <p:nvPr>
            <p:ph type="title"/>
          </p:nvPr>
        </p:nvSpPr>
        <p:spPr>
          <a:xfrm>
            <a:off x="316184" y="45554"/>
            <a:ext cx="8552917" cy="481989"/>
          </a:xfrm>
          <a:prstGeom prst="rect">
            <a:avLst/>
          </a:prstGeom>
        </p:spPr>
        <p:txBody>
          <a:bodyPr lIns="34290" tIns="34290" rIns="34290" bIns="34290" anchor="ctr"/>
          <a:lstStyle/>
          <a:p>
            <a:r>
              <a:t>Titeltekst</a:t>
            </a:r>
          </a:p>
        </p:txBody>
      </p:sp>
      <p:pic>
        <p:nvPicPr>
          <p:cNvPr id="62" name="Picture 10" descr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1074" y="4936932"/>
            <a:ext cx="832781" cy="125098"/>
          </a:xfrm>
          <a:prstGeom prst="rect">
            <a:avLst/>
          </a:prstGeom>
          <a:ln w="12700">
            <a:miter lim="400000"/>
          </a:ln>
        </p:spPr>
      </p:pic>
      <p:sp>
        <p:nvSpPr>
          <p:cNvPr id="63" name="Dia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 lang="en-IN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I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3659246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13B8F0-6A13-4C09-87E6-7C343222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42B828-E838-46A6-BE5A-0BCB34CA9A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191" y="2136844"/>
            <a:ext cx="4042988" cy="263534"/>
          </a:xfr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 smtClean="0"/>
            </a:lvl1pPr>
            <a:lvl2pPr marL="457178" indent="0">
              <a:buNone/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0" lvl="0" indent="0">
              <a:buClr>
                <a:srgbClr val="808285"/>
              </a:buClr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4EFB8F-EA4A-4341-A4CD-09652A6EE5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1238" y="4364870"/>
            <a:ext cx="1331610" cy="153888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00" smtClean="0">
                <a:solidFill>
                  <a:srgbClr val="F4F3F9"/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171442" lvl="0" indent="-171442" defTabSz="914310">
              <a:buClr>
                <a:srgbClr val="808285"/>
              </a:buClr>
            </a:pPr>
            <a:r>
              <a:rPr lang="en-US"/>
              <a:t>Date</a:t>
            </a:r>
          </a:p>
        </p:txBody>
      </p:sp>
      <p:pic>
        <p:nvPicPr>
          <p:cNvPr id="2" name="Picture 1" descr="A blue and orange lines&#10;&#10;Description automatically generated">
            <a:extLst>
              <a:ext uri="{FF2B5EF4-FFF2-40B4-BE49-F238E27FC236}">
                <a16:creationId xmlns:a16="http://schemas.microsoft.com/office/drawing/2014/main" id="{14678AED-09FD-02B2-EA18-02749058B1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5" r="2261"/>
          <a:stretch/>
        </p:blipFill>
        <p:spPr>
          <a:xfrm>
            <a:off x="0" y="3723583"/>
            <a:ext cx="9144000" cy="1384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3992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FBA29-C8B7-4C4E-8C81-C75566523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FD4E52-5098-4AC2-91CF-F352A63268E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TCS Confidential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A1DB09D-AE21-9742-A82E-F4BBAAA55C5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5751" y="843559"/>
            <a:ext cx="8673409" cy="371159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IN"/>
            </a:lvl5pPr>
          </a:lstStyle>
          <a:p>
            <a:pPr marL="171446" lvl="0" indent="-171446" defTabSz="415535">
              <a:lnSpc>
                <a:spcPct val="150000"/>
              </a:lnSpc>
            </a:pPr>
            <a:r>
              <a:rPr lang="en-US"/>
              <a:t>Click to edit Master text styles</a:t>
            </a:r>
          </a:p>
          <a:p>
            <a:pPr lvl="1" defTabSz="415535">
              <a:lnSpc>
                <a:spcPct val="150000"/>
              </a:lnSpc>
              <a:buFont typeface="Calibri" panose="020F0502020204030204" pitchFamily="34" charset="0"/>
              <a:buChar char="―"/>
            </a:pPr>
            <a:r>
              <a:rPr lang="en-US"/>
              <a:t>Second level</a:t>
            </a:r>
          </a:p>
          <a:p>
            <a:pPr lvl="2" defTabSz="415535">
              <a:lnSpc>
                <a:spcPct val="150000"/>
              </a:lnSpc>
            </a:pPr>
            <a:r>
              <a:rPr lang="en-US"/>
              <a:t>Third level</a:t>
            </a:r>
          </a:p>
          <a:p>
            <a:pPr lvl="3" defTabSz="415535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/>
              <a:t>Fourth level</a:t>
            </a:r>
          </a:p>
          <a:p>
            <a:pPr lvl="4" defTabSz="415535">
              <a:lnSpc>
                <a:spcPct val="150000"/>
              </a:lnSpc>
            </a:pPr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64824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D8D87-8B94-4E76-9CDA-6586738B0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4D5C33-AE96-4EA1-B2BB-AAA290AC8AA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TCS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31665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0BE381-38C8-4224-A4AC-6073EF1F1A8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TCS Confidential</a:t>
            </a:r>
          </a:p>
        </p:txBody>
      </p:sp>
      <p:pic>
        <p:nvPicPr>
          <p:cNvPr id="2" name="Picture 1" descr="A blue and orange lines&#10;&#10;Description automatically generated">
            <a:extLst>
              <a:ext uri="{FF2B5EF4-FFF2-40B4-BE49-F238E27FC236}">
                <a16:creationId xmlns:a16="http://schemas.microsoft.com/office/drawing/2014/main" id="{89E25C13-38BF-FEFA-EB33-7003ED57AC1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34" r="19367"/>
          <a:stretch/>
        </p:blipFill>
        <p:spPr>
          <a:xfrm rot="17582163">
            <a:off x="4618463" y="1828312"/>
            <a:ext cx="5539673" cy="138402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10D7D5D-78E3-4B52-7A70-AC90FDC0C6E7}"/>
              </a:ext>
            </a:extLst>
          </p:cNvPr>
          <p:cNvSpPr/>
          <p:nvPr userDrawn="1"/>
        </p:nvSpPr>
        <p:spPr>
          <a:xfrm>
            <a:off x="7943850" y="-152400"/>
            <a:ext cx="809625" cy="152400"/>
          </a:xfrm>
          <a:prstGeom prst="rect">
            <a:avLst/>
          </a:prstGeom>
          <a:solidFill>
            <a:srgbClr val="E4E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280687-983D-482C-DE4D-EA8422F9517F}"/>
              </a:ext>
            </a:extLst>
          </p:cNvPr>
          <p:cNvSpPr/>
          <p:nvPr userDrawn="1"/>
        </p:nvSpPr>
        <p:spPr>
          <a:xfrm>
            <a:off x="6457949" y="5143500"/>
            <a:ext cx="809625" cy="152400"/>
          </a:xfrm>
          <a:prstGeom prst="rect">
            <a:avLst/>
          </a:prstGeom>
          <a:solidFill>
            <a:srgbClr val="E4E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</p:spTree>
    <p:extLst>
      <p:ext uri="{BB962C8B-B14F-4D97-AF65-F5344CB8AC3E}">
        <p14:creationId xmlns:p14="http://schemas.microsoft.com/office/powerpoint/2010/main" val="4369842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76667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7A939-6BD5-6D9A-C6E0-773DC6558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813" y="2226193"/>
            <a:ext cx="2650475" cy="689291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>
              <a:defRPr lang="en-IN" sz="2200" dirty="0"/>
            </a:lvl1pPr>
          </a:lstStyle>
          <a:p>
            <a:pPr marL="5776" lvl="0">
              <a:lnSpc>
                <a:spcPct val="100000"/>
              </a:lnSpc>
              <a:spcBef>
                <a:spcPts val="43"/>
              </a:spcBef>
            </a:pPr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53731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BEEE02B-3029-990C-12ED-A955CA7D5CB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88868" y="4803999"/>
            <a:ext cx="1100528" cy="144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7120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9404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microsoft.com/office/2007/relationships/hdphoto" Target="../media/hdphoto2.wdp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7.png"/><Relationship Id="rId4" Type="http://schemas.openxmlformats.org/officeDocument/2006/relationships/image" Target="../media/image10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BFA0BF-8DAC-3B8C-4AE3-5CA36724C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994" y="107917"/>
            <a:ext cx="7886195" cy="5530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 defTabSz="91431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EB974-2740-39F8-02D1-C88C824BE9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2992" y="851829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D14DC-BF94-9E10-B09A-E89A386DEB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81524" y="4942596"/>
            <a:ext cx="1876425" cy="127170"/>
          </a:xfrm>
          <a:prstGeom prst="rect">
            <a:avLst/>
          </a:prstGeom>
        </p:spPr>
        <p:txBody>
          <a:bodyPr vert="horz" lIns="64008" tIns="45720" rIns="91440" bIns="45720" rtlCol="0" anchor="ctr"/>
          <a:lstStyle>
            <a:lvl1pPr>
              <a:defRPr lang="en-IN" sz="700"/>
            </a:lvl1pPr>
          </a:lstStyle>
          <a:p>
            <a:r>
              <a:rPr lang="en-US"/>
              <a:t>TCS-CDG confidential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DCB85-668C-1A07-18A7-82A4D4D714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99348" y="4942596"/>
            <a:ext cx="300588" cy="1271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>
              <a:defRPr lang="en-IN" sz="700" b="1" smtClean="0">
                <a:solidFill>
                  <a:schemeClr val="bg1">
                    <a:lumMod val="50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algn="ctr" defTabSz="914355"/>
            <a:fld id="{662A0901-ACEF-4BE9-9C8C-C119B421173E}" type="slidenum">
              <a:rPr lang="en-IN" smtClean="0"/>
              <a:pPr algn="ctr" defTabSz="914355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CE2272-ED9B-DD02-B7B0-029616CF6AB1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28" r="728"/>
          <a:stretch/>
        </p:blipFill>
        <p:spPr>
          <a:xfrm>
            <a:off x="8428379" y="4647630"/>
            <a:ext cx="435969" cy="387958"/>
          </a:xfrm>
          <a:prstGeom prst="rect">
            <a:avLst/>
          </a:prstGeom>
        </p:spPr>
      </p:pic>
      <p:pic>
        <p:nvPicPr>
          <p:cNvPr id="8" name="Picture 7" descr="A close-up of a sign&#10;&#10;Description automatically generated">
            <a:extLst>
              <a:ext uri="{FF2B5EF4-FFF2-40B4-BE49-F238E27FC236}">
                <a16:creationId xmlns:a16="http://schemas.microsoft.com/office/drawing/2014/main" id="{CAE4914F-666B-70AC-6C67-9424F69EF375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50" y="4733063"/>
            <a:ext cx="1266904" cy="302523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04A0732-89C6-3C17-1231-F15060AB29F0}"/>
              </a:ext>
            </a:extLst>
          </p:cNvPr>
          <p:cNvCxnSpPr/>
          <p:nvPr userDrawn="1"/>
        </p:nvCxnSpPr>
        <p:spPr>
          <a:xfrm>
            <a:off x="4565002" y="4942596"/>
            <a:ext cx="0" cy="127170"/>
          </a:xfrm>
          <a:prstGeom prst="line">
            <a:avLst/>
          </a:prstGeom>
          <a:ln>
            <a:solidFill>
              <a:srgbClr val="808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9098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92" r:id="rId2"/>
    <p:sldLayoutId id="2147483893" r:id="rId3"/>
    <p:sldLayoutId id="2147483935" r:id="rId4"/>
    <p:sldLayoutId id="2147483979" r:id="rId5"/>
    <p:sldLayoutId id="2147484154" r:id="rId6"/>
    <p:sldLayoutId id="2147484155" r:id="rId7"/>
    <p:sldLayoutId id="2147484156" r:id="rId8"/>
    <p:sldLayoutId id="2147484157" r:id="rId9"/>
    <p:sldLayoutId id="2147484158" r:id="rId10"/>
    <p:sldLayoutId id="2147484159" r:id="rId11"/>
    <p:sldLayoutId id="2147484160" r:id="rId12"/>
    <p:sldLayoutId id="2147484161" r:id="rId13"/>
  </p:sldLayoutIdLst>
  <p:hf hdr="0" dt="0"/>
  <p:txStyles>
    <p:titleStyle>
      <a:lvl1pPr algn="l" defTabSz="914355" rtl="0" eaLnBrk="1" latinLnBrk="0" hangingPunct="1">
        <a:lnSpc>
          <a:spcPct val="90000"/>
        </a:lnSpc>
        <a:spcBef>
          <a:spcPct val="0"/>
        </a:spcBef>
        <a:buNone/>
        <a:defRPr lang="en-IN" sz="2100" b="0" kern="0" baseline="0" dirty="0" smtClean="0">
          <a:solidFill>
            <a:srgbClr val="4E84C4"/>
          </a:solidFill>
          <a:latin typeface="+mj-lt"/>
          <a:ea typeface="+mj-ea"/>
          <a:cs typeface="+mj-cs"/>
        </a:defRPr>
      </a:lvl1pPr>
    </p:titleStyle>
    <p:bodyStyle>
      <a:lvl1pPr marL="228588" indent="-228588" algn="l" defTabSz="914355" rtl="0" eaLnBrk="1" latinLnBrk="0" hangingPunct="1">
        <a:lnSpc>
          <a:spcPct val="90000"/>
        </a:lnSpc>
        <a:spcBef>
          <a:spcPts val="1000"/>
        </a:spcBef>
        <a:buClr>
          <a:srgbClr val="4E84C4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63526" indent="-228588" algn="l" defTabSz="914355" rtl="0" eaLnBrk="1" latinLnBrk="0" hangingPunct="1">
        <a:lnSpc>
          <a:spcPct val="90000"/>
        </a:lnSpc>
        <a:spcBef>
          <a:spcPts val="500"/>
        </a:spcBef>
        <a:buClr>
          <a:srgbClr val="4E84C4"/>
        </a:buClr>
        <a:buFont typeface="Symbol" panose="05050102010706020507" pitchFamily="18" charset="2"/>
        <a:buChar char="-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88941" indent="-228588" algn="l" defTabSz="914355" rtl="0" eaLnBrk="1" latinLnBrk="0" hangingPunct="1">
        <a:lnSpc>
          <a:spcPct val="90000"/>
        </a:lnSpc>
        <a:spcBef>
          <a:spcPts val="500"/>
        </a:spcBef>
        <a:buClr>
          <a:srgbClr val="4E84C4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914355" indent="-228588" algn="l" defTabSz="914355" rtl="0" eaLnBrk="1" latinLnBrk="0" hangingPunct="1">
        <a:lnSpc>
          <a:spcPct val="90000"/>
        </a:lnSpc>
        <a:spcBef>
          <a:spcPts val="500"/>
        </a:spcBef>
        <a:buClr>
          <a:srgbClr val="4E84C4"/>
        </a:buClr>
        <a:buFont typeface="Courier New" panose="02070309020205020404" pitchFamily="49" charset="0"/>
        <a:buChar char="o"/>
        <a:tabLst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139768" indent="-228588" algn="l" defTabSz="914355" rtl="0" eaLnBrk="1" latinLnBrk="0" hangingPunct="1">
        <a:lnSpc>
          <a:spcPct val="90000"/>
        </a:lnSpc>
        <a:spcBef>
          <a:spcPts val="500"/>
        </a:spcBef>
        <a:buClr>
          <a:srgbClr val="4E84C4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4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9" userDrawn="1">
          <p15:clr>
            <a:srgbClr val="F26B43"/>
          </p15:clr>
        </p15:guide>
        <p15:guide id="2" pos="172" userDrawn="1">
          <p15:clr>
            <a:srgbClr val="F26B43"/>
          </p15:clr>
        </p15:guide>
        <p15:guide id="3" pos="5573" userDrawn="1">
          <p15:clr>
            <a:srgbClr val="F26B43"/>
          </p15:clr>
        </p15:guide>
        <p15:guide id="4" orient="horz" pos="1720" userDrawn="1">
          <p15:clr>
            <a:srgbClr val="F26B43"/>
          </p15:clr>
        </p15:guide>
        <p15:guide id="5" orient="horz" pos="2916" userDrawn="1">
          <p15:clr>
            <a:srgbClr val="F26B43"/>
          </p15:clr>
        </p15:guide>
        <p15:guide id="6" orient="horz" pos="531" userDrawn="1">
          <p15:clr>
            <a:srgbClr val="F26B43"/>
          </p15:clr>
        </p15:guide>
        <p15:guide id="7" pos="288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8">
            <a:extLst>
              <a:ext uri="{FF2B5EF4-FFF2-40B4-BE49-F238E27FC236}">
                <a16:creationId xmlns:a16="http://schemas.microsoft.com/office/drawing/2014/main" id="{668164AE-F168-4FCE-AA1F-1E4E8F1F5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239" y="1276354"/>
            <a:ext cx="4042988" cy="381515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37FA0A2-4E48-428C-81A4-88A7A7B84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7191" y="2136844"/>
            <a:ext cx="4042988" cy="2635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28588" lvl="0" indent="-228588">
              <a:buClr>
                <a:srgbClr val="808285"/>
              </a:buClr>
            </a:pPr>
            <a:r>
              <a:rPr lang="en-US"/>
              <a:t>Click to edit Master text styles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5DA422-34A4-42C4-B88D-8E0E3D2E20D8}"/>
              </a:ext>
            </a:extLst>
          </p:cNvPr>
          <p:cNvSpPr/>
          <p:nvPr userDrawn="1"/>
        </p:nvSpPr>
        <p:spPr>
          <a:xfrm>
            <a:off x="70640" y="100727"/>
            <a:ext cx="148437" cy="145788"/>
          </a:xfrm>
          <a:prstGeom prst="rect">
            <a:avLst/>
          </a:prstGeom>
          <a:solidFill>
            <a:srgbClr val="E41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60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6C0BBD5-766E-4A60-979B-6D5475DC8CF6}"/>
              </a:ext>
            </a:extLst>
          </p:cNvPr>
          <p:cNvCxnSpPr>
            <a:cxnSpLocks/>
          </p:cNvCxnSpPr>
          <p:nvPr userDrawn="1"/>
        </p:nvCxnSpPr>
        <p:spPr>
          <a:xfrm>
            <a:off x="91079" y="273502"/>
            <a:ext cx="107556" cy="0"/>
          </a:xfrm>
          <a:prstGeom prst="line">
            <a:avLst/>
          </a:prstGeom>
          <a:ln>
            <a:solidFill>
              <a:srgbClr val="E411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CB82FAD-D870-4603-AD13-A81E1BF404DA}"/>
              </a:ext>
            </a:extLst>
          </p:cNvPr>
          <p:cNvSpPr txBox="1"/>
          <p:nvPr userDrawn="1"/>
        </p:nvSpPr>
        <p:spPr>
          <a:xfrm>
            <a:off x="70640" y="330802"/>
            <a:ext cx="148437" cy="1457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F1AA33-B6EC-4360-84C1-7F601A5C35DD}"/>
              </a:ext>
            </a:extLst>
          </p:cNvPr>
          <p:cNvSpPr/>
          <p:nvPr userDrawn="1"/>
        </p:nvSpPr>
        <p:spPr>
          <a:xfrm>
            <a:off x="37301" y="63763"/>
            <a:ext cx="215112" cy="39566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1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13AB597-EB64-CE3F-953B-52503B4D000B}"/>
              </a:ext>
            </a:extLst>
          </p:cNvPr>
          <p:cNvGrpSpPr/>
          <p:nvPr userDrawn="1"/>
        </p:nvGrpSpPr>
        <p:grpSpPr>
          <a:xfrm>
            <a:off x="219079" y="120396"/>
            <a:ext cx="8647111" cy="504364"/>
            <a:chOff x="219077" y="100726"/>
            <a:chExt cx="8647111" cy="504364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F0651C26-EA84-03D9-38D3-26F90B09392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36534" b="36534"/>
            <a:stretch/>
          </p:blipFill>
          <p:spPr>
            <a:xfrm>
              <a:off x="219077" y="169836"/>
              <a:ext cx="1616067" cy="435254"/>
            </a:xfrm>
            <a:prstGeom prst="rect">
              <a:avLst/>
            </a:prstGeom>
          </p:spPr>
        </p:pic>
        <p:pic>
          <p:nvPicPr>
            <p:cNvPr id="8" name="Picture 7" descr="A white logo on a black background&#10;&#10;Description automatically generated">
              <a:extLst>
                <a:ext uri="{FF2B5EF4-FFF2-40B4-BE49-F238E27FC236}">
                  <a16:creationId xmlns:a16="http://schemas.microsoft.com/office/drawing/2014/main" id="{A1ED308E-44AD-3158-DD83-C59FFFAE9BD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0" t="24814" r="21396" b="24815"/>
            <a:stretch/>
          </p:blipFill>
          <p:spPr>
            <a:xfrm>
              <a:off x="8322775" y="100726"/>
              <a:ext cx="543413" cy="4835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09491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</p:sldLayoutIdLst>
  <p:hf hdr="0" dt="0"/>
  <p:txStyles>
    <p:titleStyle>
      <a:lvl1pPr algn="l" defTabSz="914355" rtl="0" eaLnBrk="1" latinLnBrk="0" hangingPunct="1">
        <a:lnSpc>
          <a:spcPct val="100000"/>
        </a:lnSpc>
        <a:spcBef>
          <a:spcPct val="0"/>
        </a:spcBef>
        <a:buNone/>
        <a:defRPr lang="en-US" sz="2400" b="0" i="0" kern="0" spc="-5" baseline="0" dirty="0">
          <a:solidFill>
            <a:srgbClr val="F4F3F9"/>
          </a:solidFill>
          <a:latin typeface="Calibri"/>
          <a:ea typeface="+mj-ea"/>
          <a:cs typeface="Calibri"/>
        </a:defRPr>
      </a:lvl1pPr>
    </p:titleStyle>
    <p:bodyStyle>
      <a:lvl1pPr marL="0" indent="0" algn="l" defTabSz="914355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lang="en-US" sz="1600" kern="1200" spc="2" dirty="0" smtClean="0">
          <a:solidFill>
            <a:srgbClr val="4E84C4"/>
          </a:solidFill>
          <a:latin typeface="Calibri"/>
          <a:ea typeface="+mn-ea"/>
          <a:cs typeface="Calibri"/>
        </a:defRPr>
      </a:lvl1pPr>
      <a:lvl2pPr marL="685766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2944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120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297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474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4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772" userDrawn="1">
          <p15:clr>
            <a:srgbClr val="F26B43"/>
          </p15:clr>
        </p15:guide>
        <p15:guide id="2" orient="horz" pos="2852" userDrawn="1">
          <p15:clr>
            <a:srgbClr val="F26B43"/>
          </p15:clr>
        </p15:guide>
        <p15:guide id="3" orient="horz" pos="360" userDrawn="1">
          <p15:clr>
            <a:srgbClr val="F26B43"/>
          </p15:clr>
        </p15:guide>
        <p15:guide id="4" orient="horz" pos="846" userDrawn="1">
          <p15:clr>
            <a:srgbClr val="F26B43"/>
          </p15:clr>
        </p15:guide>
        <p15:guide id="5" pos="180" userDrawn="1">
          <p15:clr>
            <a:srgbClr val="F26B43"/>
          </p15:clr>
        </p15:guide>
        <p15:guide id="6" pos="558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ADBEFC-FA18-4CB3-8943-7B03BFC04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993" y="107916"/>
            <a:ext cx="7886195" cy="5530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62E987-DCEA-4D36-A8D6-3A4C817A4EDF}"/>
              </a:ext>
            </a:extLst>
          </p:cNvPr>
          <p:cNvCxnSpPr/>
          <p:nvPr userDrawn="1"/>
        </p:nvCxnSpPr>
        <p:spPr>
          <a:xfrm>
            <a:off x="4565002" y="4942596"/>
            <a:ext cx="0" cy="12717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Footer Placeholder 25">
            <a:extLst>
              <a:ext uri="{FF2B5EF4-FFF2-40B4-BE49-F238E27FC236}">
                <a16:creationId xmlns:a16="http://schemas.microsoft.com/office/drawing/2014/main" id="{6AC0F397-9BF6-4594-946F-74C8A8FA01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81524" y="4942596"/>
            <a:ext cx="1876425" cy="127170"/>
          </a:xfrm>
          <a:prstGeom prst="rect">
            <a:avLst/>
          </a:prstGeom>
        </p:spPr>
        <p:txBody>
          <a:bodyPr vert="horz" lIns="64008" tIns="45720" rIns="91440" bIns="45720" rtlCol="0" anchor="ctr"/>
          <a:lstStyle>
            <a:lvl1pPr>
              <a:defRPr lang="en-US" sz="700">
                <a:solidFill>
                  <a:schemeClr val="bg1"/>
                </a:solidFill>
              </a:defRPr>
            </a:lvl1pPr>
          </a:lstStyle>
          <a:p>
            <a:r>
              <a:rPr lang="en-US"/>
              <a:t>TCS-CDG Confidential</a:t>
            </a:r>
          </a:p>
        </p:txBody>
      </p:sp>
      <p:sp>
        <p:nvSpPr>
          <p:cNvPr id="28" name="Rectangle 71">
            <a:extLst>
              <a:ext uri="{FF2B5EF4-FFF2-40B4-BE49-F238E27FC236}">
                <a16:creationId xmlns:a16="http://schemas.microsoft.com/office/drawing/2014/main" id="{D6FF4C5E-6B0C-4334-B3AE-3C2ABAF43B4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299348" y="4942596"/>
            <a:ext cx="300588" cy="1271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1">
                <a:solidFill>
                  <a:schemeClr val="bg1">
                    <a:lumMod val="50000"/>
                  </a:schemeClr>
                </a:solidFill>
                <a:latin typeface="+mj-lt"/>
                <a:cs typeface="Arial" pitchFamily="34" charset="0"/>
              </a:defRPr>
            </a:lvl1pPr>
            <a:lvl2pPr marL="457200" defTabSz="914400">
              <a:defRPr sz="1800"/>
            </a:lvl2pPr>
            <a:lvl3pPr marL="914400" defTabSz="914400">
              <a:defRPr sz="1800"/>
            </a:lvl3pPr>
            <a:lvl4pPr marL="1371600" defTabSz="914400">
              <a:defRPr sz="1800"/>
            </a:lvl4pPr>
            <a:lvl5pPr marL="1828800" defTabSz="914400">
              <a:defRPr sz="1800"/>
            </a:lvl5pPr>
            <a:lvl6pPr marL="2286000" defTabSz="914400">
              <a:defRPr sz="1800"/>
            </a:lvl6pPr>
            <a:lvl7pPr marL="2743200" defTabSz="914400">
              <a:defRPr sz="1800"/>
            </a:lvl7pPr>
            <a:lvl8pPr marL="3200400" defTabSz="914400">
              <a:defRPr sz="1800"/>
            </a:lvl8pPr>
            <a:lvl9pPr marL="3657600" defTabSz="914400">
              <a:defRPr sz="1800"/>
            </a:lvl9pPr>
          </a:lstStyle>
          <a:p>
            <a:pPr lvl="0"/>
            <a:fld id="{13B55AB4-0D57-4FBE-946B-A81E4A9D2A4C}" type="slidenum">
              <a:rPr lang="en-US" sz="700" noProof="0" smtClean="0">
                <a:solidFill>
                  <a:schemeClr val="bg1"/>
                </a:solidFill>
              </a:rPr>
              <a:pPr lvl="0"/>
              <a:t>‹#›</a:t>
            </a:fld>
            <a:r>
              <a:rPr lang="en-US" sz="700" noProof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96B849F-0F60-4E8F-BA8E-E91C2BE0ED3F}"/>
              </a:ext>
            </a:extLst>
          </p:cNvPr>
          <p:cNvSpPr/>
          <p:nvPr userDrawn="1"/>
        </p:nvSpPr>
        <p:spPr>
          <a:xfrm>
            <a:off x="70640" y="100727"/>
            <a:ext cx="148437" cy="145788"/>
          </a:xfrm>
          <a:prstGeom prst="rect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60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BB49C25-A889-40F6-B435-4920BCF97B82}"/>
              </a:ext>
            </a:extLst>
          </p:cNvPr>
          <p:cNvCxnSpPr>
            <a:cxnSpLocks/>
          </p:cNvCxnSpPr>
          <p:nvPr userDrawn="1"/>
        </p:nvCxnSpPr>
        <p:spPr>
          <a:xfrm>
            <a:off x="91079" y="273502"/>
            <a:ext cx="107556" cy="0"/>
          </a:xfrm>
          <a:prstGeom prst="line">
            <a:avLst/>
          </a:prstGeom>
          <a:ln>
            <a:solidFill>
              <a:srgbClr val="4E84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8E09A9F-6EB0-438C-A1AF-E44A166E116F}"/>
              </a:ext>
            </a:extLst>
          </p:cNvPr>
          <p:cNvSpPr txBox="1"/>
          <p:nvPr userDrawn="1"/>
        </p:nvSpPr>
        <p:spPr>
          <a:xfrm>
            <a:off x="70640" y="330802"/>
            <a:ext cx="148437" cy="1457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A06B8FF-CF61-4E23-AD6E-7102A245AB65}"/>
              </a:ext>
            </a:extLst>
          </p:cNvPr>
          <p:cNvSpPr/>
          <p:nvPr userDrawn="1"/>
        </p:nvSpPr>
        <p:spPr>
          <a:xfrm>
            <a:off x="24260" y="63763"/>
            <a:ext cx="215112" cy="39566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1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F832A92-7EC0-48A4-AB00-6AD52B706E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5201" t="38245" r="4369" b="37400"/>
          <a:stretch/>
        </p:blipFill>
        <p:spPr>
          <a:xfrm>
            <a:off x="285751" y="4731771"/>
            <a:ext cx="1210439" cy="32600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F0862DB-D752-9721-B469-8AEB67A96A37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8" r="728"/>
          <a:stretch/>
        </p:blipFill>
        <p:spPr>
          <a:xfrm>
            <a:off x="8422282" y="4647629"/>
            <a:ext cx="435969" cy="387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161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9" r:id="rId1"/>
    <p:sldLayoutId id="2147484140" r:id="rId2"/>
    <p:sldLayoutId id="2147484141" r:id="rId3"/>
  </p:sldLayoutIdLst>
  <p:hf sldNum="0" hdr="0" dt="0"/>
  <p:txStyles>
    <p:titleStyle>
      <a:lvl1pPr algn="l" defTabSz="914333" rtl="0" eaLnBrk="1" latinLnBrk="0" hangingPunct="1">
        <a:lnSpc>
          <a:spcPct val="90000"/>
        </a:lnSpc>
        <a:spcBef>
          <a:spcPct val="0"/>
        </a:spcBef>
        <a:buNone/>
        <a:defRPr lang="en-US" sz="2100" b="0" kern="0" baseline="0" dirty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582" indent="-228582" algn="l" defTabSz="914333" rtl="0" eaLnBrk="1" latinLnBrk="0" hangingPunct="1">
        <a:lnSpc>
          <a:spcPct val="90000"/>
        </a:lnSpc>
        <a:spcBef>
          <a:spcPts val="1000"/>
        </a:spcBef>
        <a:buClr>
          <a:srgbClr val="007DC5"/>
        </a:buClr>
        <a:buFont typeface="Arial" panose="020B0604020202020204" pitchFamily="34" charset="0"/>
        <a:buChar char="•"/>
        <a:defRPr lang="en-US" sz="1200" kern="1200" smtClean="0">
          <a:solidFill>
            <a:schemeClr val="bg1"/>
          </a:solidFill>
          <a:latin typeface="+mn-lt"/>
          <a:ea typeface="+mn-ea"/>
          <a:cs typeface="+mn-cs"/>
        </a:defRPr>
      </a:lvl1pPr>
      <a:lvl2pPr marL="379352" indent="-171446" algn="l" defTabSz="914333" rtl="0" eaLnBrk="1" latinLnBrk="0" hangingPunct="1">
        <a:lnSpc>
          <a:spcPct val="90000"/>
        </a:lnSpc>
        <a:spcBef>
          <a:spcPts val="500"/>
        </a:spcBef>
        <a:buClr>
          <a:srgbClr val="007DC5"/>
        </a:buClr>
        <a:buFont typeface="Arial" panose="020B0604020202020204" pitchFamily="34" charset="0"/>
        <a:buChar char="•"/>
        <a:defRPr lang="en-US" sz="1200" kern="1200" dirty="0" smtClean="0">
          <a:solidFill>
            <a:schemeClr val="bg1"/>
          </a:solidFill>
          <a:latin typeface="+mn-lt"/>
          <a:ea typeface="+mn-ea"/>
          <a:cs typeface="+mn-cs"/>
        </a:defRPr>
      </a:lvl2pPr>
      <a:lvl3pPr marL="587258" indent="-171446" algn="l" defTabSz="914333" rtl="0" eaLnBrk="1" latinLnBrk="0" hangingPunct="1">
        <a:lnSpc>
          <a:spcPct val="90000"/>
        </a:lnSpc>
        <a:spcBef>
          <a:spcPts val="500"/>
        </a:spcBef>
        <a:buClr>
          <a:srgbClr val="007DC5"/>
        </a:buClr>
        <a:buFont typeface="Arial" panose="020B0604020202020204" pitchFamily="34" charset="0"/>
        <a:buChar char="•"/>
        <a:defRPr lang="en-US" sz="1200" kern="1200" dirty="0" smtClean="0">
          <a:solidFill>
            <a:schemeClr val="bg1"/>
          </a:solidFill>
          <a:latin typeface="+mn-lt"/>
          <a:ea typeface="+mn-ea"/>
          <a:cs typeface="+mn-cs"/>
        </a:defRPr>
      </a:lvl3pPr>
      <a:lvl4pPr marL="795164" indent="-171446" algn="l" defTabSz="914333" rtl="0" eaLnBrk="1" latinLnBrk="0" hangingPunct="1">
        <a:lnSpc>
          <a:spcPct val="90000"/>
        </a:lnSpc>
        <a:spcBef>
          <a:spcPts val="500"/>
        </a:spcBef>
        <a:buClr>
          <a:srgbClr val="007DC5"/>
        </a:buClr>
        <a:buFont typeface="Arial" panose="020B0604020202020204" pitchFamily="34" charset="0"/>
        <a:buChar char="•"/>
        <a:defRPr lang="en-US" sz="1200" kern="1200" dirty="0" smtClean="0">
          <a:solidFill>
            <a:schemeClr val="bg1"/>
          </a:solidFill>
          <a:latin typeface="+mn-lt"/>
          <a:ea typeface="+mn-ea"/>
          <a:cs typeface="+mn-cs"/>
        </a:defRPr>
      </a:lvl4pPr>
      <a:lvl5pPr marL="1003071" indent="-171446" algn="l" defTabSz="914333" rtl="0" eaLnBrk="1" latinLnBrk="0" hangingPunct="1">
        <a:lnSpc>
          <a:spcPct val="90000"/>
        </a:lnSpc>
        <a:spcBef>
          <a:spcPts val="500"/>
        </a:spcBef>
        <a:buClr>
          <a:srgbClr val="007DC5"/>
        </a:buClr>
        <a:buFont typeface="Arial" panose="020B0604020202020204" pitchFamily="34" charset="0"/>
        <a:buChar char="•"/>
        <a:defRPr lang="en-US" sz="1200" kern="1200" dirty="0">
          <a:solidFill>
            <a:schemeClr val="bg1"/>
          </a:solidFill>
          <a:latin typeface="+mn-lt"/>
          <a:ea typeface="+mn-ea"/>
          <a:cs typeface="+mn-cs"/>
        </a:defRPr>
      </a:lvl5pPr>
      <a:lvl6pPr marL="2514411" indent="-228582" algn="l" defTabSz="91433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2" algn="l" defTabSz="91433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2" algn="l" defTabSz="91433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09" indent="-228582" algn="l" defTabSz="91433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6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3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29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6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orient="horz" pos="85">
          <p15:clr>
            <a:srgbClr val="F26B43"/>
          </p15:clr>
        </p15:guide>
        <p15:guide id="4" orient="horz" pos="557">
          <p15:clr>
            <a:srgbClr val="F26B43"/>
          </p15:clr>
        </p15:guide>
        <p15:guide id="5" orient="horz" pos="705">
          <p15:clr>
            <a:srgbClr val="F26B43"/>
          </p15:clr>
        </p15:guide>
        <p15:guide id="6" orient="horz" pos="3943">
          <p15:clr>
            <a:srgbClr val="F26B43"/>
          </p15:clr>
        </p15:guide>
        <p15:guide id="8" pos="7447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DF83842-6792-443C-8ADD-548A11D67CE1}"/>
              </a:ext>
            </a:extLst>
          </p:cNvPr>
          <p:cNvSpPr/>
          <p:nvPr userDrawn="1"/>
        </p:nvSpPr>
        <p:spPr>
          <a:xfrm>
            <a:off x="70640" y="100727"/>
            <a:ext cx="148437" cy="145788"/>
          </a:xfrm>
          <a:prstGeom prst="rect">
            <a:avLst/>
          </a:prstGeom>
          <a:solidFill>
            <a:srgbClr val="E41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6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3AF219F-7EEE-4E0A-BE98-F63760BECB6A}"/>
              </a:ext>
            </a:extLst>
          </p:cNvPr>
          <p:cNvCxnSpPr>
            <a:cxnSpLocks/>
          </p:cNvCxnSpPr>
          <p:nvPr userDrawn="1"/>
        </p:nvCxnSpPr>
        <p:spPr>
          <a:xfrm>
            <a:off x="91079" y="273502"/>
            <a:ext cx="107556" cy="0"/>
          </a:xfrm>
          <a:prstGeom prst="line">
            <a:avLst/>
          </a:prstGeom>
          <a:ln>
            <a:solidFill>
              <a:srgbClr val="E411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94CA941-F2C4-474E-A1C0-87930FACB8D8}"/>
              </a:ext>
            </a:extLst>
          </p:cNvPr>
          <p:cNvSpPr txBox="1"/>
          <p:nvPr userDrawn="1"/>
        </p:nvSpPr>
        <p:spPr>
          <a:xfrm>
            <a:off x="70640" y="330802"/>
            <a:ext cx="148437" cy="1457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750701-58D4-4101-89A4-E4C0613A06D1}"/>
              </a:ext>
            </a:extLst>
          </p:cNvPr>
          <p:cNvSpPr/>
          <p:nvPr userDrawn="1"/>
        </p:nvSpPr>
        <p:spPr>
          <a:xfrm>
            <a:off x="37301" y="63763"/>
            <a:ext cx="215112" cy="39566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1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EC3F55E-80C5-FA58-BEE1-B1EA909AB2F1}"/>
              </a:ext>
            </a:extLst>
          </p:cNvPr>
          <p:cNvGrpSpPr/>
          <p:nvPr userDrawn="1"/>
        </p:nvGrpSpPr>
        <p:grpSpPr>
          <a:xfrm>
            <a:off x="288868" y="100726"/>
            <a:ext cx="8577320" cy="504363"/>
            <a:chOff x="288868" y="100726"/>
            <a:chExt cx="8577320" cy="504363"/>
          </a:xfrm>
        </p:grpSpPr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0485C5A4-B4D1-7A55-6E82-3E12E35D3F5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l="5201" t="38245" r="4369" b="37400"/>
            <a:stretch/>
          </p:blipFill>
          <p:spPr>
            <a:xfrm>
              <a:off x="288868" y="188632"/>
              <a:ext cx="1546276" cy="416457"/>
            </a:xfrm>
            <a:prstGeom prst="rect">
              <a:avLst/>
            </a:prstGeom>
          </p:spPr>
        </p:pic>
        <p:pic>
          <p:nvPicPr>
            <p:cNvPr id="4" name="Picture 3" descr="A white logo on a black background&#10;&#10;Description automatically generated">
              <a:extLst>
                <a:ext uri="{FF2B5EF4-FFF2-40B4-BE49-F238E27FC236}">
                  <a16:creationId xmlns:a16="http://schemas.microsoft.com/office/drawing/2014/main" id="{2EED0747-E087-BD83-3541-DFDDE1A9317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0" t="24814" r="21396" b="24815"/>
            <a:stretch/>
          </p:blipFill>
          <p:spPr>
            <a:xfrm>
              <a:off x="8322775" y="100726"/>
              <a:ext cx="543413" cy="4835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1166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43" r:id="rId1"/>
    <p:sldLayoutId id="2147484144" r:id="rId2"/>
    <p:sldLayoutId id="2147484145" r:id="rId3"/>
  </p:sldLayoutIdLst>
  <p:hf sldNum="0" hdr="0" dt="0"/>
  <p:txStyles>
    <p:titleStyle>
      <a:lvl1pPr algn="l" defTabSz="914333" rtl="0" eaLnBrk="1" latinLnBrk="0" hangingPunct="1">
        <a:lnSpc>
          <a:spcPct val="90000"/>
        </a:lnSpc>
        <a:spcBef>
          <a:spcPct val="0"/>
        </a:spcBef>
        <a:buNone/>
        <a:defRPr lang="en-US" sz="2100" b="0" kern="0" baseline="0" dirty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582" indent="-228582" algn="l" defTabSz="914333" rtl="0" eaLnBrk="1" latinLnBrk="0" hangingPunct="1">
        <a:lnSpc>
          <a:spcPct val="90000"/>
        </a:lnSpc>
        <a:spcBef>
          <a:spcPts val="1000"/>
        </a:spcBef>
        <a:buClr>
          <a:srgbClr val="E41165"/>
        </a:buClr>
        <a:buFont typeface="Arial" panose="020B0604020202020204" pitchFamily="34" charset="0"/>
        <a:buChar char="•"/>
        <a:defRPr lang="en-US" sz="1200" kern="1200" smtClean="0">
          <a:solidFill>
            <a:schemeClr val="bg1"/>
          </a:solidFill>
          <a:latin typeface="+mn-lt"/>
          <a:ea typeface="+mn-ea"/>
          <a:cs typeface="+mn-cs"/>
        </a:defRPr>
      </a:lvl1pPr>
      <a:lvl2pPr marL="685749" indent="-228582" algn="l" defTabSz="914333" rtl="0" eaLnBrk="1" latinLnBrk="0" hangingPunct="1">
        <a:lnSpc>
          <a:spcPct val="90000"/>
        </a:lnSpc>
        <a:spcBef>
          <a:spcPts val="500"/>
        </a:spcBef>
        <a:buClr>
          <a:srgbClr val="E41165"/>
        </a:buClr>
        <a:buFont typeface="Arial" panose="020B0604020202020204" pitchFamily="34" charset="0"/>
        <a:buChar char="•"/>
        <a:defRPr lang="en-US" sz="1200" kern="1200" dirty="0" smtClean="0">
          <a:solidFill>
            <a:schemeClr val="bg1"/>
          </a:solidFill>
          <a:latin typeface="+mn-lt"/>
          <a:ea typeface="+mn-ea"/>
          <a:cs typeface="+mn-cs"/>
        </a:defRPr>
      </a:lvl2pPr>
      <a:lvl3pPr marL="1142915" indent="-228582" algn="l" defTabSz="91433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kern="1200" dirty="0" smtClean="0">
          <a:solidFill>
            <a:schemeClr val="bg1"/>
          </a:solidFill>
          <a:latin typeface="+mn-lt"/>
          <a:ea typeface="+mn-ea"/>
          <a:cs typeface="+mn-cs"/>
        </a:defRPr>
      </a:lvl3pPr>
      <a:lvl4pPr marL="1600080" indent="-228582" algn="l" defTabSz="91433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kern="1200" dirty="0" smtClean="0">
          <a:solidFill>
            <a:schemeClr val="bg1"/>
          </a:solidFill>
          <a:latin typeface="+mn-lt"/>
          <a:ea typeface="+mn-ea"/>
          <a:cs typeface="+mn-cs"/>
        </a:defRPr>
      </a:lvl4pPr>
      <a:lvl5pPr marL="2057246" indent="-228582" algn="l" defTabSz="91433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kern="1200" dirty="0">
          <a:solidFill>
            <a:schemeClr val="bg1"/>
          </a:solidFill>
          <a:latin typeface="+mn-lt"/>
          <a:ea typeface="+mn-ea"/>
          <a:cs typeface="+mn-cs"/>
        </a:defRPr>
      </a:lvl5pPr>
      <a:lvl6pPr marL="2514411" indent="-228582" algn="l" defTabSz="91433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2" algn="l" defTabSz="91433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2" algn="l" defTabSz="91433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09" indent="-228582" algn="l" defTabSz="91433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6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3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29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6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orient="horz" pos="85">
          <p15:clr>
            <a:srgbClr val="F26B43"/>
          </p15:clr>
        </p15:guide>
        <p15:guide id="4" orient="horz" pos="480">
          <p15:clr>
            <a:srgbClr val="F26B43"/>
          </p15:clr>
        </p15:guide>
        <p15:guide id="5" orient="horz" pos="705">
          <p15:clr>
            <a:srgbClr val="F26B43"/>
          </p15:clr>
        </p15:guide>
        <p15:guide id="6" orient="horz" pos="3943">
          <p15:clr>
            <a:srgbClr val="F26B43"/>
          </p15:clr>
        </p15:guide>
        <p15:guide id="8" pos="7447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8216FA1-4A56-46E6-BB77-D6006B7684D3}"/>
              </a:ext>
            </a:extLst>
          </p:cNvPr>
          <p:cNvSpPr/>
          <p:nvPr userDrawn="1"/>
        </p:nvSpPr>
        <p:spPr>
          <a:xfrm>
            <a:off x="70640" y="100727"/>
            <a:ext cx="148437" cy="145788"/>
          </a:xfrm>
          <a:prstGeom prst="rect">
            <a:avLst/>
          </a:prstGeom>
          <a:solidFill>
            <a:srgbClr val="E41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6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7FEFDF6-0C60-43AA-ADD5-901E502E80B5}"/>
              </a:ext>
            </a:extLst>
          </p:cNvPr>
          <p:cNvCxnSpPr>
            <a:cxnSpLocks/>
          </p:cNvCxnSpPr>
          <p:nvPr userDrawn="1"/>
        </p:nvCxnSpPr>
        <p:spPr>
          <a:xfrm>
            <a:off x="91079" y="273502"/>
            <a:ext cx="107556" cy="0"/>
          </a:xfrm>
          <a:prstGeom prst="line">
            <a:avLst/>
          </a:prstGeom>
          <a:ln>
            <a:solidFill>
              <a:srgbClr val="E411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938AF1A-EA00-4882-84C6-CBA46A27A7C5}"/>
              </a:ext>
            </a:extLst>
          </p:cNvPr>
          <p:cNvSpPr txBox="1"/>
          <p:nvPr userDrawn="1"/>
        </p:nvSpPr>
        <p:spPr>
          <a:xfrm>
            <a:off x="70640" y="330802"/>
            <a:ext cx="148437" cy="1457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59FF134-DE23-4F75-9D1F-AEB44451BFD7}"/>
              </a:ext>
            </a:extLst>
          </p:cNvPr>
          <p:cNvSpPr/>
          <p:nvPr userDrawn="1"/>
        </p:nvSpPr>
        <p:spPr>
          <a:xfrm>
            <a:off x="37301" y="63763"/>
            <a:ext cx="215112" cy="39566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4BC39D-DEC7-4FC1-BFC5-98DE92A66721}"/>
              </a:ext>
            </a:extLst>
          </p:cNvPr>
          <p:cNvSpPr/>
          <p:nvPr userDrawn="1"/>
        </p:nvSpPr>
        <p:spPr>
          <a:xfrm>
            <a:off x="292099" y="2395468"/>
            <a:ext cx="2650475" cy="350737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lvl="0"/>
            <a:r>
              <a:rPr lang="en-US" sz="2200" b="0" kern="0" baseline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10" name="object 5">
            <a:extLst>
              <a:ext uri="{FF2B5EF4-FFF2-40B4-BE49-F238E27FC236}">
                <a16:creationId xmlns:a16="http://schemas.microsoft.com/office/drawing/2014/main" id="{37FEB07C-5878-4697-A42C-CB8DD47499D0}"/>
              </a:ext>
            </a:extLst>
          </p:cNvPr>
          <p:cNvSpPr txBox="1"/>
          <p:nvPr userDrawn="1"/>
        </p:nvSpPr>
        <p:spPr>
          <a:xfrm>
            <a:off x="288869" y="4927600"/>
            <a:ext cx="1902444" cy="10772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5776">
              <a:lnSpc>
                <a:spcPct val="100000"/>
              </a:lnSpc>
              <a:spcBef>
                <a:spcPts val="45"/>
              </a:spcBef>
            </a:pPr>
            <a:r>
              <a:rPr sz="700" b="0" spc="-2">
                <a:solidFill>
                  <a:schemeClr val="bg1"/>
                </a:solidFill>
                <a:latin typeface="Calibri"/>
                <a:cs typeface="Calibri"/>
              </a:rPr>
              <a:t>Copyright</a:t>
            </a:r>
            <a:r>
              <a:rPr sz="700" b="0" spc="-7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700" b="0">
                <a:solidFill>
                  <a:schemeClr val="bg1"/>
                </a:solidFill>
                <a:latin typeface="Calibri"/>
                <a:cs typeface="Calibri"/>
              </a:rPr>
              <a:t>©</a:t>
            </a:r>
            <a:r>
              <a:rPr sz="700" b="0" spc="-7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700" b="0">
                <a:solidFill>
                  <a:schemeClr val="bg1"/>
                </a:solidFill>
                <a:latin typeface="Calibri"/>
                <a:cs typeface="Calibri"/>
              </a:rPr>
              <a:t>202</a:t>
            </a:r>
            <a:r>
              <a:rPr lang="en-IN" sz="700" b="0">
                <a:solidFill>
                  <a:schemeClr val="bg1"/>
                </a:solidFill>
                <a:latin typeface="Calibri"/>
                <a:cs typeface="Calibri"/>
              </a:rPr>
              <a:t>4</a:t>
            </a:r>
            <a:r>
              <a:rPr sz="700" b="0" spc="-2">
                <a:solidFill>
                  <a:schemeClr val="bg1"/>
                </a:solidFill>
                <a:latin typeface="Calibri"/>
                <a:cs typeface="Calibri"/>
              </a:rPr>
              <a:t> Tata</a:t>
            </a:r>
            <a:r>
              <a:rPr sz="700" b="0" spc="-7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700" b="0" spc="-2">
                <a:solidFill>
                  <a:schemeClr val="bg1"/>
                </a:solidFill>
                <a:latin typeface="Calibri"/>
                <a:cs typeface="Calibri"/>
              </a:rPr>
              <a:t>Consultancy</a:t>
            </a:r>
            <a:r>
              <a:rPr sz="700" b="0" spc="-7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700" b="0" spc="-2">
                <a:solidFill>
                  <a:schemeClr val="bg1"/>
                </a:solidFill>
                <a:latin typeface="Calibri"/>
                <a:cs typeface="Calibri"/>
              </a:rPr>
              <a:t>Services Limited</a:t>
            </a:r>
            <a:endParaRPr sz="700" b="0">
              <a:solidFill>
                <a:schemeClr val="bg1"/>
              </a:solidFill>
              <a:latin typeface="Calibri"/>
              <a:cs typeface="Calibri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7600BCE-C87B-5B0A-0301-F38ED7B5A0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5201" t="38245" r="4369" b="37400"/>
          <a:stretch/>
        </p:blipFill>
        <p:spPr>
          <a:xfrm>
            <a:off x="288869" y="188633"/>
            <a:ext cx="1546276" cy="416457"/>
          </a:xfrm>
          <a:prstGeom prst="rect">
            <a:avLst/>
          </a:prstGeom>
        </p:spPr>
      </p:pic>
      <p:pic>
        <p:nvPicPr>
          <p:cNvPr id="4" name="Picture 3" descr="A white logo on a black background&#10;&#10;Description automatically generated">
            <a:extLst>
              <a:ext uri="{FF2B5EF4-FFF2-40B4-BE49-F238E27FC236}">
                <a16:creationId xmlns:a16="http://schemas.microsoft.com/office/drawing/2014/main" id="{078D749F-9A1E-D7FD-4C7C-00FD0CEBD3B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0" t="24814" r="21396" b="24815"/>
          <a:stretch/>
        </p:blipFill>
        <p:spPr>
          <a:xfrm>
            <a:off x="8383181" y="100727"/>
            <a:ext cx="543413" cy="483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581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48" r:id="rId1"/>
  </p:sldLayoutIdLst>
  <p:hf sldNum="0" hdr="0" dt="0"/>
  <p:txStyles>
    <p:titleStyle>
      <a:lvl1pPr algn="l" defTabSz="914333" rtl="0" eaLnBrk="1" latinLnBrk="0" hangingPunct="1">
        <a:lnSpc>
          <a:spcPct val="90000"/>
        </a:lnSpc>
        <a:spcBef>
          <a:spcPct val="0"/>
        </a:spcBef>
        <a:buNone/>
        <a:defRPr lang="en-US" sz="2200" b="0" kern="0" baseline="0" dirty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582" indent="-228582" algn="l" defTabSz="914333" rtl="0" eaLnBrk="1" latinLnBrk="0" hangingPunct="1">
        <a:lnSpc>
          <a:spcPct val="90000"/>
        </a:lnSpc>
        <a:spcBef>
          <a:spcPts val="1000"/>
        </a:spcBef>
        <a:buClr>
          <a:srgbClr val="E41165"/>
        </a:buClr>
        <a:buFont typeface="Arial" panose="020B0604020202020204" pitchFamily="34" charset="0"/>
        <a:buChar char="•"/>
        <a:defRPr lang="en-US" sz="1200" kern="1200" smtClean="0">
          <a:solidFill>
            <a:schemeClr val="bg1"/>
          </a:solidFill>
          <a:latin typeface="+mn-lt"/>
          <a:ea typeface="+mn-ea"/>
          <a:cs typeface="+mn-cs"/>
        </a:defRPr>
      </a:lvl1pPr>
      <a:lvl2pPr marL="685749" indent="-228582" algn="l" defTabSz="914333" rtl="0" eaLnBrk="1" latinLnBrk="0" hangingPunct="1">
        <a:lnSpc>
          <a:spcPct val="90000"/>
        </a:lnSpc>
        <a:spcBef>
          <a:spcPts val="500"/>
        </a:spcBef>
        <a:buClr>
          <a:srgbClr val="E41165"/>
        </a:buClr>
        <a:buFont typeface="Arial" panose="020B0604020202020204" pitchFamily="34" charset="0"/>
        <a:buChar char="•"/>
        <a:defRPr lang="en-US" sz="1200" kern="1200" dirty="0" smtClean="0">
          <a:solidFill>
            <a:schemeClr val="bg1"/>
          </a:solidFill>
          <a:latin typeface="+mn-lt"/>
          <a:ea typeface="+mn-ea"/>
          <a:cs typeface="+mn-cs"/>
        </a:defRPr>
      </a:lvl2pPr>
      <a:lvl3pPr marL="1142915" indent="-228582" algn="l" defTabSz="91433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kern="1200" dirty="0" smtClean="0">
          <a:solidFill>
            <a:schemeClr val="bg1"/>
          </a:solidFill>
          <a:latin typeface="+mn-lt"/>
          <a:ea typeface="+mn-ea"/>
          <a:cs typeface="+mn-cs"/>
        </a:defRPr>
      </a:lvl3pPr>
      <a:lvl4pPr marL="1600080" indent="-228582" algn="l" defTabSz="91433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kern="1200" dirty="0" smtClean="0">
          <a:solidFill>
            <a:schemeClr val="bg1"/>
          </a:solidFill>
          <a:latin typeface="+mn-lt"/>
          <a:ea typeface="+mn-ea"/>
          <a:cs typeface="+mn-cs"/>
        </a:defRPr>
      </a:lvl4pPr>
      <a:lvl5pPr marL="2057246" indent="-228582" algn="l" defTabSz="91433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kern="1200" dirty="0">
          <a:solidFill>
            <a:schemeClr val="bg1"/>
          </a:solidFill>
          <a:latin typeface="+mn-lt"/>
          <a:ea typeface="+mn-ea"/>
          <a:cs typeface="+mn-cs"/>
        </a:defRPr>
      </a:lvl5pPr>
      <a:lvl6pPr marL="2514411" indent="-228582" algn="l" defTabSz="91433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2" algn="l" defTabSz="91433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2" algn="l" defTabSz="91433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09" indent="-228582" algn="l" defTabSz="91433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6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3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29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6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orient="horz" pos="85">
          <p15:clr>
            <a:srgbClr val="F26B43"/>
          </p15:clr>
        </p15:guide>
        <p15:guide id="4" orient="horz" pos="480">
          <p15:clr>
            <a:srgbClr val="F26B43"/>
          </p15:clr>
        </p15:guide>
        <p15:guide id="5" orient="horz" pos="705">
          <p15:clr>
            <a:srgbClr val="F26B43"/>
          </p15:clr>
        </p15:guide>
        <p15:guide id="6" orient="horz" pos="3943">
          <p15:clr>
            <a:srgbClr val="F26B43"/>
          </p15:clr>
        </p15:guide>
        <p15:guide id="8" pos="7447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674A964-E617-460A-94A6-E2CA9144DB5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1238" y="2571750"/>
            <a:ext cx="4042988" cy="263534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By </a:t>
            </a:r>
            <a:r>
              <a:rPr lang="en-US" b="1" dirty="0">
                <a:solidFill>
                  <a:schemeClr val="bg1"/>
                </a:solidFill>
              </a:rPr>
              <a:t>Illumina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A0E72750-D516-A950-0CDF-048F0A1819D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1238" y="3533020"/>
            <a:ext cx="1331610" cy="430887"/>
          </a:xfrm>
        </p:spPr>
        <p:txBody>
          <a:bodyPr/>
          <a:lstStyle/>
          <a:p>
            <a:r>
              <a:rPr lang="en-US" dirty="0"/>
              <a:t>12</a:t>
            </a:r>
            <a:r>
              <a:rPr lang="en-US" baseline="30000" dirty="0"/>
              <a:t>th</a:t>
            </a:r>
            <a:r>
              <a:rPr lang="en-US" dirty="0"/>
              <a:t> June 2026</a:t>
            </a:r>
          </a:p>
          <a:p>
            <a:endParaRPr lang="en-US" dirty="0"/>
          </a:p>
          <a:p>
            <a:r>
              <a:rPr lang="en-US" sz="800" dirty="0"/>
              <a:t>TCS Confidential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A92460C-D9DB-8B6E-76FF-8E863D7F7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238" y="1278447"/>
            <a:ext cx="6300794" cy="921056"/>
          </a:xfrm>
        </p:spPr>
        <p:txBody>
          <a:bodyPr/>
          <a:lstStyle/>
          <a:p>
            <a:r>
              <a:rPr lang="en-US" dirty="0"/>
              <a:t>“Lumina” – Context Aware Code Reviewer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572474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7B3CB-718A-F671-5D5E-8A48D3066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Problem Statement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8D5CCE-5A03-79EF-7A0B-8DEFB2396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TCS-CDG confidential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6224F9-0388-384F-1913-5EE880A2D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2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BC1865-044A-F498-0013-DB454681A91B}"/>
              </a:ext>
            </a:extLst>
          </p:cNvPr>
          <p:cNvSpPr txBox="1"/>
          <p:nvPr/>
        </p:nvSpPr>
        <p:spPr>
          <a:xfrm>
            <a:off x="980999" y="1068507"/>
            <a:ext cx="672821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dirty="0"/>
              <a:t>Code reviews are time-consuming and resource-intensive.</a:t>
            </a:r>
          </a:p>
          <a:p>
            <a:endParaRPr lang="en-SG" sz="1600" dirty="0"/>
          </a:p>
          <a:p>
            <a:r>
              <a:rPr lang="en-SG" sz="1600" dirty="0"/>
              <a:t>Review quality varies across developers and teams.</a:t>
            </a:r>
          </a:p>
          <a:p>
            <a:endParaRPr lang="en-SG" sz="1600" dirty="0"/>
          </a:p>
          <a:p>
            <a:r>
              <a:rPr lang="en-SG" sz="1600" dirty="0"/>
              <a:t>Static analysis tools provide generic, context-limited feedback.</a:t>
            </a:r>
          </a:p>
          <a:p>
            <a:endParaRPr lang="en-SG" sz="1600" dirty="0"/>
          </a:p>
          <a:p>
            <a:r>
              <a:rPr lang="en-SG" sz="1600" dirty="0"/>
              <a:t>Project-specific standards and architectural guidelines are often overlooked.</a:t>
            </a:r>
          </a:p>
          <a:p>
            <a:endParaRPr lang="en-SG" sz="1600" dirty="0"/>
          </a:p>
          <a:p>
            <a:r>
              <a:rPr lang="en-SG" sz="1600" dirty="0"/>
              <a:t>Developers need intelligent, repository-aware review assistance.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737DB0-97E8-4F7F-6B7D-EE89037393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677" y="941274"/>
            <a:ext cx="429322" cy="42932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B19317A-0375-BB50-1E52-A0DA271ED1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677" y="1441451"/>
            <a:ext cx="429322" cy="42932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B822CC6-55D5-1A37-355E-18923C7620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243" y="1947155"/>
            <a:ext cx="429322" cy="42932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CC0C4FA-40B6-5811-24EC-1B551B5B77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243" y="2447332"/>
            <a:ext cx="429322" cy="42932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A6ECB14-2021-95F8-E2AF-F00D2E0FD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243" y="2947509"/>
            <a:ext cx="429322" cy="429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131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650AE-A51D-274F-7257-59CAF4C10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9E39E-D652-7300-D2EE-8F279A56B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Approach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FD58AA-7637-D3F0-0FD8-60AA5958E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TCS-CDG confidential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9E6BD6-F15C-0FE9-C5DF-299A91F3D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3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653B54-7720-54A4-0088-CA34626BA953}"/>
              </a:ext>
            </a:extLst>
          </p:cNvPr>
          <p:cNvSpPr txBox="1"/>
          <p:nvPr/>
        </p:nvSpPr>
        <p:spPr>
          <a:xfrm>
            <a:off x="192994" y="565247"/>
            <a:ext cx="812583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 dirty="0"/>
              <a:t>A repository-aware AI code review platform that combines knowledge ingestion, conversational code reviews, and personalized developer insights in a single solution</a:t>
            </a:r>
          </a:p>
          <a:p>
            <a:endParaRPr lang="en-SG" sz="1600" dirty="0"/>
          </a:p>
          <a:p>
            <a:r>
              <a:rPr lang="en-SG" sz="1600" dirty="0"/>
              <a:t>	Context Creation – Ingests code repositories, documentation, standards, and requirements 	to build a searchable knowledge base.</a:t>
            </a:r>
          </a:p>
          <a:p>
            <a:endParaRPr lang="en-SG" sz="1600" dirty="0"/>
          </a:p>
          <a:p>
            <a:r>
              <a:rPr lang="en-SG" sz="1600" dirty="0"/>
              <a:t>	Conversational Code Review – Enables developers to submit code snippets and receive 	contextual AI-generated review comments through a chat interface.</a:t>
            </a:r>
          </a:p>
          <a:p>
            <a:endParaRPr lang="en-SG" sz="1600" dirty="0"/>
          </a:p>
          <a:p>
            <a:r>
              <a:rPr lang="en-SG" sz="1600" dirty="0"/>
              <a:t>	User Dashboard – Tracks review activity, preferences, conversation history, and review 	insights through a centralized dashboard.</a:t>
            </a:r>
            <a:br>
              <a:rPr lang="en-SG" sz="1600" dirty="0"/>
            </a:br>
            <a:endParaRPr lang="en-SG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A9F6413-259B-BEC8-2EB2-273C4B8BAA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609" y="1364386"/>
            <a:ext cx="457200" cy="457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E4DD1A1-B081-C124-4D96-9A510A0388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609" y="2099710"/>
            <a:ext cx="457200" cy="4572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167CB38-38F3-E844-CB01-44C0ADA594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609" y="2813100"/>
            <a:ext cx="457200" cy="4572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63561E2-7805-E011-72A2-CD25DE849F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9953" y="3101172"/>
            <a:ext cx="3128872" cy="1781951"/>
          </a:xfrm>
          <a:prstGeom prst="rect">
            <a:avLst/>
          </a:prstGeom>
          <a:effectLst>
            <a:glow rad="139700">
              <a:schemeClr val="bg2">
                <a:lumMod val="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86438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D3272-F4A6-DDF5-08E3-8519980A6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0D23E-3DD7-09E4-7B65-E1455D95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Data Consideration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E83171-021C-3641-65DD-DA228513C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TCS-CDG confidential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30E5FA-2529-4462-0567-00F688EDE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4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9959C6-6EC6-B533-F0B3-79E15AD88685}"/>
              </a:ext>
            </a:extLst>
          </p:cNvPr>
          <p:cNvSpPr txBox="1"/>
          <p:nvPr/>
        </p:nvSpPr>
        <p:spPr>
          <a:xfrm>
            <a:off x="970859" y="949562"/>
            <a:ext cx="6310183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dirty="0"/>
              <a:t>Source code repository and application codebase</a:t>
            </a:r>
          </a:p>
          <a:p>
            <a:endParaRPr lang="en-SG" sz="1600" dirty="0"/>
          </a:p>
          <a:p>
            <a:r>
              <a:rPr lang="en-SG" sz="1600" dirty="0"/>
              <a:t>Project documentation and architectural guidelines</a:t>
            </a:r>
          </a:p>
          <a:p>
            <a:endParaRPr lang="en-SG" sz="1600" dirty="0"/>
          </a:p>
          <a:p>
            <a:r>
              <a:rPr lang="en-SG" sz="1600" dirty="0"/>
              <a:t>Coding standards and best practices (Confluence)</a:t>
            </a:r>
          </a:p>
          <a:p>
            <a:endParaRPr lang="en-SG" sz="1600" dirty="0"/>
          </a:p>
          <a:p>
            <a:r>
              <a:rPr lang="en-SG" sz="1600" dirty="0"/>
              <a:t>SonarQube quality reports and findings</a:t>
            </a:r>
          </a:p>
          <a:p>
            <a:endParaRPr lang="en-SG" sz="1600" dirty="0"/>
          </a:p>
          <a:p>
            <a:r>
              <a:rPr lang="en-SG" sz="1600" dirty="0"/>
              <a:t>OWASP security guidelines and vulnerability patterns</a:t>
            </a:r>
          </a:p>
          <a:p>
            <a:endParaRPr lang="en-SG" sz="1600" dirty="0"/>
          </a:p>
          <a:p>
            <a:r>
              <a:rPr lang="en-SG" sz="1600" dirty="0"/>
              <a:t>Business requirements and user stories (JIRA)</a:t>
            </a:r>
          </a:p>
          <a:p>
            <a:endParaRPr lang="en-SG" sz="1600" dirty="0"/>
          </a:p>
          <a:p>
            <a:r>
              <a:rPr lang="en-SG" sz="1600" dirty="0"/>
              <a:t>Historical implementation patterns and design decisions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1E76988-558B-29DF-54F2-431834B9DA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420" y="1009291"/>
            <a:ext cx="340112" cy="34011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C1E63AA-A14B-9400-3FAD-1E9CEDC234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420" y="1498886"/>
            <a:ext cx="340112" cy="34011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D0D2425-492F-A524-7963-BB91D66124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420" y="1988481"/>
            <a:ext cx="340112" cy="34011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CE00E8B-D0AE-CE77-7027-58D056CB7E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420" y="2430502"/>
            <a:ext cx="340112" cy="34011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CEC8972-FD43-DF07-5979-E12044EC11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420" y="2920097"/>
            <a:ext cx="340112" cy="34011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6923B38-AFFD-B396-7FD5-6554601655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420" y="3409692"/>
            <a:ext cx="340112" cy="34011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C26B503-D972-9B73-366C-DAC3242890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420" y="3902659"/>
            <a:ext cx="340112" cy="340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670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116B2-AC1E-8B41-97D0-A7F5514F0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994" y="107917"/>
            <a:ext cx="7886195" cy="553027"/>
          </a:xfrm>
        </p:spPr>
        <p:txBody>
          <a:bodyPr anchor="t"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Technical Architecture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DF54FED-7A9F-5A76-B863-CDD6A885CD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904" y="448527"/>
            <a:ext cx="5738648" cy="4519186"/>
          </a:xfrm>
          <a:prstGeom prst="rect">
            <a:avLst/>
          </a:prstGeom>
          <a:noFill/>
        </p:spPr>
      </p:pic>
      <p:sp>
        <p:nvSpPr>
          <p:cNvPr id="19" name="Footer Placeholder 2">
            <a:extLst>
              <a:ext uri="{FF2B5EF4-FFF2-40B4-BE49-F238E27FC236}">
                <a16:creationId xmlns:a16="http://schemas.microsoft.com/office/drawing/2014/main" id="{16383484-1B02-0F28-CE93-0992FE3E1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81524" y="4942596"/>
            <a:ext cx="1876425" cy="127170"/>
          </a:xfrm>
        </p:spPr>
        <p:txBody>
          <a:bodyPr/>
          <a:lstStyle/>
          <a:p>
            <a:r>
              <a:rPr lang="en-US" dirty="0"/>
              <a:t>TCS-CDG confidential</a:t>
            </a:r>
            <a:endParaRPr lang="en-IN" dirty="0"/>
          </a:p>
        </p:txBody>
      </p:sp>
      <p:sp>
        <p:nvSpPr>
          <p:cNvPr id="20" name="Slide Number Placeholder 3">
            <a:extLst>
              <a:ext uri="{FF2B5EF4-FFF2-40B4-BE49-F238E27FC236}">
                <a16:creationId xmlns:a16="http://schemas.microsoft.com/office/drawing/2014/main" id="{8E494414-09D0-D008-55DE-28F1EA28D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99348" y="4942596"/>
            <a:ext cx="300588" cy="127170"/>
          </a:xfrm>
        </p:spPr>
        <p:txBody>
          <a:bodyPr/>
          <a:lstStyle/>
          <a:p>
            <a:fld id="{662A0901-ACEF-4BE9-9C8C-C119B421173E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7315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F619E-83C2-B3FF-687D-F1745D49F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chemeClr val="tx1"/>
                </a:solidFill>
              </a:rPr>
              <a:t>Context Creation Workflow</a:t>
            </a:r>
            <a:endParaRPr lang="en-SG" b="1" dirty="0">
              <a:solidFill>
                <a:schemeClr val="tx1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03D781-2F6B-DEB4-91D0-1D3E360FB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TCS-CDG confidential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B1F0E4-18F8-BA78-98C0-3A80D25FA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6</a:t>
            </a:fld>
            <a:endParaRPr lang="en-IN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3B6BBFD9-B9E4-D5C2-652A-8178FE9577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00671233"/>
              </p:ext>
            </p:extLst>
          </p:nvPr>
        </p:nvGraphicFramePr>
        <p:xfrm>
          <a:off x="283309" y="1861408"/>
          <a:ext cx="8633254" cy="17381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DE364D1F-2A12-6E47-8067-185D07FFCC9B}"/>
              </a:ext>
            </a:extLst>
          </p:cNvPr>
          <p:cNvSpPr txBox="1"/>
          <p:nvPr/>
        </p:nvSpPr>
        <p:spPr>
          <a:xfrm>
            <a:off x="665356" y="3117319"/>
            <a:ext cx="955288" cy="595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dirty="0"/>
              <a:t>Codebase, </a:t>
            </a:r>
          </a:p>
          <a:p>
            <a:r>
              <a:rPr lang="en-SG" dirty="0"/>
              <a:t>Confluence Ref, </a:t>
            </a:r>
          </a:p>
          <a:p>
            <a:r>
              <a:rPr lang="en-SG" dirty="0"/>
              <a:t>Standards, </a:t>
            </a:r>
          </a:p>
          <a:p>
            <a:r>
              <a:rPr lang="en-SG" dirty="0"/>
              <a:t>JIRA Story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8B381C-8FAE-E63D-F657-097B8D4E1A99}"/>
              </a:ext>
            </a:extLst>
          </p:cNvPr>
          <p:cNvSpPr txBox="1"/>
          <p:nvPr/>
        </p:nvSpPr>
        <p:spPr>
          <a:xfrm>
            <a:off x="2416098" y="3117319"/>
            <a:ext cx="955288" cy="344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dirty="0"/>
              <a:t>Extract Structured</a:t>
            </a:r>
            <a:br>
              <a:rPr lang="en-SG" dirty="0"/>
            </a:br>
            <a:r>
              <a:rPr lang="en-SG" dirty="0"/>
              <a:t>Content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6EFD40-A4D4-B7D9-1796-15D3C38C35BA}"/>
              </a:ext>
            </a:extLst>
          </p:cNvPr>
          <p:cNvSpPr txBox="1"/>
          <p:nvPr/>
        </p:nvSpPr>
        <p:spPr>
          <a:xfrm>
            <a:off x="3915588" y="3117319"/>
            <a:ext cx="955288" cy="469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dirty="0"/>
              <a:t>Apply appropriate Chunking Techniques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80E91C-6B7B-634D-4A16-B454E298D1A4}"/>
              </a:ext>
            </a:extLst>
          </p:cNvPr>
          <p:cNvSpPr txBox="1"/>
          <p:nvPr/>
        </p:nvSpPr>
        <p:spPr>
          <a:xfrm>
            <a:off x="5744390" y="3117318"/>
            <a:ext cx="955288" cy="344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dirty="0"/>
              <a:t>Vectorize each Chunk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1ACB9F-B949-57AB-29A7-9620B6D0A9EA}"/>
              </a:ext>
            </a:extLst>
          </p:cNvPr>
          <p:cNvSpPr txBox="1"/>
          <p:nvPr/>
        </p:nvSpPr>
        <p:spPr>
          <a:xfrm>
            <a:off x="7330476" y="3117317"/>
            <a:ext cx="955288" cy="344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dirty="0"/>
              <a:t>Store the Vectorized Chunk</a:t>
            </a:r>
          </a:p>
        </p:txBody>
      </p:sp>
    </p:spTree>
    <p:extLst>
      <p:ext uri="{BB962C8B-B14F-4D97-AF65-F5344CB8AC3E}">
        <p14:creationId xmlns:p14="http://schemas.microsoft.com/office/powerpoint/2010/main" val="27781404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B8551-C105-D9CD-2A9D-477070635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94C53-B1F7-8751-8EEF-073C8FFB2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chemeClr val="tx1"/>
                </a:solidFill>
              </a:rPr>
              <a:t>Code Review Workflow</a:t>
            </a:r>
            <a:endParaRPr lang="en-SG" b="1" dirty="0">
              <a:solidFill>
                <a:schemeClr val="tx1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1B845F-060D-C39D-070D-2F12465AE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TCS-CDG confidential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DE1300-29CC-13AA-E6A1-3EA6EB120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7</a:t>
            </a:fld>
            <a:endParaRPr lang="en-IN"/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33F69AA5-3E90-E1A4-B7A6-C2171F15ADB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1467438"/>
              </p:ext>
            </p:extLst>
          </p:nvPr>
        </p:nvGraphicFramePr>
        <p:xfrm>
          <a:off x="255373" y="1861408"/>
          <a:ext cx="8633254" cy="17381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58627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C0C8C-D197-13DF-0068-AA1FD27D3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3F7DC-F848-136B-F51F-4298EC411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chemeClr val="tx1"/>
                </a:solidFill>
              </a:rPr>
              <a:t>Key AI Concepts Used</a:t>
            </a:r>
            <a:endParaRPr lang="en-SG" b="1" dirty="0">
              <a:solidFill>
                <a:schemeClr val="tx1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B693B1-6D3A-3230-6A87-ED90EDD27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TCS-CDG confidential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5311E6-2293-447F-BA24-141D51DF6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8</a:t>
            </a:fld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7935C3F-7EE3-AF42-8E9D-400AAAC429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6195" y="3461820"/>
            <a:ext cx="401406" cy="40140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39A050A-E008-8991-F3AD-B81C028F01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1102" y="1531530"/>
            <a:ext cx="401406" cy="40140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5BDBA6C-6274-7C7E-D3B7-223DA28F00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6195" y="2810956"/>
            <a:ext cx="401406" cy="40140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333BE45-E752-A0A3-781B-03F5176E83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951" y="2160092"/>
            <a:ext cx="401406" cy="40140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D798C7F-135E-6964-0C75-CD3E4345FD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1102" y="902968"/>
            <a:ext cx="401406" cy="40140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B2A2F49-B2C5-BF22-9A17-2112A3B2341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6195" y="4045778"/>
            <a:ext cx="401406" cy="401406"/>
          </a:xfrm>
          <a:prstGeom prst="rect">
            <a:avLst/>
          </a:prstGeom>
        </p:spPr>
      </p:pic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7B185244-94C8-BECE-1DB4-3BF30AFA56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7325528"/>
              </p:ext>
            </p:extLst>
          </p:nvPr>
        </p:nvGraphicFramePr>
        <p:xfrm>
          <a:off x="1561113" y="915098"/>
          <a:ext cx="4772724" cy="3726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2363">
                  <a:extLst>
                    <a:ext uri="{9D8B030D-6E8A-4147-A177-3AD203B41FA5}">
                      <a16:colId xmlns:a16="http://schemas.microsoft.com/office/drawing/2014/main" val="947517594"/>
                    </a:ext>
                  </a:extLst>
                </a:gridCol>
                <a:gridCol w="3910361">
                  <a:extLst>
                    <a:ext uri="{9D8B030D-6E8A-4147-A177-3AD203B41FA5}">
                      <a16:colId xmlns:a16="http://schemas.microsoft.com/office/drawing/2014/main" val="1994156799"/>
                    </a:ext>
                  </a:extLst>
                </a:gridCol>
              </a:tblGrid>
              <a:tr h="605134">
                <a:tc>
                  <a:txBody>
                    <a:bodyPr/>
                    <a:lstStyle/>
                    <a:p>
                      <a:endParaRPr lang="en-SG" sz="16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SG" sz="16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Retrieval-Augmented Generation (RAG)</a:t>
                      </a:r>
                      <a:br>
                        <a:rPr lang="en-SG" sz="16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Grounds response in contextual knowledge</a:t>
                      </a:r>
                      <a:endParaRPr lang="en-SG" sz="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7010572"/>
                  </a:ext>
                </a:extLst>
              </a:tr>
              <a:tr h="605134">
                <a:tc>
                  <a:txBody>
                    <a:bodyPr/>
                    <a:lstStyle/>
                    <a:p>
                      <a:endParaRPr lang="en-SG" sz="16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SG" sz="16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Embeddings for Semantic Representation</a:t>
                      </a:r>
                      <a:br>
                        <a:rPr lang="en-SG" sz="16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Converts artifacts into vector representation</a:t>
                      </a:r>
                      <a:endParaRPr lang="en-SG" sz="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4874812"/>
                  </a:ext>
                </a:extLst>
              </a:tr>
              <a:tr h="605134">
                <a:tc>
                  <a:txBody>
                    <a:bodyPr/>
                    <a:lstStyle/>
                    <a:p>
                      <a:endParaRPr lang="en-SG" sz="16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6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Semantic Search over Vector Database</a:t>
                      </a:r>
                      <a:br>
                        <a:rPr lang="en-SG" sz="16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Searches by meaning rather than exact keywords. Understand intend and context</a:t>
                      </a:r>
                      <a:endParaRPr lang="en-SG" sz="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SG" sz="16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2136027"/>
                  </a:ext>
                </a:extLst>
              </a:tr>
              <a:tr h="605134">
                <a:tc>
                  <a:txBody>
                    <a:bodyPr/>
                    <a:lstStyle/>
                    <a:p>
                      <a:endParaRPr lang="en-SG" sz="16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SG" sz="16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Natural Language Understanding</a:t>
                      </a:r>
                      <a:br>
                        <a:rPr lang="en-SG" sz="16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Conversational Understanding and Intend recognition</a:t>
                      </a:r>
                      <a:endParaRPr lang="en-SG" sz="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7027347"/>
                  </a:ext>
                </a:extLst>
              </a:tr>
              <a:tr h="605134">
                <a:tc>
                  <a:txBody>
                    <a:bodyPr/>
                    <a:lstStyle/>
                    <a:p>
                      <a:endParaRPr lang="en-SG" sz="16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SG" sz="16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Conversational memory / Context Retention</a:t>
                      </a:r>
                      <a:br>
                        <a:rPr lang="en-SG" sz="16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SG" sz="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Maintains context across interactions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953700"/>
                  </a:ext>
                </a:extLst>
              </a:tr>
              <a:tr h="605134">
                <a:tc>
                  <a:txBody>
                    <a:bodyPr/>
                    <a:lstStyle/>
                    <a:p>
                      <a:endParaRPr lang="en-SG" sz="16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SG" sz="1600" b="0" dirty="0"/>
                        <a:t>AI guardrails for Controlled Outputs</a:t>
                      </a:r>
                      <a:br>
                        <a:rPr lang="en-SG" sz="1600" b="0" dirty="0"/>
                      </a:br>
                      <a:r>
                        <a:rPr lang="en-US" sz="800" b="0" dirty="0"/>
                        <a:t>Real-time output validation and safety filters</a:t>
                      </a:r>
                      <a:endParaRPr lang="en-SG" sz="800" b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23464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81237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D8416-C7A1-8C6A-331A-686ECC64F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>
                <a:solidFill>
                  <a:schemeClr val="tx1"/>
                </a:solidFill>
              </a:rPr>
              <a:t>Benefits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4D7AA9-89F6-9852-63C0-421DDB36D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TCS-CDG confidential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F463AA-9C5C-D618-2EAE-98899F79B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9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DB2CB6-C02C-E539-142D-A18F1C42B9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509" y="928030"/>
            <a:ext cx="354557" cy="3545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4D52ACB-E04D-08C0-0823-B7C48CFDEE90}"/>
              </a:ext>
            </a:extLst>
          </p:cNvPr>
          <p:cNvSpPr txBox="1"/>
          <p:nvPr/>
        </p:nvSpPr>
        <p:spPr>
          <a:xfrm>
            <a:off x="889772" y="842963"/>
            <a:ext cx="748021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dirty="0"/>
              <a:t>Repository-aware AI code reviews powered by RAG.</a:t>
            </a:r>
          </a:p>
          <a:p>
            <a:endParaRPr lang="en-SG" sz="1600" dirty="0"/>
          </a:p>
          <a:p>
            <a:r>
              <a:rPr lang="en-SG" sz="1600" dirty="0"/>
              <a:t>Combines source code, project documentation, coding standards, and business requirements for contextual analysis.</a:t>
            </a:r>
          </a:p>
          <a:p>
            <a:endParaRPr lang="en-SG" sz="1600" dirty="0"/>
          </a:p>
          <a:p>
            <a:r>
              <a:rPr lang="en-SG" sz="1600" dirty="0"/>
              <a:t>Augments reviews with SonarQube quality findings and OWASP security best practices.</a:t>
            </a:r>
          </a:p>
          <a:p>
            <a:endParaRPr lang="en-SG" sz="1600" dirty="0"/>
          </a:p>
          <a:p>
            <a:r>
              <a:rPr lang="en-SG" sz="1600" dirty="0"/>
              <a:t>Generates intelligent, actionable review comments instead of generic rule violations.</a:t>
            </a:r>
          </a:p>
          <a:p>
            <a:endParaRPr lang="en-SG" sz="1600" dirty="0"/>
          </a:p>
          <a:p>
            <a:r>
              <a:rPr lang="en-SG" sz="1600" dirty="0"/>
              <a:t>Promotes consistent code quality, security, and architectural compliance across teams.</a:t>
            </a:r>
          </a:p>
          <a:p>
            <a:endParaRPr lang="en-SG" sz="1600" dirty="0"/>
          </a:p>
          <a:p>
            <a:r>
              <a:rPr lang="en-SG" sz="1600" dirty="0"/>
              <a:t>Reduces dependency on reviewer expertise and accelerates the review process.</a:t>
            </a:r>
          </a:p>
          <a:p>
            <a:endParaRPr lang="en-SG" sz="1600" dirty="0"/>
          </a:p>
          <a:p>
            <a:r>
              <a:rPr lang="en-SG" sz="1600" dirty="0"/>
              <a:t>Captures and reuses organizational knowledge through a Vector Database.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B1A20A3-5C5C-F9D9-EF2F-2D64269018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509" y="1408075"/>
            <a:ext cx="354557" cy="35455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F7CF410-0C1D-2CA0-DFA0-D21CDB3A1B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215" y="2037730"/>
            <a:ext cx="354557" cy="35455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EF99DF1-876A-E583-961B-506CD64510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509" y="2478511"/>
            <a:ext cx="354557" cy="35455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3515EB3-A28A-F7EF-8506-01306C229C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509" y="2988060"/>
            <a:ext cx="354557" cy="35455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9A39EFD-BFD4-3DB0-1610-7996ED2D36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509" y="3467020"/>
            <a:ext cx="354557" cy="35455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A62AD90-23CC-EE9B-7C00-E56FBEC9B1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509" y="3945980"/>
            <a:ext cx="354557" cy="354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9605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980FC-5007-7033-D2EB-4A155CF28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24204-C665-D8C3-35C9-FCC5CC187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chemeClr val="tx1"/>
                </a:solidFill>
              </a:rPr>
              <a:t>Summary</a:t>
            </a:r>
            <a:endParaRPr lang="en-SG" b="1" dirty="0">
              <a:solidFill>
                <a:schemeClr val="tx1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384DB0-9C80-12AF-9F4A-3FAF304B5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TCS-CDG confidential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47A57-7CAA-4724-9DFA-71F5ECA9C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10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2692BF-FC52-4E69-2102-9A010F7696CD}"/>
              </a:ext>
            </a:extLst>
          </p:cNvPr>
          <p:cNvSpPr txBox="1"/>
          <p:nvPr/>
        </p:nvSpPr>
        <p:spPr>
          <a:xfrm>
            <a:off x="260700" y="660944"/>
            <a:ext cx="8603213" cy="39226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SG" sz="1600" b="1" dirty="0"/>
              <a:t>One-stop solution for code quality review</a:t>
            </a:r>
            <a:r>
              <a:rPr lang="en-SG" sz="1600" dirty="0"/>
              <a:t> combining AI review, coding standards, security guidelines, and repository context.</a:t>
            </a:r>
          </a:p>
          <a:p>
            <a:pPr>
              <a:lnSpc>
                <a:spcPct val="150000"/>
              </a:lnSpc>
            </a:pPr>
            <a:endParaRPr lang="en-SG" sz="16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SG" sz="1600" b="1" dirty="0"/>
              <a:t>Continuous learning foundation</a:t>
            </a:r>
            <a:r>
              <a:rPr lang="en-SG" sz="1600" dirty="0"/>
              <a:t> that can be enhanced with new standards, security advisories, and organizational best practices.</a:t>
            </a:r>
          </a:p>
          <a:p>
            <a:pPr>
              <a:lnSpc>
                <a:spcPct val="150000"/>
              </a:lnSpc>
            </a:pPr>
            <a:endParaRPr lang="en-SG" sz="16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SG" sz="1600" b="1" dirty="0"/>
              <a:t>Comprehensive review dashboard</a:t>
            </a:r>
            <a:r>
              <a:rPr lang="en-SG" sz="1600" dirty="0"/>
              <a:t> displaying: Total code reviews performed Number of comments generated, Most common issues and trends</a:t>
            </a:r>
          </a:p>
          <a:p>
            <a:pPr>
              <a:lnSpc>
                <a:spcPct val="150000"/>
              </a:lnSpc>
            </a:pPr>
            <a:endParaRPr lang="en-SG" sz="20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SG" sz="2000" dirty="0"/>
          </a:p>
        </p:txBody>
      </p:sp>
    </p:spTree>
    <p:extLst>
      <p:ext uri="{BB962C8B-B14F-4D97-AF65-F5344CB8AC3E}">
        <p14:creationId xmlns:p14="http://schemas.microsoft.com/office/powerpoint/2010/main" val="4078810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DF30F-1779-42AB-E483-1EB9FF816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CA0FCEA-C4BA-832A-5663-897741DE0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" y="643990"/>
            <a:ext cx="8572500" cy="4351756"/>
          </a:xfrm>
        </p:spPr>
        <p:txBody>
          <a:bodyPr/>
          <a:lstStyle/>
          <a:p>
            <a:pPr algn="ctr"/>
            <a:r>
              <a:rPr lang="en-US" dirty="0"/>
              <a:t>“</a:t>
            </a:r>
            <a:r>
              <a:rPr lang="en-US" b="1" dirty="0">
                <a:solidFill>
                  <a:schemeClr val="bg1"/>
                </a:solidFill>
              </a:rPr>
              <a:t>Illumina</a:t>
            </a:r>
            <a:r>
              <a:rPr lang="en-US" dirty="0"/>
              <a:t>”</a:t>
            </a:r>
            <a:br>
              <a:rPr lang="en-US" dirty="0"/>
            </a:br>
            <a:br>
              <a:rPr lang="en-US" dirty="0"/>
            </a:br>
            <a:r>
              <a:rPr lang="en-SG" dirty="0">
                <a:solidFill>
                  <a:schemeClr val="bg1"/>
                </a:solidFill>
              </a:rPr>
              <a:t>Arjun (</a:t>
            </a:r>
            <a:r>
              <a:rPr lang="en-US" dirty="0">
                <a:solidFill>
                  <a:schemeClr val="bg1"/>
                </a:solidFill>
              </a:rPr>
              <a:t>1357068)</a:t>
            </a:r>
            <a:br>
              <a:rPr lang="en-US" dirty="0"/>
            </a:br>
            <a:r>
              <a:rPr lang="en-GB" dirty="0">
                <a:solidFill>
                  <a:schemeClr val="bg1"/>
                </a:solidFill>
              </a:rPr>
              <a:t>Bobbin (</a:t>
            </a:r>
            <a:r>
              <a:rPr lang="en-US" dirty="0">
                <a:solidFill>
                  <a:schemeClr val="bg1"/>
                </a:solidFill>
              </a:rPr>
              <a:t>1357066)</a:t>
            </a:r>
            <a:br>
              <a:rPr lang="en-SG" dirty="0">
                <a:solidFill>
                  <a:schemeClr val="bg1"/>
                </a:solidFill>
              </a:rPr>
            </a:br>
            <a:r>
              <a:rPr lang="en-SG" dirty="0">
                <a:solidFill>
                  <a:schemeClr val="bg1"/>
                </a:solidFill>
              </a:rPr>
              <a:t>Libin (760753)</a:t>
            </a:r>
            <a:br>
              <a:rPr lang="en-SG" dirty="0">
                <a:solidFill>
                  <a:schemeClr val="bg1"/>
                </a:solidFill>
              </a:rPr>
            </a:br>
            <a:r>
              <a:rPr lang="en-SG" dirty="0">
                <a:solidFill>
                  <a:schemeClr val="bg1"/>
                </a:solidFill>
              </a:rPr>
              <a:t>Shaneesh (</a:t>
            </a:r>
            <a:r>
              <a:rPr lang="en-US" dirty="0">
                <a:solidFill>
                  <a:schemeClr val="bg1"/>
                </a:solidFill>
              </a:rPr>
              <a:t>1651499)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/>
              <a:t>Vivek (1354881)</a:t>
            </a:r>
            <a:br>
              <a:rPr lang="en-SG" dirty="0">
                <a:solidFill>
                  <a:schemeClr val="bg1"/>
                </a:solidFill>
              </a:rPr>
            </a:br>
            <a:br>
              <a:rPr lang="en-SG" dirty="0">
                <a:solidFill>
                  <a:schemeClr val="bg1"/>
                </a:solidFill>
              </a:rPr>
            </a:br>
            <a:r>
              <a:rPr lang="en-SG" sz="1200" dirty="0">
                <a:solidFill>
                  <a:schemeClr val="bg1"/>
                </a:solidFill>
              </a:rPr>
              <a:t>from Singapore Airlines</a:t>
            </a:r>
            <a:br>
              <a:rPr lang="en-SG" sz="1200" dirty="0">
                <a:solidFill>
                  <a:schemeClr val="bg1"/>
                </a:solidFill>
              </a:rPr>
            </a:br>
            <a:br>
              <a:rPr lang="en-SG" sz="1200" dirty="0">
                <a:solidFill>
                  <a:schemeClr val="bg1"/>
                </a:solidFill>
              </a:rPr>
            </a:br>
            <a:br>
              <a:rPr lang="en-SG" sz="1200" dirty="0">
                <a:solidFill>
                  <a:schemeClr val="bg1"/>
                </a:solidFill>
              </a:rPr>
            </a:br>
            <a:br>
              <a:rPr lang="en-SG" sz="1200" dirty="0">
                <a:solidFill>
                  <a:schemeClr val="bg1"/>
                </a:solidFill>
              </a:rPr>
            </a:br>
            <a:br>
              <a:rPr lang="en-SG" sz="1200" dirty="0">
                <a:solidFill>
                  <a:schemeClr val="bg1"/>
                </a:solidFill>
              </a:rPr>
            </a:br>
            <a:br>
              <a:rPr lang="en-SG" sz="1200" dirty="0">
                <a:solidFill>
                  <a:schemeClr val="bg1"/>
                </a:solidFill>
              </a:rPr>
            </a:br>
            <a:r>
              <a:rPr lang="en-US" sz="800" dirty="0"/>
              <a:t>TCS Confidential</a:t>
            </a:r>
            <a:br>
              <a:rPr lang="en-US" dirty="0"/>
            </a:b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42699743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76D4F-8E68-5668-F5AF-560CBEE2F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8DA3EBA2-7B93-BDC4-8BC1-AD47F10F9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" y="643990"/>
            <a:ext cx="8572500" cy="4351756"/>
          </a:xfrm>
        </p:spPr>
        <p:txBody>
          <a:bodyPr/>
          <a:lstStyle/>
          <a:p>
            <a:pPr algn="ctr"/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SG" dirty="0">
                <a:solidFill>
                  <a:schemeClr val="bg1"/>
                </a:solidFill>
              </a:rPr>
            </a:br>
            <a:br>
              <a:rPr lang="en-SG" dirty="0">
                <a:solidFill>
                  <a:schemeClr val="bg1"/>
                </a:solidFill>
              </a:rPr>
            </a:br>
            <a:r>
              <a:rPr lang="en-SG" dirty="0">
                <a:solidFill>
                  <a:schemeClr val="bg1"/>
                </a:solidFill>
              </a:rPr>
              <a:t>Thank You </a:t>
            </a:r>
            <a:r>
              <a:rPr lang="en-SG" dirty="0">
                <a:solidFill>
                  <a:schemeClr val="bg1"/>
                </a:solidFill>
                <a:sym typeface="Wingdings" panose="05000000000000000000" pitchFamily="2" charset="2"/>
              </a:rPr>
              <a:t></a:t>
            </a:r>
            <a:br>
              <a:rPr lang="en-SG" dirty="0">
                <a:solidFill>
                  <a:schemeClr val="bg1"/>
                </a:solidFill>
              </a:rPr>
            </a:br>
            <a:br>
              <a:rPr lang="en-SG" dirty="0">
                <a:solidFill>
                  <a:schemeClr val="bg1"/>
                </a:solidFill>
              </a:rPr>
            </a:br>
            <a:br>
              <a:rPr lang="en-SG" dirty="0">
                <a:solidFill>
                  <a:schemeClr val="bg1"/>
                </a:solidFill>
              </a:rPr>
            </a:br>
            <a:br>
              <a:rPr lang="en-SG" sz="1200" dirty="0">
                <a:solidFill>
                  <a:schemeClr val="bg1"/>
                </a:solidFill>
              </a:rPr>
            </a:br>
            <a:br>
              <a:rPr lang="en-SG" sz="1200" dirty="0">
                <a:solidFill>
                  <a:schemeClr val="bg1"/>
                </a:solidFill>
              </a:rPr>
            </a:br>
            <a:br>
              <a:rPr lang="en-SG" sz="1200" dirty="0">
                <a:solidFill>
                  <a:schemeClr val="bg1"/>
                </a:solidFill>
              </a:rPr>
            </a:br>
            <a:br>
              <a:rPr lang="en-SG" sz="1200" dirty="0">
                <a:solidFill>
                  <a:schemeClr val="bg1"/>
                </a:solidFill>
              </a:rPr>
            </a:br>
            <a:br>
              <a:rPr lang="en-SG" sz="1200" dirty="0">
                <a:solidFill>
                  <a:schemeClr val="bg1"/>
                </a:solidFill>
              </a:rPr>
            </a:br>
            <a:br>
              <a:rPr lang="en-SG" sz="1200" dirty="0">
                <a:solidFill>
                  <a:schemeClr val="bg1"/>
                </a:solidFill>
              </a:rPr>
            </a:br>
            <a:r>
              <a:rPr lang="en-US" sz="800" dirty="0"/>
              <a:t>TCS Confidential</a:t>
            </a:r>
            <a:br>
              <a:rPr lang="en-US" dirty="0"/>
            </a:b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9507453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07F06-5697-6F15-1F04-D64315096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76A75-EBD5-8444-747A-20A98F519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User Input Page</a:t>
            </a:r>
            <a:endParaRPr lang="en-SG" b="1" dirty="0">
              <a:solidFill>
                <a:schemeClr val="tx1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D02F60-89AC-1B9A-776E-18D2C81F2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TCS-CDG confidential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6344DD-8EB1-344E-9E8B-7A65E3130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13</a:t>
            </a:fld>
            <a:endParaRPr lang="en-IN"/>
          </a:p>
        </p:txBody>
      </p:sp>
      <p:pic>
        <p:nvPicPr>
          <p:cNvPr id="6" name="Picture 5" descr="A screenshot of a chat&#10;&#10;AI-generated content may be incorrect.">
            <a:extLst>
              <a:ext uri="{FF2B5EF4-FFF2-40B4-BE49-F238E27FC236}">
                <a16:creationId xmlns:a16="http://schemas.microsoft.com/office/drawing/2014/main" id="{1506F652-007A-0C99-A56A-46FA9686C7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496" y="731269"/>
            <a:ext cx="7710292" cy="3818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7739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4C318-AE81-861D-E8CE-AD6FD3705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138D5-C806-3272-065A-B482E33D8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Code Review Generation</a:t>
            </a:r>
            <a:endParaRPr lang="en-SG" b="1" dirty="0">
              <a:solidFill>
                <a:schemeClr val="tx1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F18A7A-4B23-27C2-A5CE-42BB91D9D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TCS-CDG confidential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D12F81-3F03-E7E8-F9B1-559FCB1A5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14</a:t>
            </a:fld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FE29FE1-5D3A-B7ED-0534-4831A2AE6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888" y="863396"/>
            <a:ext cx="8443271" cy="338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8202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449F9-A833-005C-1BE0-7881EB992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613BF-453B-B995-D469-A8A8D7969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User Dashboard</a:t>
            </a:r>
            <a:endParaRPr lang="en-SG" b="1" dirty="0">
              <a:solidFill>
                <a:schemeClr val="tx1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B1C5E3-9537-EB7D-B7E6-414378A13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TCS-CDG confidential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CC8E60-AB8B-A86A-EBF4-24CE8419F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15</a:t>
            </a:fld>
            <a:endParaRPr lang="en-IN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FF5DE1D-9CC6-6EF7-8F7C-B9910D023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460" y="665163"/>
            <a:ext cx="7709729" cy="3891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1641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2EA43-7B3C-2BB9-DCDE-3EB7BDA43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6AB5A-168F-75EE-8065-D981DE85E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User Preference</a:t>
            </a:r>
            <a:endParaRPr lang="en-SG" b="1" dirty="0">
              <a:solidFill>
                <a:schemeClr val="tx1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96B216-222F-65AF-DBC7-FE315F015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TCS-CDG confidential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247801-2481-A0BA-A7DB-FBD10D79C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16</a:t>
            </a:fld>
            <a:endParaRPr lang="en-IN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7682B1B-22F3-8788-DFFF-06111BE421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420" y="709115"/>
            <a:ext cx="7886195" cy="3882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838069"/>
      </p:ext>
    </p:extLst>
  </p:cSld>
  <p:clrMapOvr>
    <a:masterClrMapping/>
  </p:clrMapOvr>
</p:sld>
</file>

<file path=ppt/theme/theme1.xml><?xml version="1.0" encoding="utf-8"?>
<a:theme xmlns:a="http://schemas.openxmlformats.org/drawingml/2006/main" name="Content Slide_White">
  <a:themeElements>
    <a:clrScheme name="TCS Theme Color 2024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54B948"/>
      </a:accent2>
      <a:accent3>
        <a:srgbClr val="FBB034"/>
      </a:accent3>
      <a:accent4>
        <a:srgbClr val="EF4135"/>
      </a:accent4>
      <a:accent5>
        <a:srgbClr val="F15A29"/>
      </a:accent5>
      <a:accent6>
        <a:srgbClr val="595959"/>
      </a:accent6>
      <a:hlink>
        <a:srgbClr val="0070C0"/>
      </a:hlink>
      <a:folHlink>
        <a:srgbClr val="F0B34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 name="White">
      <a:srgbClr val="FFFFFF"/>
    </a:custClr>
    <a:custClr name="Black">
      <a:srgbClr val="000000"/>
    </a:custClr>
    <a:custClr name="Darker 2">
      <a:srgbClr val="2F4F76"/>
    </a:custClr>
    <a:custClr name="Darker 1">
      <a:srgbClr val="3E6A9D"/>
    </a:custClr>
    <a:custClr name="TCS Blue">
      <a:srgbClr val="4E84C4"/>
    </a:custClr>
    <a:custClr name="Lighter 1">
      <a:srgbClr val="719DD0"/>
    </a:custClr>
    <a:custClr name="Lighter 2">
      <a:srgbClr val="95B5DC"/>
    </a:custClr>
    <a:custClr name="Darker 2">
      <a:srgbClr val="326F2B"/>
    </a:custClr>
    <a:custClr name="Darker 1">
      <a:srgbClr val="43943A"/>
    </a:custClr>
    <a:custClr name="TCS Green">
      <a:srgbClr val="54B948"/>
    </a:custClr>
    <a:custClr name="Lighter 1">
      <a:srgbClr val="76C76D"/>
    </a:custClr>
    <a:custClr name="Lighter 2">
      <a:srgbClr val="98D591"/>
    </a:custClr>
    <a:custClr name="Darker 2">
      <a:srgbClr val="976A1A"/>
    </a:custClr>
    <a:custClr name="Darker 1">
      <a:srgbClr val="C98D2A"/>
    </a:custClr>
    <a:custClr name="TCS Yellow">
      <a:srgbClr val="FBB034"/>
    </a:custClr>
    <a:custClr name="Lighter 1">
      <a:srgbClr val="FCC05D"/>
    </a:custClr>
    <a:custClr name="Lighter 2">
      <a:srgbClr val="FDD085"/>
    </a:custClr>
    <a:custClr name="Darker 2">
      <a:srgbClr val="8F2720"/>
    </a:custClr>
    <a:custClr name="Darker 1">
      <a:srgbClr val="BF342A"/>
    </a:custClr>
    <a:custClr name="TCS Red">
      <a:srgbClr val="EF4135"/>
    </a:custClr>
    <a:custClr name="Lighter 1">
      <a:srgbClr val="F2675D"/>
    </a:custClr>
    <a:custClr name="Lighter 2">
      <a:srgbClr val="F58D86"/>
    </a:custClr>
    <a:custClr name="Darker 2">
      <a:srgbClr val="913619"/>
    </a:custClr>
    <a:custClr name="Darker 1">
      <a:srgbClr val="C14821"/>
    </a:custClr>
    <a:custClr name="TCS Orange">
      <a:srgbClr val="F15A29"/>
    </a:custClr>
    <a:custClr name="Lighter 1">
      <a:srgbClr val="F47B54"/>
    </a:custClr>
    <a:custClr name="Lighter 2">
      <a:srgbClr val="F79C7F"/>
    </a:custClr>
  </a:custClrLst>
  <a:extLst>
    <a:ext uri="{05A4C25C-085E-4340-85A3-A5531E510DB2}">
      <thm15:themeFamily xmlns:thm15="http://schemas.microsoft.com/office/thememl/2012/main" name="TCS_Company_Presentation_Template_Standard_16X9 2025" id="{4BAEE98A-CFE3-44DD-926E-3AB03471F7EE}" vid="{A7616F4E-4E3E-45F0-806C-A41E574CA80D}"/>
    </a:ext>
  </a:extLst>
</a:theme>
</file>

<file path=ppt/theme/theme2.xml><?xml version="1.0" encoding="utf-8"?>
<a:theme xmlns:a="http://schemas.openxmlformats.org/drawingml/2006/main" name="1_Title Slide_Black Blue_without imag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 name="White">
      <a:srgbClr val="FFFFFF"/>
    </a:custClr>
    <a:custClr name="Black">
      <a:srgbClr val="000000"/>
    </a:custClr>
    <a:custClr name="Darker 2">
      <a:srgbClr val="2F4F76"/>
    </a:custClr>
    <a:custClr name="Darker 1">
      <a:srgbClr val="3E6A9D"/>
    </a:custClr>
    <a:custClr name="TCS Blue">
      <a:srgbClr val="4E84C4"/>
    </a:custClr>
    <a:custClr name="Lighter 1">
      <a:srgbClr val="719DD0"/>
    </a:custClr>
    <a:custClr name="Lighter 2">
      <a:srgbClr val="95B5DC"/>
    </a:custClr>
    <a:custClr name="Darker 2">
      <a:srgbClr val="326F2B"/>
    </a:custClr>
    <a:custClr name="Darker 1">
      <a:srgbClr val="43943A"/>
    </a:custClr>
    <a:custClr name="TCS Green">
      <a:srgbClr val="54B948"/>
    </a:custClr>
    <a:custClr name="Darker 2">
      <a:srgbClr val="976A1A"/>
    </a:custClr>
    <a:custClr name="Darker 1">
      <a:srgbClr val="C98D2A"/>
    </a:custClr>
    <a:custClr name="TCS Yellow">
      <a:srgbClr val="FBB034"/>
    </a:custClr>
    <a:custClr name="Lighter 1">
      <a:srgbClr val="FCC05D"/>
    </a:custClr>
    <a:custClr name="Lighter 2">
      <a:srgbClr val="FDD085"/>
    </a:custClr>
    <a:custClr name="Darker 2">
      <a:srgbClr val="8F2720"/>
    </a:custClr>
    <a:custClr name="Darker 1">
      <a:srgbClr val="BF342A"/>
    </a:custClr>
    <a:custClr name="TCS Red">
      <a:srgbClr val="EF4135"/>
    </a:custClr>
    <a:custClr name="Lighter 1">
      <a:srgbClr val="F2675D"/>
    </a:custClr>
    <a:custClr name="Lighter 2">
      <a:srgbClr val="F58D86"/>
    </a:custClr>
    <a:custClr name="Darker 2">
      <a:srgbClr val="913619"/>
    </a:custClr>
    <a:custClr name="Darker 1">
      <a:srgbClr val="C14821"/>
    </a:custClr>
    <a:custClr name="TCS Orange">
      <a:srgbClr val="F15A29"/>
    </a:custClr>
    <a:custClr name="Lighter 1">
      <a:srgbClr val="F47B54"/>
    </a:custClr>
    <a:custClr name="Lighter 2">
      <a:srgbClr val="F79C7F"/>
    </a:custClr>
  </a:custClrLst>
  <a:extLst>
    <a:ext uri="{05A4C25C-085E-4340-85A3-A5531E510DB2}">
      <thm15:themeFamily xmlns:thm15="http://schemas.microsoft.com/office/thememl/2012/main" name="TCS_Company_Presentation_Template_Standard_16X9 2025" id="{4BAEE98A-CFE3-44DD-926E-3AB03471F7EE}" vid="{ABBCBA75-42CC-40E0-BDD4-89040CC0F4D4}"/>
    </a:ext>
  </a:extLst>
</a:theme>
</file>

<file path=ppt/theme/theme3.xml><?xml version="1.0" encoding="utf-8"?>
<a:theme xmlns:a="http://schemas.openxmlformats.org/drawingml/2006/main" name="Content Slide_Black">
  <a:themeElements>
    <a:clrScheme name="TCS Theme Color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6DB657"/>
      </a:accent2>
      <a:accent3>
        <a:srgbClr val="F0B34F"/>
      </a:accent3>
      <a:accent4>
        <a:srgbClr val="DD5041"/>
      </a:accent4>
      <a:accent5>
        <a:srgbClr val="DF653A"/>
      </a:accent5>
      <a:accent6>
        <a:srgbClr val="FFEB33"/>
      </a:accent6>
      <a:hlink>
        <a:srgbClr val="0070C0"/>
      </a:hlink>
      <a:folHlink>
        <a:srgbClr val="F0B34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4E84C4"/>
        </a:solidFill>
        <a:ln>
          <a:noFill/>
        </a:ln>
      </a:spPr>
      <a:bodyPr rtlCol="0" anchor="ctr"/>
      <a:lstStyle>
        <a:defPPr algn="ctr">
          <a:defRPr sz="16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4E84C4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 anchor="ctr" anchorCtr="0">
        <a:noAutofit/>
      </a:bodyPr>
      <a:lstStyle>
        <a:defPPr algn="ctr">
          <a:defRPr sz="1600">
            <a:solidFill>
              <a:schemeClr val="tx1"/>
            </a:solidFill>
          </a:defRPr>
        </a:defPPr>
      </a:lstStyle>
    </a:txDef>
  </a:objectDefaults>
  <a:extraClrSchemeLst/>
  <a:custClrLst>
    <a:custClr name="White">
      <a:srgbClr val="FFFFFF"/>
    </a:custClr>
    <a:custClr name="Black">
      <a:srgbClr val="000000"/>
    </a:custClr>
    <a:custClr name="TCS Blue">
      <a:srgbClr val="4E84C4"/>
    </a:custClr>
    <a:custClr name="TCS Green">
      <a:srgbClr val="6DB657"/>
    </a:custClr>
    <a:custClr name="TCS Yellow">
      <a:srgbClr val="F0B34F"/>
    </a:custClr>
    <a:custClr name="TCS Red">
      <a:srgbClr val="DD5041"/>
    </a:custClr>
    <a:custClr name="TCS Orange">
      <a:srgbClr val="DF653A"/>
    </a:custClr>
  </a:custClrLst>
  <a:extLst>
    <a:ext uri="{05A4C25C-085E-4340-85A3-A5531E510DB2}">
      <thm15:themeFamily xmlns:thm15="http://schemas.microsoft.com/office/thememl/2012/main" name="TCS_Company_Presentation_template_standard - 2feb_Widescreen" id="{1F26B0B2-7F5C-40CF-9EAD-8EDD9811D29C}" vid="{50376626-C892-4B99-8A65-52B815445BA5}"/>
    </a:ext>
  </a:extLst>
</a:theme>
</file>

<file path=ppt/theme/theme4.xml><?xml version="1.0" encoding="utf-8"?>
<a:theme xmlns:a="http://schemas.openxmlformats.org/drawingml/2006/main" name="1_Blank Slide_Black">
  <a:themeElements>
    <a:clrScheme name="TCS Theme Color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6DB657"/>
      </a:accent2>
      <a:accent3>
        <a:srgbClr val="F0B34F"/>
      </a:accent3>
      <a:accent4>
        <a:srgbClr val="DD5041"/>
      </a:accent4>
      <a:accent5>
        <a:srgbClr val="DF653A"/>
      </a:accent5>
      <a:accent6>
        <a:srgbClr val="FFEB33"/>
      </a:accent6>
      <a:hlink>
        <a:srgbClr val="0070C0"/>
      </a:hlink>
      <a:folHlink>
        <a:srgbClr val="F0B34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03782"/>
        </a:solidFill>
        <a:ln>
          <a:noFill/>
        </a:ln>
      </a:spPr>
      <a:bodyPr rtlCol="0" anchor="ctr"/>
      <a:lstStyle>
        <a:defPPr algn="ctr">
          <a:defRPr sz="160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F0378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 anchor="ctr" anchorCtr="0">
        <a:noAutofit/>
      </a:bodyPr>
      <a:lstStyle>
        <a:defPPr algn="ctr">
          <a:defRPr sz="1600" dirty="0">
            <a:solidFill>
              <a:schemeClr val="tx1"/>
            </a:solidFill>
          </a:defRPr>
        </a:defPPr>
      </a:lstStyle>
    </a:txDef>
  </a:objectDefaults>
  <a:extraClrSchemeLst/>
  <a:custClrLst>
    <a:custClr name="White">
      <a:srgbClr val="FFFFFF"/>
    </a:custClr>
    <a:custClr name="Black">
      <a:srgbClr val="000000"/>
    </a:custClr>
    <a:custClr name="TCS Blue">
      <a:srgbClr val="4E84C4"/>
    </a:custClr>
    <a:custClr name="TCS Green">
      <a:srgbClr val="6DB657"/>
    </a:custClr>
    <a:custClr name="TCS Yellow">
      <a:srgbClr val="F0B34F"/>
    </a:custClr>
    <a:custClr name="TCS Red">
      <a:srgbClr val="DD5041"/>
    </a:custClr>
    <a:custClr name="TCS Orange">
      <a:srgbClr val="DF653A"/>
    </a:custClr>
  </a:custClrLst>
  <a:extLst>
    <a:ext uri="{05A4C25C-085E-4340-85A3-A5531E510DB2}">
      <thm15:themeFamily xmlns:thm15="http://schemas.microsoft.com/office/thememl/2012/main" name="TCS_Company_Presentation_template_standard - 2feb_Widescreen" id="{1F26B0B2-7F5C-40CF-9EAD-8EDD9811D29C}" vid="{941C66D4-73FC-49A8-B935-DC0DA833BC3B}"/>
    </a:ext>
  </a:extLst>
</a:theme>
</file>

<file path=ppt/theme/theme5.xml><?xml version="1.0" encoding="utf-8"?>
<a:theme xmlns:a="http://schemas.openxmlformats.org/drawingml/2006/main" name="1_Thank Slide_Black">
  <a:themeElements>
    <a:clrScheme name="TCS Theme Color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6DB657"/>
      </a:accent2>
      <a:accent3>
        <a:srgbClr val="F0B34F"/>
      </a:accent3>
      <a:accent4>
        <a:srgbClr val="DD5041"/>
      </a:accent4>
      <a:accent5>
        <a:srgbClr val="DF653A"/>
      </a:accent5>
      <a:accent6>
        <a:srgbClr val="FFEB33"/>
      </a:accent6>
      <a:hlink>
        <a:srgbClr val="0070C0"/>
      </a:hlink>
      <a:folHlink>
        <a:srgbClr val="F0B34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03782"/>
        </a:solidFill>
        <a:ln>
          <a:noFill/>
        </a:ln>
      </a:spPr>
      <a:bodyPr rtlCol="0" anchor="ctr"/>
      <a:lstStyle>
        <a:defPPr algn="ctr">
          <a:defRPr sz="160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F0378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 anchor="ctr" anchorCtr="0">
        <a:noAutofit/>
      </a:bodyPr>
      <a:lstStyle>
        <a:defPPr algn="ctr">
          <a:defRPr sz="1600" dirty="0">
            <a:solidFill>
              <a:schemeClr val="tx1"/>
            </a:solidFill>
          </a:defRPr>
        </a:defPPr>
      </a:lstStyle>
    </a:txDef>
  </a:objectDefaults>
  <a:extraClrSchemeLst/>
  <a:custClrLst>
    <a:custClr name="White">
      <a:srgbClr val="FFFFFF"/>
    </a:custClr>
    <a:custClr name="Black">
      <a:srgbClr val="000000"/>
    </a:custClr>
    <a:custClr name="TCS Blue">
      <a:srgbClr val="4E84C4"/>
    </a:custClr>
    <a:custClr name="TCS Green">
      <a:srgbClr val="6DB657"/>
    </a:custClr>
    <a:custClr name="TCS Yellow">
      <a:srgbClr val="F0B34F"/>
    </a:custClr>
    <a:custClr name="TCS Red">
      <a:srgbClr val="DD5041"/>
    </a:custClr>
    <a:custClr name="TCS Orange">
      <a:srgbClr val="DF653A"/>
    </a:custClr>
  </a:custClrLst>
  <a:extLst>
    <a:ext uri="{05A4C25C-085E-4340-85A3-A5531E510DB2}">
      <thm15:themeFamily xmlns:thm15="http://schemas.microsoft.com/office/thememl/2012/main" name="TCS_Company_Presentation_template_standard - 2feb_Widescreen" id="{1F26B0B2-7F5C-40CF-9EAD-8EDD9811D29C}" vid="{B39949ED-858E-4D87-8289-D6FBC3D17023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White">
      <a:srgbClr val="FFFFFF"/>
    </a:custClr>
    <a:custClr name="Black">
      <a:srgbClr val="000000"/>
    </a:custClr>
    <a:custClr name="Darker 2">
      <a:srgbClr val="2F4F76"/>
    </a:custClr>
    <a:custClr name="Darker 1">
      <a:srgbClr val="3E6A9D"/>
    </a:custClr>
    <a:custClr name="TCS Blue">
      <a:srgbClr val="4E84C4"/>
    </a:custClr>
    <a:custClr name="Lighter 1">
      <a:srgbClr val="719DD0"/>
    </a:custClr>
    <a:custClr name="Lighter 2">
      <a:srgbClr val="95B5DC"/>
    </a:custClr>
    <a:custClr name="Darker 2">
      <a:srgbClr val="326F2B"/>
    </a:custClr>
    <a:custClr name="Darker 1">
      <a:srgbClr val="43943A"/>
    </a:custClr>
    <a:custClr name="TCS Green">
      <a:srgbClr val="54B948"/>
    </a:custClr>
    <a:custClr name="Lighter 1">
      <a:srgbClr val="76C76D"/>
    </a:custClr>
    <a:custClr name="Lighter 2">
      <a:srgbClr val="98D591"/>
    </a:custClr>
    <a:custClr name="Darker 2">
      <a:srgbClr val="976A1A"/>
    </a:custClr>
    <a:custClr name="Darker 1">
      <a:srgbClr val="C98D2A"/>
    </a:custClr>
    <a:custClr name="TCS Yellow">
      <a:srgbClr val="FBB034"/>
    </a:custClr>
    <a:custClr name="Lighter 1">
      <a:srgbClr val="FCC05D"/>
    </a:custClr>
    <a:custClr name="Lighter 2">
      <a:srgbClr val="FDD085"/>
    </a:custClr>
    <a:custClr name="Darker 2">
      <a:srgbClr val="8F2720"/>
    </a:custClr>
    <a:custClr name="Darker 1">
      <a:srgbClr val="BF342A"/>
    </a:custClr>
    <a:custClr name="TCS Red">
      <a:srgbClr val="EF4135"/>
    </a:custClr>
    <a:custClr name="Lighter 1">
      <a:srgbClr val="F2675D"/>
    </a:custClr>
    <a:custClr name="Lighter 2">
      <a:srgbClr val="F58D86"/>
    </a:custClr>
    <a:custClr name="Darker 2">
      <a:srgbClr val="913619"/>
    </a:custClr>
    <a:custClr name="Darker 1">
      <a:srgbClr val="C14821"/>
    </a:custClr>
    <a:custClr name="TCS Orange">
      <a:srgbClr val="F15A29"/>
    </a:custClr>
    <a:custClr name="Lighter 1">
      <a:srgbClr val="F47B54"/>
    </a:custClr>
    <a:custClr name="Lighter 2">
      <a:srgbClr val="F79C7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f5742af-db66-4614-97ab-8ba2d2d68ca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CB6B5258C48149A11FC8B6CEFC1DE8" ma:contentTypeVersion="18" ma:contentTypeDescription="Create a new document." ma:contentTypeScope="" ma:versionID="9327040b288fe2d1ea95cca86a90e7a3">
  <xsd:schema xmlns:xsd="http://www.w3.org/2001/XMLSchema" xmlns:xs="http://www.w3.org/2001/XMLSchema" xmlns:p="http://schemas.microsoft.com/office/2006/metadata/properties" xmlns:ns3="55e8aeda-caa0-4549-b978-7e68fd18984c" xmlns:ns4="0f5742af-db66-4614-97ab-8ba2d2d68ca9" targetNamespace="http://schemas.microsoft.com/office/2006/metadata/properties" ma:root="true" ma:fieldsID="57e3eb3e897c6536babed9be2436a7d5" ns3:_="" ns4:_="">
    <xsd:import namespace="55e8aeda-caa0-4549-b978-7e68fd18984c"/>
    <xsd:import namespace="0f5742af-db66-4614-97ab-8ba2d2d68ca9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LengthInSeconds" minOccurs="0"/>
                <xsd:element ref="ns4:MediaServiceAutoKeyPoints" minOccurs="0"/>
                <xsd:element ref="ns4:MediaServiceKeyPoints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  <xsd:element ref="ns4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e8aeda-caa0-4549-b978-7e68fd18984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5742af-db66-4614-97ab-8ba2d2d68ca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BB1B480-7C1E-4300-A913-41CAD33511F4}">
  <ds:schemaRefs>
    <ds:schemaRef ds:uri="http://schemas.microsoft.com/office/2006/metadata/properties"/>
    <ds:schemaRef ds:uri="http://schemas.microsoft.com/office/2006/documentManagement/types"/>
    <ds:schemaRef ds:uri="http://purl.org/dc/terms/"/>
    <ds:schemaRef ds:uri="http://purl.org/dc/dcmitype/"/>
    <ds:schemaRef ds:uri="http://schemas.microsoft.com/office/infopath/2007/PartnerControls"/>
    <ds:schemaRef ds:uri="55e8aeda-caa0-4549-b978-7e68fd18984c"/>
    <ds:schemaRef ds:uri="http://purl.org/dc/elements/1.1/"/>
    <ds:schemaRef ds:uri="http://schemas.openxmlformats.org/package/2006/metadata/core-properties"/>
    <ds:schemaRef ds:uri="0f5742af-db66-4614-97ab-8ba2d2d68ca9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AC37ED8-06D3-4BAF-925E-0E0C6BD526E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67B93F5-DFBB-4891-8BFD-E236D90107A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5e8aeda-caa0-4549-b978-7e68fd18984c"/>
    <ds:schemaRef ds:uri="0f5742af-db66-4614-97ab-8ba2d2d68ca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404b1967-6507-45ab-8a6d-7374a3f478be}" enabled="0" method="" siteId="{404b1967-6507-45ab-8a6d-7374a3f478b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TCS_Company_Presentation_template_standard_16X9</Template>
  <TotalTime>954</TotalTime>
  <Words>584</Words>
  <Application>Microsoft Office PowerPoint</Application>
  <PresentationFormat>On-screen Show (16:9)</PresentationFormat>
  <Paragraphs>117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16</vt:i4>
      </vt:variant>
    </vt:vector>
  </HeadingPairs>
  <TitlesOfParts>
    <vt:vector size="27" baseType="lpstr">
      <vt:lpstr>Aptos</vt:lpstr>
      <vt:lpstr>Arial</vt:lpstr>
      <vt:lpstr>Calibri</vt:lpstr>
      <vt:lpstr>Courier New</vt:lpstr>
      <vt:lpstr>Symbol</vt:lpstr>
      <vt:lpstr>Wingdings</vt:lpstr>
      <vt:lpstr>Content Slide_White</vt:lpstr>
      <vt:lpstr>1_Title Slide_Black Blue_without image</vt:lpstr>
      <vt:lpstr>Content Slide_Black</vt:lpstr>
      <vt:lpstr>1_Blank Slide_Black</vt:lpstr>
      <vt:lpstr>1_Thank Slide_Black</vt:lpstr>
      <vt:lpstr>“Lumina” – Context Aware Code Reviewer</vt:lpstr>
      <vt:lpstr>Problem Statement</vt:lpstr>
      <vt:lpstr>Approach</vt:lpstr>
      <vt:lpstr>Data Consideration</vt:lpstr>
      <vt:lpstr>Technical Architecture</vt:lpstr>
      <vt:lpstr>Context Creation Workflow</vt:lpstr>
      <vt:lpstr>Code Review Workflow</vt:lpstr>
      <vt:lpstr>Key AI Concepts Used</vt:lpstr>
      <vt:lpstr>Benefits</vt:lpstr>
      <vt:lpstr>Summary</vt:lpstr>
      <vt:lpstr>“Illumina”  Arjun (1357068) Bobbin (1357066) Libin (760753) Shaneesh (1651499) Vivek (1354881)  from Singapore Airlines      TCS Confidential </vt:lpstr>
      <vt:lpstr>     Thank You          TCS Confidential </vt:lpstr>
      <vt:lpstr>User Input Page</vt:lpstr>
      <vt:lpstr>Code Review Generation</vt:lpstr>
      <vt:lpstr>User Dashboard</vt:lpstr>
      <vt:lpstr>User Preference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DESIGN, SETUP, INSTALL, CONFIGURE, TEST AND COMMISSION NEXT GENERATION DATA PLATFORM - TENDER NO. 2025/ICP/CC/PSAC/4016821</dc:title>
  <dc:creator>simonthambi.s@tcs.com</dc:creator>
  <cp:lastModifiedBy>Vivek Viswanathan (TCS)</cp:lastModifiedBy>
  <cp:revision>26</cp:revision>
  <dcterms:created xsi:type="dcterms:W3CDTF">2025-04-16T12:47:19Z</dcterms:created>
  <dcterms:modified xsi:type="dcterms:W3CDTF">2026-06-12T07:56:47Z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0x010100D1CB6B5258C48149A11FC8B6CEFC1DE8</vt:lpwstr>
  </property>
</Properties>
</file>