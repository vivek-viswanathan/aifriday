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6" r:id="rId4"/>
    <p:sldMasterId id="2147483871" r:id="rId5"/>
    <p:sldMasterId id="2147484138" r:id="rId6"/>
    <p:sldMasterId id="2147484142" r:id="rId7"/>
    <p:sldMasterId id="2147484147" r:id="rId8"/>
  </p:sldMasterIdLst>
  <p:notesMasterIdLst>
    <p:notesMasterId r:id="rId21"/>
  </p:notesMasterIdLst>
  <p:handoutMasterIdLst>
    <p:handoutMasterId r:id="rId22"/>
  </p:handoutMasterIdLst>
  <p:sldIdLst>
    <p:sldId id="2142532992" r:id="rId9"/>
    <p:sldId id="2147481918" r:id="rId10"/>
    <p:sldId id="2147481913" r:id="rId11"/>
    <p:sldId id="2147481919" r:id="rId12"/>
    <p:sldId id="2142533052" r:id="rId13"/>
    <p:sldId id="2147481914" r:id="rId14"/>
    <p:sldId id="2142533084" r:id="rId15"/>
    <p:sldId id="2147481920" r:id="rId16"/>
    <p:sldId id="2142533022" r:id="rId17"/>
    <p:sldId id="259" r:id="rId18"/>
    <p:sldId id="2142533041" r:id="rId19"/>
    <p:sldId id="2147481911" r:id="rId20"/>
  </p:sldIdLst>
  <p:sldSz cx="9144000" cy="5143500" type="screen16x9"/>
  <p:notesSz cx="20104100" cy="11315700"/>
  <p:defaultTextStyle>
    <a:defPPr>
      <a:defRPr lang="en-US"/>
    </a:defPPr>
    <a:lvl1pPr marL="0" algn="l" defTabSz="415525" rtl="0" eaLnBrk="1" latinLnBrk="0" hangingPunct="1">
      <a:defRPr sz="818" kern="1200">
        <a:solidFill>
          <a:schemeClr val="tx1"/>
        </a:solidFill>
        <a:latin typeface="+mn-lt"/>
        <a:ea typeface="+mn-ea"/>
        <a:cs typeface="+mn-cs"/>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3998BD-9FF1-4B9F-B325-2C64E2B00A47}" name="Ravishankar Balasubramaniam" initials="RB" userId="S::868685@TCS.com::8b79aca9-5af4-4d5f-ad18-e8d13dd77d1c" providerId="AD"/>
  <p188:author id="{3B2C66D6-9E61-6CB6-91AD-60008E5E0F71}" name="Anu Chandran" initials="AC" userId="S::1079964@TCS.com::4861b457-ad4c-4862-8c10-7f5daad80c7b" providerId="AD"/>
  <p188:author id="{E3C151F4-C4E6-E30D-DD00-D5248E79C44A}" name="Alex Mohan" initials="AM" userId="S::227889@TCS.com::b2839287-c6a2-4e09-99d6-04bbb33630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vanti Mukul" initials="AM" lastIdx="134" clrIdx="0">
    <p:extLst>
      <p:ext uri="{19B8F6BF-5375-455C-9EA6-DF929625EA0E}">
        <p15:presenceInfo xmlns:p15="http://schemas.microsoft.com/office/powerpoint/2012/main" userId="S::1561747@TCS.com::b915b143-710a-4e7a-a06a-915d3c266981" providerId="AD"/>
      </p:ext>
    </p:extLst>
  </p:cmAuthor>
  <p:cmAuthor id="2" name="Kapil  Krishnan" initials="KK" lastIdx="81" clrIdx="1">
    <p:extLst>
      <p:ext uri="{19B8F6BF-5375-455C-9EA6-DF929625EA0E}">
        <p15:presenceInfo xmlns:p15="http://schemas.microsoft.com/office/powerpoint/2012/main" userId="S::571206@TCS.com::f34fbc68-f4bd-41fd-a210-a6e9abee1cae" providerId="AD"/>
      </p:ext>
    </p:extLst>
  </p:cmAuthor>
  <p:cmAuthor id="3" name="Milind" initials="M" lastIdx="1" clrIdx="2">
    <p:extLst>
      <p:ext uri="{19B8F6BF-5375-455C-9EA6-DF929625EA0E}">
        <p15:presenceInfo xmlns:p15="http://schemas.microsoft.com/office/powerpoint/2012/main" userId="S::106465@TCS.com::6f0e4f12-3889-446c-9da4-4330ec04817d" providerId="AD"/>
      </p:ext>
    </p:extLst>
  </p:cmAuthor>
  <p:cmAuthor id="4" name="Sreenivasa Chakravarti" initials="SC" lastIdx="7" clrIdx="3">
    <p:extLst>
      <p:ext uri="{19B8F6BF-5375-455C-9EA6-DF929625EA0E}">
        <p15:presenceInfo xmlns:p15="http://schemas.microsoft.com/office/powerpoint/2012/main" userId="S::132743@TCS.com::aa4a9113-4e87-47be-963d-67c84a2112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5FD1"/>
    <a:srgbClr val="33629A"/>
    <a:srgbClr val="8DB0D9"/>
    <a:srgbClr val="F2F2F2"/>
    <a:srgbClr val="F03782"/>
    <a:srgbClr val="F47B54"/>
    <a:srgbClr val="F79C7F"/>
    <a:srgbClr val="913619"/>
    <a:srgbClr val="C14821"/>
    <a:srgbClr val="F15A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F416AB-F206-4CD8-AEFD-ED87047270DB}" v="7" dt="2026-02-06T03:45:43.863"/>
    <p1510:client id="{43CA0BCE-8DCC-460D-BCD0-535B17A004A8}" v="732" dt="2026-02-06T08:03:46.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94660"/>
  </p:normalViewPr>
  <p:slideViewPr>
    <p:cSldViewPr snapToGrid="0">
      <p:cViewPr varScale="1">
        <p:scale>
          <a:sx n="62" d="100"/>
          <a:sy n="62" d="100"/>
        </p:scale>
        <p:origin x="142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F93363-4B1F-4C8E-A6A8-E59E73B1D5DB}"/>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9F94A02-2C6F-4C3E-B8A6-F4E320ED106D}"/>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E053A15D-369C-476E-A4FD-27B2714E554A}" type="datetimeFigureOut">
              <a:rPr lang="en-US" smtClean="0"/>
              <a:t>2/28/2026</a:t>
            </a:fld>
            <a:endParaRPr lang="en-US"/>
          </a:p>
        </p:txBody>
      </p:sp>
      <p:sp>
        <p:nvSpPr>
          <p:cNvPr id="4" name="Footer Placeholder 3">
            <a:extLst>
              <a:ext uri="{FF2B5EF4-FFF2-40B4-BE49-F238E27FC236}">
                <a16:creationId xmlns:a16="http://schemas.microsoft.com/office/drawing/2014/main" id="{B4DC65AE-70C1-456E-BDCB-3BF147736CFA}"/>
              </a:ext>
            </a:extLst>
          </p:cNvPr>
          <p:cNvSpPr>
            <a:spLocks noGrp="1"/>
          </p:cNvSpPr>
          <p:nvPr>
            <p:ph type="ftr" sz="quarter" idx="2"/>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96D416F-24FB-46D6-8460-CBAA61BA370F}"/>
              </a:ext>
            </a:extLst>
          </p:cNvPr>
          <p:cNvSpPr>
            <a:spLocks noGrp="1"/>
          </p:cNvSpPr>
          <p:nvPr>
            <p:ph type="sldNum" sz="quarter" idx="3"/>
          </p:nvPr>
        </p:nvSpPr>
        <p:spPr>
          <a:xfrm>
            <a:off x="11387138" y="10748963"/>
            <a:ext cx="8712200" cy="566737"/>
          </a:xfrm>
          <a:prstGeom prst="rect">
            <a:avLst/>
          </a:prstGeom>
        </p:spPr>
        <p:txBody>
          <a:bodyPr vert="horz" lIns="91440" tIns="45720" rIns="91440" bIns="45720" rtlCol="0" anchor="b"/>
          <a:lstStyle>
            <a:lvl1pPr algn="r">
              <a:defRPr sz="1200"/>
            </a:lvl1pPr>
          </a:lstStyle>
          <a:p>
            <a:fld id="{FBF4DE49-BEC2-4CDB-9AEE-41A7BC71EE60}" type="slidenum">
              <a:rPr lang="en-US" smtClean="0"/>
              <a:t>‹#›</a:t>
            </a:fld>
            <a:endParaRPr lang="en-US"/>
          </a:p>
        </p:txBody>
      </p:sp>
    </p:spTree>
    <p:extLst>
      <p:ext uri="{BB962C8B-B14F-4D97-AF65-F5344CB8AC3E}">
        <p14:creationId xmlns:p14="http://schemas.microsoft.com/office/powerpoint/2010/main" val="587377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7BD8B44-2349-4EE3-B0D0-553C8A2F62DF}" type="datetimeFigureOut">
              <a:rPr lang="en-US" smtClean="0"/>
              <a:t>2/28/2026</a:t>
            </a:fld>
            <a:endParaRPr lang="en-US"/>
          </a:p>
        </p:txBody>
      </p:sp>
      <p:sp>
        <p:nvSpPr>
          <p:cNvPr id="4" name="Slide Image Placeholder 3"/>
          <p:cNvSpPr>
            <a:spLocks noGrp="1" noRot="1" noChangeAspect="1"/>
          </p:cNvSpPr>
          <p:nvPr>
            <p:ph type="sldImg" idx="2"/>
          </p:nvPr>
        </p:nvSpPr>
        <p:spPr>
          <a:xfrm>
            <a:off x="6656388" y="1414463"/>
            <a:ext cx="6791325" cy="381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5125"/>
            <a:ext cx="16084550" cy="4456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8963"/>
            <a:ext cx="8712200" cy="566737"/>
          </a:xfrm>
          <a:prstGeom prst="rect">
            <a:avLst/>
          </a:prstGeom>
        </p:spPr>
        <p:txBody>
          <a:bodyPr vert="horz" lIns="91440" tIns="45720" rIns="91440" bIns="45720" rtlCol="0" anchor="b"/>
          <a:lstStyle>
            <a:lvl1pPr algn="r">
              <a:defRPr sz="1200"/>
            </a:lvl1pPr>
          </a:lstStyle>
          <a:p>
            <a:fld id="{E3D9C5E5-9620-4FBC-AD03-52B8306EED06}" type="slidenum">
              <a:rPr lang="en-US" smtClean="0"/>
              <a:t>‹#›</a:t>
            </a:fld>
            <a:endParaRPr lang="en-US"/>
          </a:p>
        </p:txBody>
      </p:sp>
    </p:spTree>
    <p:extLst>
      <p:ext uri="{BB962C8B-B14F-4D97-AF65-F5344CB8AC3E}">
        <p14:creationId xmlns:p14="http://schemas.microsoft.com/office/powerpoint/2010/main" val="3355417413"/>
      </p:ext>
    </p:extLst>
  </p:cSld>
  <p:clrMap bg1="lt1" tx1="dk1" bg2="lt2" tx2="dk2" accent1="accent1" accent2="accent2" accent3="accent3" accent4="accent4" accent5="accent5" accent6="accent6" hlink="hlink" folHlink="folHlink"/>
  <p:notesStyle>
    <a:lvl1pPr marL="0" algn="l" defTabSz="914310" rtl="0" eaLnBrk="1" latinLnBrk="0" hangingPunct="1">
      <a:defRPr sz="1200" kern="1200">
        <a:solidFill>
          <a:schemeClr val="tx1"/>
        </a:solidFill>
        <a:latin typeface="+mn-lt"/>
        <a:ea typeface="+mn-ea"/>
        <a:cs typeface="+mn-cs"/>
      </a:defRPr>
    </a:lvl1pPr>
    <a:lvl2pPr marL="457154" algn="l" defTabSz="914310" rtl="0" eaLnBrk="1" latinLnBrk="0" hangingPunct="1">
      <a:defRPr sz="1200" kern="1200">
        <a:solidFill>
          <a:schemeClr val="tx1"/>
        </a:solidFill>
        <a:latin typeface="+mn-lt"/>
        <a:ea typeface="+mn-ea"/>
        <a:cs typeface="+mn-cs"/>
      </a:defRPr>
    </a:lvl2pPr>
    <a:lvl3pPr marL="914310" algn="l" defTabSz="914310" rtl="0" eaLnBrk="1" latinLnBrk="0" hangingPunct="1">
      <a:defRPr sz="1200" kern="1200">
        <a:solidFill>
          <a:schemeClr val="tx1"/>
        </a:solidFill>
        <a:latin typeface="+mn-lt"/>
        <a:ea typeface="+mn-ea"/>
        <a:cs typeface="+mn-cs"/>
      </a:defRPr>
    </a:lvl3pPr>
    <a:lvl4pPr marL="1371464" algn="l" defTabSz="914310" rtl="0" eaLnBrk="1" latinLnBrk="0" hangingPunct="1">
      <a:defRPr sz="1200" kern="1200">
        <a:solidFill>
          <a:schemeClr val="tx1"/>
        </a:solidFill>
        <a:latin typeface="+mn-lt"/>
        <a:ea typeface="+mn-ea"/>
        <a:cs typeface="+mn-cs"/>
      </a:defRPr>
    </a:lvl4pPr>
    <a:lvl5pPr marL="1828619" algn="l" defTabSz="914310" rtl="0" eaLnBrk="1" latinLnBrk="0" hangingPunct="1">
      <a:defRPr sz="1200" kern="1200">
        <a:solidFill>
          <a:schemeClr val="tx1"/>
        </a:solidFill>
        <a:latin typeface="+mn-lt"/>
        <a:ea typeface="+mn-ea"/>
        <a:cs typeface="+mn-cs"/>
      </a:defRPr>
    </a:lvl5pPr>
    <a:lvl6pPr marL="2285772" algn="l" defTabSz="914310" rtl="0" eaLnBrk="1" latinLnBrk="0" hangingPunct="1">
      <a:defRPr sz="1200" kern="1200">
        <a:solidFill>
          <a:schemeClr val="tx1"/>
        </a:solidFill>
        <a:latin typeface="+mn-lt"/>
        <a:ea typeface="+mn-ea"/>
        <a:cs typeface="+mn-cs"/>
      </a:defRPr>
    </a:lvl6pPr>
    <a:lvl7pPr marL="2742926" algn="l" defTabSz="914310" rtl="0" eaLnBrk="1" latinLnBrk="0" hangingPunct="1">
      <a:defRPr sz="1200" kern="1200">
        <a:solidFill>
          <a:schemeClr val="tx1"/>
        </a:solidFill>
        <a:latin typeface="+mn-lt"/>
        <a:ea typeface="+mn-ea"/>
        <a:cs typeface="+mn-cs"/>
      </a:defRPr>
    </a:lvl7pPr>
    <a:lvl8pPr marL="3200080" algn="l" defTabSz="914310" rtl="0" eaLnBrk="1" latinLnBrk="0" hangingPunct="1">
      <a:defRPr sz="1200" kern="1200">
        <a:solidFill>
          <a:schemeClr val="tx1"/>
        </a:solidFill>
        <a:latin typeface="+mn-lt"/>
        <a:ea typeface="+mn-ea"/>
        <a:cs typeface="+mn-cs"/>
      </a:defRPr>
    </a:lvl8pPr>
    <a:lvl9pPr marL="3657235" algn="l" defTabSz="91431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E3D9C5E5-9620-4FBC-AD03-52B8306EED06}" type="slidenum">
              <a:rPr lang="en-US" smtClean="0"/>
              <a:t>5</a:t>
            </a:fld>
            <a:endParaRPr lang="en-US"/>
          </a:p>
        </p:txBody>
      </p:sp>
    </p:spTree>
    <p:extLst>
      <p:ext uri="{BB962C8B-B14F-4D97-AF65-F5344CB8AC3E}">
        <p14:creationId xmlns:p14="http://schemas.microsoft.com/office/powerpoint/2010/main" val="42503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1805698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US"/>
              <a:t>TCS-CDG confidential</a:t>
            </a:r>
            <a:endParaRPr lang="en-IN"/>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48314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3481670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6579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228418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2376183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43258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193143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11127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277402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403012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3145649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Top Logo">
    <p:spTree>
      <p:nvGrpSpPr>
        <p:cNvPr id="1" name=""/>
        <p:cNvGrpSpPr/>
        <p:nvPr/>
      </p:nvGrpSpPr>
      <p:grpSpPr>
        <a:xfrm>
          <a:off x="0" y="0"/>
          <a:ext cx="0" cy="0"/>
          <a:chOff x="0" y="0"/>
          <a:chExt cx="0" cy="0"/>
        </a:xfrm>
      </p:grpSpPr>
      <p:pic>
        <p:nvPicPr>
          <p:cNvPr id="59" name="Picture 9" descr="Picture 9"/>
          <p:cNvPicPr>
            <a:picLocks noChangeAspect="1"/>
          </p:cNvPicPr>
          <p:nvPr/>
        </p:nvPicPr>
        <p:blipFill>
          <a:blip r:embed="rId2"/>
          <a:srcRect l="8634" t="21190" r="8634" b="21190"/>
          <a:stretch>
            <a:fillRect/>
          </a:stretch>
        </p:blipFill>
        <p:spPr>
          <a:xfrm>
            <a:off x="281645" y="4742467"/>
            <a:ext cx="1032807" cy="290479"/>
          </a:xfrm>
          <a:prstGeom prst="rect">
            <a:avLst/>
          </a:prstGeom>
          <a:ln w="12700">
            <a:miter lim="400000"/>
          </a:ln>
        </p:spPr>
      </p:pic>
      <p:sp>
        <p:nvSpPr>
          <p:cNvPr id="60" name="Titeltekst"/>
          <p:cNvSpPr txBox="1">
            <a:spLocks noGrp="1"/>
          </p:cNvSpPr>
          <p:nvPr>
            <p:ph type="title"/>
          </p:nvPr>
        </p:nvSpPr>
        <p:spPr>
          <a:xfrm>
            <a:off x="316184" y="45554"/>
            <a:ext cx="8552917" cy="481989"/>
          </a:xfrm>
          <a:prstGeom prst="rect">
            <a:avLst/>
          </a:prstGeom>
        </p:spPr>
        <p:txBody>
          <a:bodyPr lIns="34290" tIns="34290" rIns="34290" bIns="34290" anchor="ctr"/>
          <a:lstStyle/>
          <a:p>
            <a:r>
              <a:t>Titeltekst</a:t>
            </a:r>
          </a:p>
        </p:txBody>
      </p:sp>
      <p:pic>
        <p:nvPicPr>
          <p:cNvPr id="62" name="Picture 10" descr="Picture 10"/>
          <p:cNvPicPr>
            <a:picLocks noChangeAspect="1"/>
          </p:cNvPicPr>
          <p:nvPr/>
        </p:nvPicPr>
        <p:blipFill>
          <a:blip r:embed="rId3"/>
          <a:stretch>
            <a:fillRect/>
          </a:stretch>
        </p:blipFill>
        <p:spPr>
          <a:xfrm>
            <a:off x="8011074" y="4936932"/>
            <a:ext cx="832781" cy="125098"/>
          </a:xfrm>
          <a:prstGeom prst="rect">
            <a:avLst/>
          </a:prstGeom>
          <a:ln w="12700">
            <a:miter lim="400000"/>
          </a:ln>
        </p:spPr>
      </p:pic>
      <p:sp>
        <p:nvSpPr>
          <p:cNvPr id="63" name="Dianummer"/>
          <p:cNvSpPr txBox="1">
            <a:spLocks noGrp="1"/>
          </p:cNvSpPr>
          <p:nvPr>
            <p:ph type="sldNum" sz="quarter" idx="2"/>
          </p:nvPr>
        </p:nvSpPr>
        <p:spPr>
          <a:prstGeom prst="rect">
            <a:avLst/>
          </a:prstGeom>
        </p:spPr>
        <p:txBody>
          <a:bodyPr/>
          <a:lstStyle/>
          <a:p>
            <a:pPr>
              <a:defRPr/>
            </a:pPr>
            <a:fld id="{86CB4B4D-7CA3-9044-876B-883B54F8677D}" type="slidenum">
              <a:rPr lang="en-IN" smtClean="0">
                <a:solidFill>
                  <a:srgbClr val="000000"/>
                </a:solidFill>
              </a:rPr>
              <a:pPr>
                <a:defRPr/>
              </a:pPr>
              <a:t>‹#›</a:t>
            </a:fld>
            <a:endParaRPr lang="en-IN">
              <a:solidFill>
                <a:srgbClr val="000000"/>
              </a:solidFill>
            </a:endParaRPr>
          </a:p>
        </p:txBody>
      </p:sp>
    </p:spTree>
    <p:extLst>
      <p:ext uri="{BB962C8B-B14F-4D97-AF65-F5344CB8AC3E}">
        <p14:creationId xmlns:p14="http://schemas.microsoft.com/office/powerpoint/2010/main" val="243365924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pic>
        <p:nvPicPr>
          <p:cNvPr id="2" name="Picture 1" descr="A blue and orange lines&#10;&#10;Description automatically generated">
            <a:extLst>
              <a:ext uri="{FF2B5EF4-FFF2-40B4-BE49-F238E27FC236}">
                <a16:creationId xmlns:a16="http://schemas.microsoft.com/office/drawing/2014/main" id="{14678AED-09FD-02B2-EA18-02749058B188}"/>
              </a:ext>
            </a:extLst>
          </p:cNvPr>
          <p:cNvPicPr>
            <a:picLocks noChangeAspect="1"/>
          </p:cNvPicPr>
          <p:nvPr userDrawn="1"/>
        </p:nvPicPr>
        <p:blipFill>
          <a:blip r:embed="rId2">
            <a:extLst>
              <a:ext uri="{28A0092B-C50C-407E-A947-70E740481C1C}">
                <a14:useLocalDpi xmlns:a14="http://schemas.microsoft.com/office/drawing/2010/main" val="0"/>
              </a:ext>
            </a:extLst>
          </a:blip>
          <a:srcRect l="2715" r="2261"/>
          <a:stretch/>
        </p:blipFill>
        <p:spPr>
          <a:xfrm>
            <a:off x="0" y="3723583"/>
            <a:ext cx="9144000" cy="1384024"/>
          </a:xfrm>
          <a:prstGeom prst="rect">
            <a:avLst/>
          </a:prstGeom>
        </p:spPr>
      </p:pic>
    </p:spTree>
    <p:extLst>
      <p:ext uri="{BB962C8B-B14F-4D97-AF65-F5344CB8AC3E}">
        <p14:creationId xmlns:p14="http://schemas.microsoft.com/office/powerpoint/2010/main" val="3610399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BA29-C8B7-4C4E-8C81-C755665237F0}"/>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6FD4E52-5098-4AC2-91CF-F352A63268E8}"/>
              </a:ext>
            </a:extLst>
          </p:cNvPr>
          <p:cNvSpPr>
            <a:spLocks noGrp="1"/>
          </p:cNvSpPr>
          <p:nvPr>
            <p:ph type="ftr" sz="quarter" idx="10"/>
          </p:nvPr>
        </p:nvSpPr>
        <p:spPr/>
        <p:txBody>
          <a:bodyPr/>
          <a:lstStyle/>
          <a:p>
            <a:r>
              <a:rPr lang="en-US"/>
              <a:t>TCS Confidential</a:t>
            </a:r>
          </a:p>
        </p:txBody>
      </p:sp>
      <p:sp>
        <p:nvSpPr>
          <p:cNvPr id="6" name="Text Placeholder 5">
            <a:extLst>
              <a:ext uri="{FF2B5EF4-FFF2-40B4-BE49-F238E27FC236}">
                <a16:creationId xmlns:a16="http://schemas.microsoft.com/office/drawing/2014/main" id="{3A1DB09D-AE21-9742-A82E-F4BBAAA55C5B}"/>
              </a:ext>
            </a:extLst>
          </p:cNvPr>
          <p:cNvSpPr>
            <a:spLocks noGrp="1"/>
          </p:cNvSpPr>
          <p:nvPr>
            <p:ph type="body" sz="quarter" idx="11"/>
          </p:nvPr>
        </p:nvSpPr>
        <p:spPr>
          <a:xfrm>
            <a:off x="285751" y="843559"/>
            <a:ext cx="8673409" cy="3711599"/>
          </a:xfrm>
          <a:prstGeom prst="rect">
            <a:avLst/>
          </a:prstGeom>
          <a:noFill/>
        </p:spPr>
        <p:txBody>
          <a:bodyPr wrap="square" lIns="0" tIns="0" rIns="0" bIns="0" rtlCol="0" anchor="t" anchorCtr="0">
            <a:noAutofit/>
          </a:bodyPr>
          <a:lstStyle>
            <a:lvl1pPr>
              <a:defRPr lang="en-US" smtClean="0"/>
            </a:lvl1pPr>
            <a:lvl2pPr>
              <a:defRPr lang="en-US" smtClean="0"/>
            </a:lvl2pPr>
            <a:lvl3pPr>
              <a:defRPr lang="en-US" smtClean="0"/>
            </a:lvl3pPr>
            <a:lvl4pPr>
              <a:defRPr lang="en-US" smtClean="0"/>
            </a:lvl4pPr>
            <a:lvl5pPr>
              <a:defRPr lang="en-IN"/>
            </a:lvl5pPr>
          </a:lstStyle>
          <a:p>
            <a:pPr marL="171446" lvl="0" indent="-171446" defTabSz="415535">
              <a:lnSpc>
                <a:spcPct val="150000"/>
              </a:lnSpc>
            </a:pPr>
            <a:r>
              <a:rPr lang="en-US"/>
              <a:t>Click to edit Master text styles</a:t>
            </a:r>
          </a:p>
          <a:p>
            <a:pPr lvl="1" defTabSz="415535">
              <a:lnSpc>
                <a:spcPct val="150000"/>
              </a:lnSpc>
              <a:buFont typeface="Calibri" panose="020F0502020204030204" pitchFamily="34" charset="0"/>
              <a:buChar char="―"/>
            </a:pPr>
            <a:r>
              <a:rPr lang="en-US"/>
              <a:t>Second level</a:t>
            </a:r>
          </a:p>
          <a:p>
            <a:pPr lvl="2" defTabSz="415535">
              <a:lnSpc>
                <a:spcPct val="150000"/>
              </a:lnSpc>
            </a:pPr>
            <a:r>
              <a:rPr lang="en-US"/>
              <a:t>Third level</a:t>
            </a:r>
          </a:p>
          <a:p>
            <a:pPr lvl="3" defTabSz="415535">
              <a:lnSpc>
                <a:spcPct val="150000"/>
              </a:lnSpc>
              <a:buFont typeface="Courier New" panose="02070309020205020404" pitchFamily="49" charset="0"/>
              <a:buChar char="o"/>
            </a:pPr>
            <a:r>
              <a:rPr lang="en-US"/>
              <a:t>Fourth level</a:t>
            </a:r>
          </a:p>
          <a:p>
            <a:pPr lvl="4" defTabSz="415535">
              <a:lnSpc>
                <a:spcPct val="150000"/>
              </a:lnSpc>
            </a:pPr>
            <a:r>
              <a:rPr lang="en-US"/>
              <a:t>Fifth level</a:t>
            </a:r>
            <a:endParaRPr lang="en-IN"/>
          </a:p>
        </p:txBody>
      </p:sp>
    </p:spTree>
    <p:extLst>
      <p:ext uri="{BB962C8B-B14F-4D97-AF65-F5344CB8AC3E}">
        <p14:creationId xmlns:p14="http://schemas.microsoft.com/office/powerpoint/2010/main" val="1926482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8D87-8B94-4E76-9CDA-6586738B099F}"/>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D5C33-AE96-4EA1-B2BB-AAA290AC8AAD}"/>
              </a:ext>
            </a:extLst>
          </p:cNvPr>
          <p:cNvSpPr>
            <a:spLocks noGrp="1"/>
          </p:cNvSpPr>
          <p:nvPr>
            <p:ph type="ftr" sz="quarter" idx="10"/>
          </p:nvPr>
        </p:nvSpPr>
        <p:spPr/>
        <p:txBody>
          <a:bodyPr/>
          <a:lstStyle/>
          <a:p>
            <a:r>
              <a:rPr lang="en-US"/>
              <a:t>TCS Confidential</a:t>
            </a:r>
          </a:p>
        </p:txBody>
      </p:sp>
    </p:spTree>
    <p:extLst>
      <p:ext uri="{BB962C8B-B14F-4D97-AF65-F5344CB8AC3E}">
        <p14:creationId xmlns:p14="http://schemas.microsoft.com/office/powerpoint/2010/main" val="803166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0BE381-38C8-4224-A4AC-6073EF1F1A8A}"/>
              </a:ext>
            </a:extLst>
          </p:cNvPr>
          <p:cNvSpPr>
            <a:spLocks noGrp="1"/>
          </p:cNvSpPr>
          <p:nvPr>
            <p:ph type="ftr" sz="quarter" idx="10"/>
          </p:nvPr>
        </p:nvSpPr>
        <p:spPr/>
        <p:txBody>
          <a:bodyPr/>
          <a:lstStyle/>
          <a:p>
            <a:r>
              <a:rPr lang="en-US"/>
              <a:t>TCS Confidential</a:t>
            </a:r>
          </a:p>
        </p:txBody>
      </p:sp>
      <p:pic>
        <p:nvPicPr>
          <p:cNvPr id="2" name="Picture 1" descr="A blue and orange lines&#10;&#10;Description automatically generated">
            <a:extLst>
              <a:ext uri="{FF2B5EF4-FFF2-40B4-BE49-F238E27FC236}">
                <a16:creationId xmlns:a16="http://schemas.microsoft.com/office/drawing/2014/main" id="{89E25C13-38BF-FEFA-EB33-7003ED57AC1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334" r="19367"/>
          <a:stretch/>
        </p:blipFill>
        <p:spPr>
          <a:xfrm rot="17582163">
            <a:off x="4618463" y="1828312"/>
            <a:ext cx="5539673" cy="1384025"/>
          </a:xfrm>
          <a:prstGeom prst="rect">
            <a:avLst/>
          </a:prstGeom>
        </p:spPr>
      </p:pic>
      <p:sp>
        <p:nvSpPr>
          <p:cNvPr id="6" name="Rectangle 5">
            <a:extLst>
              <a:ext uri="{FF2B5EF4-FFF2-40B4-BE49-F238E27FC236}">
                <a16:creationId xmlns:a16="http://schemas.microsoft.com/office/drawing/2014/main" id="{F10D7D5D-78E3-4B52-7A70-AC90FDC0C6E7}"/>
              </a:ext>
            </a:extLst>
          </p:cNvPr>
          <p:cNvSpPr/>
          <p:nvPr userDrawn="1"/>
        </p:nvSpPr>
        <p:spPr>
          <a:xfrm>
            <a:off x="7943850" y="-152400"/>
            <a:ext cx="809625" cy="152400"/>
          </a:xfrm>
          <a:prstGeom prst="rect">
            <a:avLst/>
          </a:prstGeom>
          <a:solidFill>
            <a:srgbClr val="E4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
        <p:nvSpPr>
          <p:cNvPr id="7" name="Rectangle 6">
            <a:extLst>
              <a:ext uri="{FF2B5EF4-FFF2-40B4-BE49-F238E27FC236}">
                <a16:creationId xmlns:a16="http://schemas.microsoft.com/office/drawing/2014/main" id="{F9280687-983D-482C-DE4D-EA8422F9517F}"/>
              </a:ext>
            </a:extLst>
          </p:cNvPr>
          <p:cNvSpPr/>
          <p:nvPr userDrawn="1"/>
        </p:nvSpPr>
        <p:spPr>
          <a:xfrm>
            <a:off x="6457949" y="5143500"/>
            <a:ext cx="809625" cy="152400"/>
          </a:xfrm>
          <a:prstGeom prst="rect">
            <a:avLst/>
          </a:prstGeom>
          <a:solidFill>
            <a:srgbClr val="E4E4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p>
        </p:txBody>
      </p:sp>
    </p:spTree>
    <p:extLst>
      <p:ext uri="{BB962C8B-B14F-4D97-AF65-F5344CB8AC3E}">
        <p14:creationId xmlns:p14="http://schemas.microsoft.com/office/powerpoint/2010/main" val="4369842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76667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939-6BD5-6D9A-C6E0-773DC6558828}"/>
              </a:ext>
            </a:extLst>
          </p:cNvPr>
          <p:cNvSpPr>
            <a:spLocks noGrp="1"/>
          </p:cNvSpPr>
          <p:nvPr>
            <p:ph type="title"/>
          </p:nvPr>
        </p:nvSpPr>
        <p:spPr>
          <a:xfrm>
            <a:off x="277813" y="2226193"/>
            <a:ext cx="2650475" cy="689291"/>
          </a:xfrm>
          <a:prstGeom prst="rect">
            <a:avLst/>
          </a:prstGeom>
        </p:spPr>
        <p:txBody>
          <a:bodyPr vert="horz" wrap="square" lIns="0" tIns="12065" rIns="0" bIns="0" rtlCol="0" anchor="ctr">
            <a:spAutoFit/>
          </a:bodyPr>
          <a:lstStyle>
            <a:lvl1pPr>
              <a:defRPr lang="en-IN" sz="2200" dirty="0"/>
            </a:lvl1pPr>
          </a:lstStyle>
          <a:p>
            <a:pPr marL="5776" lvl="0">
              <a:lnSpc>
                <a:spcPct val="100000"/>
              </a:lnSpc>
              <a:spcBef>
                <a:spcPts val="43"/>
              </a:spcBef>
            </a:pPr>
            <a:r>
              <a:rPr lang="en-US"/>
              <a:t>Click to edit Master title style</a:t>
            </a:r>
            <a:endParaRPr lang="en-IN"/>
          </a:p>
        </p:txBody>
      </p:sp>
    </p:spTree>
    <p:extLst>
      <p:ext uri="{BB962C8B-B14F-4D97-AF65-F5344CB8AC3E}">
        <p14:creationId xmlns:p14="http://schemas.microsoft.com/office/powerpoint/2010/main" val="32153731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9BEEE02B-3029-990C-12ED-A955CA7D5CB0}"/>
              </a:ext>
            </a:extLst>
          </p:cNvPr>
          <p:cNvPicPr>
            <a:picLocks noChangeAspect="1"/>
          </p:cNvPicPr>
          <p:nvPr userDrawn="1"/>
        </p:nvPicPr>
        <p:blipFill>
          <a:blip r:embed="rId2"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88868" y="4803999"/>
            <a:ext cx="1100528" cy="144727"/>
          </a:xfrm>
          <a:prstGeom prst="rect">
            <a:avLst/>
          </a:prstGeom>
        </p:spPr>
      </p:pic>
    </p:spTree>
    <p:extLst>
      <p:ext uri="{BB962C8B-B14F-4D97-AF65-F5344CB8AC3E}">
        <p14:creationId xmlns:p14="http://schemas.microsoft.com/office/powerpoint/2010/main" val="8847120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404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2.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image" Target="../media/image11.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7.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5.xml"/><Relationship Id="rId1" Type="http://schemas.openxmlformats.org/officeDocument/2006/relationships/slideLayout" Target="../slideLayouts/slideLayout21.xml"/><Relationship Id="rId5" Type="http://schemas.openxmlformats.org/officeDocument/2006/relationships/image" Target="../media/image7.png"/><Relationship Id="rId4" Type="http://schemas.openxmlformats.org/officeDocument/2006/relationships/image" Target="../media/image10.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92994" y="107917"/>
            <a:ext cx="7886195" cy="553027"/>
          </a:xfrm>
          <a:prstGeom prst="rect">
            <a:avLst/>
          </a:prstGeom>
        </p:spPr>
        <p:txBody>
          <a:bodyPr vert="horz" lIns="91440" tIns="45720" rIns="91440" bIns="45720" rtlCol="0" anchor="t">
            <a:noAutofit/>
          </a:bodyPr>
          <a:lstStyle/>
          <a:p>
            <a:pPr lvl="0" defTabSz="914310"/>
            <a:r>
              <a:rPr lang="en-US"/>
              <a:t>Click to edit Master title style</a:t>
            </a:r>
            <a:endParaRPr lang="en-IN"/>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851829"/>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304D14DC-BF94-9E10-B09A-E89A386DEB11}"/>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IN" sz="700"/>
            </a:lvl1pPr>
          </a:lstStyle>
          <a:p>
            <a:r>
              <a:rPr lang="en-US"/>
              <a:t>TCS-CDG confidential</a:t>
            </a:r>
            <a:endParaRPr lang="en-IN"/>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700" b="1" smtClean="0">
                <a:solidFill>
                  <a:schemeClr val="bg1">
                    <a:lumMod val="50000"/>
                  </a:schemeClr>
                </a:solidFill>
                <a:latin typeface="+mj-lt"/>
                <a:cs typeface="Arial" pitchFamily="34" charset="0"/>
              </a:defRPr>
            </a:lvl1pPr>
          </a:lstStyle>
          <a:p>
            <a:pPr algn="ctr" defTabSz="914355"/>
            <a:fld id="{662A0901-ACEF-4BE9-9C8C-C119B421173E}" type="slidenum">
              <a:rPr lang="en-IN" smtClean="0"/>
              <a:pPr algn="ctr" defTabSz="914355"/>
              <a:t>‹#›</a:t>
            </a:fld>
            <a:endParaRPr lang="en-IN"/>
          </a:p>
        </p:txBody>
      </p:sp>
      <p:pic>
        <p:nvPicPr>
          <p:cNvPr id="7" name="Picture 6">
            <a:extLst>
              <a:ext uri="{FF2B5EF4-FFF2-40B4-BE49-F238E27FC236}">
                <a16:creationId xmlns:a16="http://schemas.microsoft.com/office/drawing/2014/main" id="{4DCE2272-ED9B-DD02-B7B0-029616CF6AB1}"/>
              </a:ext>
            </a:extLst>
          </p:cNvPr>
          <p:cNvPicPr>
            <a:picLocks noChangeAspect="1"/>
          </p:cNvPicPr>
          <p:nvPr userDrawn="1"/>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8428379" y="4647630"/>
            <a:ext cx="435969" cy="387958"/>
          </a:xfrm>
          <a:prstGeom prst="rect">
            <a:avLst/>
          </a:prstGeom>
        </p:spPr>
      </p:pic>
      <p:pic>
        <p:nvPicPr>
          <p:cNvPr id="8" name="Picture 7" descr="A close-up of a sign&#10;&#10;Description automatically generated">
            <a:extLst>
              <a:ext uri="{FF2B5EF4-FFF2-40B4-BE49-F238E27FC236}">
                <a16:creationId xmlns:a16="http://schemas.microsoft.com/office/drawing/2014/main" id="{CAE4914F-666B-70AC-6C67-9424F69EF375}"/>
              </a:ext>
            </a:extLst>
          </p:cNvPr>
          <p:cNvPicPr>
            <a:picLocks noChangeAspect="1"/>
          </p:cNvPicPr>
          <p:nvPr userDrawn="1"/>
        </p:nvPicPr>
        <p:blipFill>
          <a:blip r:embed="rId17">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85750" y="4733063"/>
            <a:ext cx="1266904" cy="302523"/>
          </a:xfrm>
          <a:prstGeom prst="rect">
            <a:avLst/>
          </a:prstGeom>
        </p:spPr>
      </p:pic>
      <p:cxnSp>
        <p:nvCxnSpPr>
          <p:cNvPr id="10" name="Straight Connector 9">
            <a:extLst>
              <a:ext uri="{FF2B5EF4-FFF2-40B4-BE49-F238E27FC236}">
                <a16:creationId xmlns:a16="http://schemas.microsoft.com/office/drawing/2014/main" id="{204A0732-89C6-3C17-1231-F15060AB29F0}"/>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98090"/>
      </p:ext>
    </p:extLst>
  </p:cSld>
  <p:clrMap bg1="lt1" tx1="dk1" bg2="lt2" tx2="dk2" accent1="accent1" accent2="accent2" accent3="accent3" accent4="accent4" accent5="accent5" accent6="accent6" hlink="hlink" folHlink="folHlink"/>
  <p:sldLayoutIdLst>
    <p:sldLayoutId id="2147483888" r:id="rId1"/>
    <p:sldLayoutId id="2147483892" r:id="rId2"/>
    <p:sldLayoutId id="2147483893" r:id="rId3"/>
    <p:sldLayoutId id="2147483935" r:id="rId4"/>
    <p:sldLayoutId id="2147483979" r:id="rId5"/>
    <p:sldLayoutId id="2147484154" r:id="rId6"/>
    <p:sldLayoutId id="2147484155" r:id="rId7"/>
    <p:sldLayoutId id="2147484156" r:id="rId8"/>
    <p:sldLayoutId id="2147484157" r:id="rId9"/>
    <p:sldLayoutId id="2147484158" r:id="rId10"/>
    <p:sldLayoutId id="2147484159" r:id="rId11"/>
    <p:sldLayoutId id="2147484160" r:id="rId12"/>
    <p:sldLayoutId id="2147484161" r:id="rId13"/>
  </p:sldLayoutIdLst>
  <p:hf hdr="0" dt="0"/>
  <p:txStyles>
    <p:titleStyle>
      <a:lvl1pPr algn="l" defTabSz="914355" rtl="0" eaLnBrk="1" latinLnBrk="0" hangingPunct="1">
        <a:lnSpc>
          <a:spcPct val="90000"/>
        </a:lnSpc>
        <a:spcBef>
          <a:spcPct val="0"/>
        </a:spcBef>
        <a:buNone/>
        <a:defRPr lang="en-IN" sz="2100" b="0" kern="0" baseline="0" dirty="0" smtClean="0">
          <a:solidFill>
            <a:srgbClr val="4E84C4"/>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userDrawn="1">
          <p15:clr>
            <a:srgbClr val="F26B43"/>
          </p15:clr>
        </p15:guide>
        <p15:guide id="2" pos="172" userDrawn="1">
          <p15:clr>
            <a:srgbClr val="F26B43"/>
          </p15:clr>
        </p15:guide>
        <p15:guide id="3" pos="5573" userDrawn="1">
          <p15:clr>
            <a:srgbClr val="F26B43"/>
          </p15:clr>
        </p15:guide>
        <p15:guide id="4" orient="horz" pos="1720" userDrawn="1">
          <p15:clr>
            <a:srgbClr val="F26B43"/>
          </p15:clr>
        </p15:guide>
        <p15:guide id="5" orient="horz" pos="2916" userDrawn="1">
          <p15:clr>
            <a:srgbClr val="F26B43"/>
          </p15:clr>
        </p15:guide>
        <p15:guide id="6" orient="horz" pos="531" userDrawn="1">
          <p15:clr>
            <a:srgbClr val="F26B43"/>
          </p15:clr>
        </p15:guide>
        <p15:guide id="7"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9" y="1276354"/>
            <a:ext cx="4042988" cy="381515"/>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719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6" name="Rectangle 5">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4" name="Group 3">
            <a:extLst>
              <a:ext uri="{FF2B5EF4-FFF2-40B4-BE49-F238E27FC236}">
                <a16:creationId xmlns:a16="http://schemas.microsoft.com/office/drawing/2014/main" id="{513AB597-EB64-CE3F-953B-52503B4D000B}"/>
              </a:ext>
            </a:extLst>
          </p:cNvPr>
          <p:cNvGrpSpPr/>
          <p:nvPr userDrawn="1"/>
        </p:nvGrpSpPr>
        <p:grpSpPr>
          <a:xfrm>
            <a:off x="219079" y="120396"/>
            <a:ext cx="8647111" cy="504364"/>
            <a:chOff x="219077" y="100726"/>
            <a:chExt cx="8647111" cy="504364"/>
          </a:xfrm>
        </p:grpSpPr>
        <p:pic>
          <p:nvPicPr>
            <p:cNvPr id="5" name="Graphic 4">
              <a:extLst>
                <a:ext uri="{FF2B5EF4-FFF2-40B4-BE49-F238E27FC236}">
                  <a16:creationId xmlns:a16="http://schemas.microsoft.com/office/drawing/2014/main" id="{F0651C26-EA84-03D9-38D3-26F90B09392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6534" b="36534"/>
            <a:stretch/>
          </p:blipFill>
          <p:spPr>
            <a:xfrm>
              <a:off x="219077" y="169836"/>
              <a:ext cx="1616067" cy="435254"/>
            </a:xfrm>
            <a:prstGeom prst="rect">
              <a:avLst/>
            </a:prstGeom>
          </p:spPr>
        </p:pic>
        <p:pic>
          <p:nvPicPr>
            <p:cNvPr id="8" name="Picture 7" descr="A white logo on a black background&#10;&#10;Description automatically generated">
              <a:extLst>
                <a:ext uri="{FF2B5EF4-FFF2-40B4-BE49-F238E27FC236}">
                  <a16:creationId xmlns:a16="http://schemas.microsoft.com/office/drawing/2014/main" id="{A1ED308E-44AD-3158-DD83-C59FFFAE9BD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1909491059"/>
      </p:ext>
    </p:extLst>
  </p:cSld>
  <p:clrMap bg1="lt1" tx1="dk1" bg2="lt2" tx2="dk2" accent1="accent1" accent2="accent2" accent3="accent3" accent4="accent4" accent5="accent5" accent6="accent6" hlink="hlink" folHlink="folHlink"/>
  <p:sldLayoutIdLst>
    <p:sldLayoutId id="2147483872" r:id="rId1"/>
  </p:sldLayoutIdLst>
  <p:hf hdr="0" dt="0"/>
  <p:txStyles>
    <p:titleStyle>
      <a:lvl1pPr algn="l" defTabSz="914355" rtl="0" eaLnBrk="1" latinLnBrk="0" hangingPunct="1">
        <a:lnSpc>
          <a:spcPct val="100000"/>
        </a:lnSpc>
        <a:spcBef>
          <a:spcPct val="0"/>
        </a:spcBef>
        <a:buNone/>
        <a:defRPr lang="en-US" sz="2400" b="0" i="0" kern="0" spc="-5" baseline="0" dirty="0">
          <a:solidFill>
            <a:srgbClr val="F4F3F9"/>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ADBEFC-FA18-4CB3-8943-7B03BFC04162}"/>
              </a:ext>
            </a:extLst>
          </p:cNvPr>
          <p:cNvSpPr>
            <a:spLocks noGrp="1"/>
          </p:cNvSpPr>
          <p:nvPr>
            <p:ph type="title"/>
          </p:nvPr>
        </p:nvSpPr>
        <p:spPr>
          <a:xfrm>
            <a:off x="192993" y="107916"/>
            <a:ext cx="7886195" cy="553027"/>
          </a:xfrm>
          <a:prstGeom prst="rect">
            <a:avLst/>
          </a:prstGeom>
        </p:spPr>
        <p:txBody>
          <a:bodyPr vert="horz" lIns="91440" tIns="45720" rIns="91440" bIns="45720" rtlCol="0" anchor="t">
            <a:noAutofit/>
          </a:bodyPr>
          <a:lstStyle/>
          <a:p>
            <a:pPr lvl="0"/>
            <a:r>
              <a:rPr lang="en-US"/>
              <a:t>Click to edit Master title style</a:t>
            </a:r>
          </a:p>
        </p:txBody>
      </p:sp>
      <p:cxnSp>
        <p:nvCxnSpPr>
          <p:cNvPr id="25" name="Straight Connector 24">
            <a:extLst>
              <a:ext uri="{FF2B5EF4-FFF2-40B4-BE49-F238E27FC236}">
                <a16:creationId xmlns:a16="http://schemas.microsoft.com/office/drawing/2014/main" id="{2062E987-DCEA-4D36-A8D6-3A4C817A4EDF}"/>
              </a:ext>
            </a:extLst>
          </p:cNvPr>
          <p:cNvCxnSpPr/>
          <p:nvPr userDrawn="1"/>
        </p:nvCxnSpPr>
        <p:spPr>
          <a:xfrm>
            <a:off x="4565002" y="4942596"/>
            <a:ext cx="0" cy="1271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Footer Placeholder 25">
            <a:extLst>
              <a:ext uri="{FF2B5EF4-FFF2-40B4-BE49-F238E27FC236}">
                <a16:creationId xmlns:a16="http://schemas.microsoft.com/office/drawing/2014/main" id="{6AC0F397-9BF6-4594-946F-74C8A8FA0175}"/>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US" sz="700">
                <a:solidFill>
                  <a:schemeClr val="bg1"/>
                </a:solidFill>
              </a:defRPr>
            </a:lvl1pPr>
          </a:lstStyle>
          <a:p>
            <a:r>
              <a:rPr lang="en-US"/>
              <a:t>TCS-CDG Confidential</a:t>
            </a:r>
          </a:p>
        </p:txBody>
      </p:sp>
      <p:sp>
        <p:nvSpPr>
          <p:cNvPr id="28" name="Rectangle 71">
            <a:extLst>
              <a:ext uri="{FF2B5EF4-FFF2-40B4-BE49-F238E27FC236}">
                <a16:creationId xmlns:a16="http://schemas.microsoft.com/office/drawing/2014/main" id="{D6FF4C5E-6B0C-4334-B3AE-3C2ABAF43B4C}"/>
              </a:ext>
            </a:extLst>
          </p:cNvPr>
          <p:cNvSpPr txBox="1">
            <a:spLocks noChangeArrowheads="1"/>
          </p:cNvSpPr>
          <p:nvPr userDrawn="1"/>
        </p:nvSpPr>
        <p:spPr bwMode="auto">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sz="700" noProof="0" smtClean="0">
                <a:solidFill>
                  <a:schemeClr val="bg1"/>
                </a:solidFill>
              </a:rPr>
              <a:pPr lvl="0"/>
              <a:t>‹#›</a:t>
            </a:fld>
            <a:r>
              <a:rPr lang="en-US" sz="700" noProof="0">
                <a:solidFill>
                  <a:schemeClr val="bg1"/>
                </a:solidFill>
              </a:rPr>
              <a:t> </a:t>
            </a:r>
          </a:p>
        </p:txBody>
      </p:sp>
      <p:sp>
        <p:nvSpPr>
          <p:cNvPr id="18" name="Rectangle 17">
            <a:extLst>
              <a:ext uri="{FF2B5EF4-FFF2-40B4-BE49-F238E27FC236}">
                <a16:creationId xmlns:a16="http://schemas.microsoft.com/office/drawing/2014/main" id="{F96B849F-0F60-4E8F-BA8E-E91C2BE0ED3F}"/>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9" name="Straight Connector 18">
            <a:extLst>
              <a:ext uri="{FF2B5EF4-FFF2-40B4-BE49-F238E27FC236}">
                <a16:creationId xmlns:a16="http://schemas.microsoft.com/office/drawing/2014/main" id="{2BB49C25-A889-40F6-B435-4920BCF97B82}"/>
              </a:ext>
            </a:extLst>
          </p:cNvPr>
          <p:cNvCxnSpPr>
            <a:cxnSpLocks/>
          </p:cNvCxnSpPr>
          <p:nvPr userDrawn="1"/>
        </p:nvCxnSpPr>
        <p:spPr>
          <a:xfrm>
            <a:off x="91079" y="273502"/>
            <a:ext cx="107556" cy="0"/>
          </a:xfrm>
          <a:prstGeom prst="line">
            <a:avLst/>
          </a:prstGeom>
          <a:ln>
            <a:solidFill>
              <a:srgbClr val="4E84C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8E09A9F-6EB0-438C-A1AF-E44A166E116F}"/>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21" name="Rectangle 20">
            <a:extLst>
              <a:ext uri="{FF2B5EF4-FFF2-40B4-BE49-F238E27FC236}">
                <a16:creationId xmlns:a16="http://schemas.microsoft.com/office/drawing/2014/main" id="{2A06B8FF-CF61-4E23-AD6E-7102A245AB65}"/>
              </a:ext>
            </a:extLst>
          </p:cNvPr>
          <p:cNvSpPr/>
          <p:nvPr userDrawn="1"/>
        </p:nvSpPr>
        <p:spPr>
          <a:xfrm>
            <a:off x="24260"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pic>
        <p:nvPicPr>
          <p:cNvPr id="5" name="Graphic 4">
            <a:extLst>
              <a:ext uri="{FF2B5EF4-FFF2-40B4-BE49-F238E27FC236}">
                <a16:creationId xmlns:a16="http://schemas.microsoft.com/office/drawing/2014/main" id="{CF832A92-7EC0-48A4-AB00-6AD52B706E2E}"/>
              </a:ext>
            </a:extLst>
          </p:cNvPr>
          <p:cNvPicPr>
            <a:picLocks noChangeAspect="1"/>
          </p:cNvPicPr>
          <p:nvPr userDrawn="1"/>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5201" t="38245" r="4369" b="37400"/>
          <a:stretch/>
        </p:blipFill>
        <p:spPr>
          <a:xfrm>
            <a:off x="285751" y="4731771"/>
            <a:ext cx="1210439" cy="326006"/>
          </a:xfrm>
          <a:prstGeom prst="rect">
            <a:avLst/>
          </a:prstGeom>
        </p:spPr>
      </p:pic>
      <p:pic>
        <p:nvPicPr>
          <p:cNvPr id="3" name="Picture 2">
            <a:extLst>
              <a:ext uri="{FF2B5EF4-FFF2-40B4-BE49-F238E27FC236}">
                <a16:creationId xmlns:a16="http://schemas.microsoft.com/office/drawing/2014/main" id="{5F0862DB-D752-9721-B469-8AEB67A96A37}"/>
              </a:ext>
            </a:extLst>
          </p:cNvPr>
          <p:cNvPicPr>
            <a:picLocks noChangeAspect="1"/>
          </p:cNvPicPr>
          <p:nvPr userDrawn="1"/>
        </p:nvPicPr>
        <p:blipFill>
          <a:blip r:embed="rId7">
            <a:biLevel thresh="25000"/>
            <a:extLst>
              <a:ext uri="{28A0092B-C50C-407E-A947-70E740481C1C}">
                <a14:useLocalDpi xmlns:a14="http://schemas.microsoft.com/office/drawing/2010/main" val="0"/>
              </a:ext>
            </a:extLst>
          </a:blip>
          <a:srcRect l="728" r="728"/>
          <a:stretch/>
        </p:blipFill>
        <p:spPr>
          <a:xfrm>
            <a:off x="8422282" y="4647629"/>
            <a:ext cx="435969" cy="387958"/>
          </a:xfrm>
          <a:prstGeom prst="rect">
            <a:avLst/>
          </a:prstGeom>
        </p:spPr>
      </p:pic>
    </p:spTree>
    <p:extLst>
      <p:ext uri="{BB962C8B-B14F-4D97-AF65-F5344CB8AC3E}">
        <p14:creationId xmlns:p14="http://schemas.microsoft.com/office/powerpoint/2010/main" val="798161704"/>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Lst>
  <p:hf sldNum="0" hdr="0" dt="0"/>
  <p:txStyles>
    <p:titleStyle>
      <a:lvl1pPr algn="l" defTabSz="914333" rtl="0" eaLnBrk="1" latinLnBrk="0" hangingPunct="1">
        <a:lnSpc>
          <a:spcPct val="90000"/>
        </a:lnSpc>
        <a:spcBef>
          <a:spcPct val="0"/>
        </a:spcBef>
        <a:buNone/>
        <a:defRPr lang="en-US" sz="2100" b="0" kern="0" baseline="0" dirty="0">
          <a:solidFill>
            <a:schemeClr val="bg1"/>
          </a:solidFill>
          <a:latin typeface="+mj-lt"/>
          <a:ea typeface="+mj-ea"/>
          <a:cs typeface="+mj-cs"/>
        </a:defRPr>
      </a:lvl1pPr>
    </p:titleStyle>
    <p:bodyStyle>
      <a:lvl1pPr marL="228582" indent="-228582" algn="l" defTabSz="914333" rtl="0" eaLnBrk="1" latinLnBrk="0" hangingPunct="1">
        <a:lnSpc>
          <a:spcPct val="90000"/>
        </a:lnSpc>
        <a:spcBef>
          <a:spcPts val="1000"/>
        </a:spcBef>
        <a:buClr>
          <a:srgbClr val="007DC5"/>
        </a:buClr>
        <a:buFont typeface="Arial" panose="020B0604020202020204" pitchFamily="34" charset="0"/>
        <a:buChar char="•"/>
        <a:defRPr lang="en-US" sz="1200" kern="1200" smtClean="0">
          <a:solidFill>
            <a:schemeClr val="bg1"/>
          </a:solidFill>
          <a:latin typeface="+mn-lt"/>
          <a:ea typeface="+mn-ea"/>
          <a:cs typeface="+mn-cs"/>
        </a:defRPr>
      </a:lvl1pPr>
      <a:lvl2pPr marL="379352" indent="-171446" algn="l" defTabSz="914333" rtl="0" eaLnBrk="1" latinLnBrk="0" hangingPunct="1">
        <a:lnSpc>
          <a:spcPct val="90000"/>
        </a:lnSpc>
        <a:spcBef>
          <a:spcPts val="500"/>
        </a:spcBef>
        <a:buClr>
          <a:srgbClr val="007DC5"/>
        </a:buClr>
        <a:buFont typeface="Arial" panose="020B0604020202020204" pitchFamily="34" charset="0"/>
        <a:buChar char="•"/>
        <a:defRPr lang="en-US" sz="1200" kern="1200" dirty="0" smtClean="0">
          <a:solidFill>
            <a:schemeClr val="bg1"/>
          </a:solidFill>
          <a:latin typeface="+mn-lt"/>
          <a:ea typeface="+mn-ea"/>
          <a:cs typeface="+mn-cs"/>
        </a:defRPr>
      </a:lvl2pPr>
      <a:lvl3pPr marL="587258" indent="-171446" algn="l" defTabSz="914333" rtl="0" eaLnBrk="1" latinLnBrk="0" hangingPunct="1">
        <a:lnSpc>
          <a:spcPct val="90000"/>
        </a:lnSpc>
        <a:spcBef>
          <a:spcPts val="500"/>
        </a:spcBef>
        <a:buClr>
          <a:srgbClr val="007DC5"/>
        </a:buClr>
        <a:buFont typeface="Arial" panose="020B0604020202020204" pitchFamily="34" charset="0"/>
        <a:buChar char="•"/>
        <a:defRPr lang="en-US" sz="1200" kern="1200" dirty="0" smtClean="0">
          <a:solidFill>
            <a:schemeClr val="bg1"/>
          </a:solidFill>
          <a:latin typeface="+mn-lt"/>
          <a:ea typeface="+mn-ea"/>
          <a:cs typeface="+mn-cs"/>
        </a:defRPr>
      </a:lvl3pPr>
      <a:lvl4pPr marL="795164" indent="-171446" algn="l" defTabSz="914333" rtl="0" eaLnBrk="1" latinLnBrk="0" hangingPunct="1">
        <a:lnSpc>
          <a:spcPct val="90000"/>
        </a:lnSpc>
        <a:spcBef>
          <a:spcPts val="500"/>
        </a:spcBef>
        <a:buClr>
          <a:srgbClr val="007DC5"/>
        </a:buClr>
        <a:buFont typeface="Arial" panose="020B0604020202020204" pitchFamily="34" charset="0"/>
        <a:buChar char="•"/>
        <a:defRPr lang="en-US" sz="1200" kern="1200" dirty="0" smtClean="0">
          <a:solidFill>
            <a:schemeClr val="bg1"/>
          </a:solidFill>
          <a:latin typeface="+mn-lt"/>
          <a:ea typeface="+mn-ea"/>
          <a:cs typeface="+mn-cs"/>
        </a:defRPr>
      </a:lvl4pPr>
      <a:lvl5pPr marL="1003071" indent="-171446" algn="l" defTabSz="914333" rtl="0" eaLnBrk="1" latinLnBrk="0" hangingPunct="1">
        <a:lnSpc>
          <a:spcPct val="90000"/>
        </a:lnSpc>
        <a:spcBef>
          <a:spcPts val="500"/>
        </a:spcBef>
        <a:buClr>
          <a:srgbClr val="007DC5"/>
        </a:buClr>
        <a:buFont typeface="Arial" panose="020B0604020202020204" pitchFamily="34" charset="0"/>
        <a:buChar char="•"/>
        <a:defRPr lang="en-US" sz="1200" kern="1200" dirty="0">
          <a:solidFill>
            <a:schemeClr val="bg1"/>
          </a:solidFill>
          <a:latin typeface="+mn-lt"/>
          <a:ea typeface="+mn-ea"/>
          <a:cs typeface="+mn-cs"/>
        </a:defRPr>
      </a:lvl5pPr>
      <a:lvl6pPr marL="2514411"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09"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8" algn="l" defTabSz="914333" rtl="0" eaLnBrk="1" latinLnBrk="0" hangingPunct="1">
        <a:defRPr sz="1800" kern="1200">
          <a:solidFill>
            <a:schemeClr val="tx1"/>
          </a:solidFill>
          <a:latin typeface="+mn-lt"/>
          <a:ea typeface="+mn-ea"/>
          <a:cs typeface="+mn-cs"/>
        </a:defRPr>
      </a:lvl4pPr>
      <a:lvl5pPr marL="1828664" algn="l" defTabSz="914333" rtl="0" eaLnBrk="1" latinLnBrk="0" hangingPunct="1">
        <a:defRPr sz="1800" kern="1200">
          <a:solidFill>
            <a:schemeClr val="tx1"/>
          </a:solidFill>
          <a:latin typeface="+mn-lt"/>
          <a:ea typeface="+mn-ea"/>
          <a:cs typeface="+mn-cs"/>
        </a:defRPr>
      </a:lvl5pPr>
      <a:lvl6pPr marL="2285829" algn="l" defTabSz="914333" rtl="0" eaLnBrk="1" latinLnBrk="0" hangingPunct="1">
        <a:defRPr sz="1800" kern="1200">
          <a:solidFill>
            <a:schemeClr val="tx1"/>
          </a:solidFill>
          <a:latin typeface="+mn-lt"/>
          <a:ea typeface="+mn-ea"/>
          <a:cs typeface="+mn-cs"/>
        </a:defRPr>
      </a:lvl6pPr>
      <a:lvl7pPr marL="2742995" algn="l" defTabSz="914333" rtl="0" eaLnBrk="1" latinLnBrk="0" hangingPunct="1">
        <a:defRPr sz="1800" kern="1200">
          <a:solidFill>
            <a:schemeClr val="tx1"/>
          </a:solidFill>
          <a:latin typeface="+mn-lt"/>
          <a:ea typeface="+mn-ea"/>
          <a:cs typeface="+mn-cs"/>
        </a:defRPr>
      </a:lvl7pPr>
      <a:lvl8pPr marL="3200160" algn="l" defTabSz="914333" rtl="0" eaLnBrk="1" latinLnBrk="0" hangingPunct="1">
        <a:defRPr sz="1800" kern="1200">
          <a:solidFill>
            <a:schemeClr val="tx1"/>
          </a:solidFill>
          <a:latin typeface="+mn-lt"/>
          <a:ea typeface="+mn-ea"/>
          <a:cs typeface="+mn-cs"/>
        </a:defRPr>
      </a:lvl8pPr>
      <a:lvl9pPr marL="3657326"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557">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F83842-6792-443C-8ADD-548A11D67CE1}"/>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E3AF219F-7EEE-4E0A-BE98-F63760BECB6A}"/>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4CA941-F2C4-474E-A1C0-87930FACB8D8}"/>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4" name="Rectangle 13">
            <a:extLst>
              <a:ext uri="{FF2B5EF4-FFF2-40B4-BE49-F238E27FC236}">
                <a16:creationId xmlns:a16="http://schemas.microsoft.com/office/drawing/2014/main" id="{86750701-58D4-4101-89A4-E4C0613A06D1}"/>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BEC3F55E-80C5-FA58-BEE1-B1EA909AB2F1}"/>
              </a:ext>
            </a:extLst>
          </p:cNvPr>
          <p:cNvGrpSpPr/>
          <p:nvPr userDrawn="1"/>
        </p:nvGrpSpPr>
        <p:grpSpPr>
          <a:xfrm>
            <a:off x="288868" y="100726"/>
            <a:ext cx="8577320" cy="504363"/>
            <a:chOff x="288868" y="100726"/>
            <a:chExt cx="8577320" cy="504363"/>
          </a:xfrm>
        </p:grpSpPr>
        <p:pic>
          <p:nvPicPr>
            <p:cNvPr id="3" name="Graphic 2">
              <a:extLst>
                <a:ext uri="{FF2B5EF4-FFF2-40B4-BE49-F238E27FC236}">
                  <a16:creationId xmlns:a16="http://schemas.microsoft.com/office/drawing/2014/main" id="{0485C5A4-B4D1-7A55-6E82-3E12E35D3F55}"/>
                </a:ext>
              </a:extLst>
            </p:cNvPr>
            <p:cNvPicPr>
              <a:picLocks noChangeAspect="1"/>
            </p:cNvPicPr>
            <p:nvPr userDrawn="1"/>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5201" t="38245" r="4369" b="37400"/>
            <a:stretch/>
          </p:blipFill>
          <p:spPr>
            <a:xfrm>
              <a:off x="288868" y="188632"/>
              <a:ext cx="1546276" cy="416457"/>
            </a:xfrm>
            <a:prstGeom prst="rect">
              <a:avLst/>
            </a:prstGeom>
          </p:spPr>
        </p:pic>
        <p:pic>
          <p:nvPicPr>
            <p:cNvPr id="4" name="Picture 3" descr="A white logo on a black background&#10;&#10;Description automatically generated">
              <a:extLst>
                <a:ext uri="{FF2B5EF4-FFF2-40B4-BE49-F238E27FC236}">
                  <a16:creationId xmlns:a16="http://schemas.microsoft.com/office/drawing/2014/main" id="{2EED0747-E087-BD83-3541-DFDDE1A93175}"/>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911667847"/>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Lst>
  <p:hf sldNum="0" hdr="0" dt="0"/>
  <p:txStyles>
    <p:titleStyle>
      <a:lvl1pPr algn="l" defTabSz="914333" rtl="0" eaLnBrk="1" latinLnBrk="0" hangingPunct="1">
        <a:lnSpc>
          <a:spcPct val="90000"/>
        </a:lnSpc>
        <a:spcBef>
          <a:spcPct val="0"/>
        </a:spcBef>
        <a:buNone/>
        <a:defRPr lang="en-US" sz="2100" b="0" kern="0" baseline="0" dirty="0">
          <a:solidFill>
            <a:schemeClr val="bg1"/>
          </a:solidFill>
          <a:latin typeface="+mj-lt"/>
          <a:ea typeface="+mj-ea"/>
          <a:cs typeface="+mj-cs"/>
        </a:defRPr>
      </a:lvl1pPr>
    </p:titleStyle>
    <p:bodyStyle>
      <a:lvl1pPr marL="228582" indent="-228582" algn="l" defTabSz="914333"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49" indent="-228582" algn="l" defTabSz="914333"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915" indent="-228582" algn="l" defTabSz="914333"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80" indent="-228582" algn="l" defTabSz="914333"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246" indent="-228582" algn="l" defTabSz="914333"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411"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09"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8" algn="l" defTabSz="914333" rtl="0" eaLnBrk="1" latinLnBrk="0" hangingPunct="1">
        <a:defRPr sz="1800" kern="1200">
          <a:solidFill>
            <a:schemeClr val="tx1"/>
          </a:solidFill>
          <a:latin typeface="+mn-lt"/>
          <a:ea typeface="+mn-ea"/>
          <a:cs typeface="+mn-cs"/>
        </a:defRPr>
      </a:lvl4pPr>
      <a:lvl5pPr marL="1828664" algn="l" defTabSz="914333" rtl="0" eaLnBrk="1" latinLnBrk="0" hangingPunct="1">
        <a:defRPr sz="1800" kern="1200">
          <a:solidFill>
            <a:schemeClr val="tx1"/>
          </a:solidFill>
          <a:latin typeface="+mn-lt"/>
          <a:ea typeface="+mn-ea"/>
          <a:cs typeface="+mn-cs"/>
        </a:defRPr>
      </a:lvl5pPr>
      <a:lvl6pPr marL="2285829" algn="l" defTabSz="914333" rtl="0" eaLnBrk="1" latinLnBrk="0" hangingPunct="1">
        <a:defRPr sz="1800" kern="1200">
          <a:solidFill>
            <a:schemeClr val="tx1"/>
          </a:solidFill>
          <a:latin typeface="+mn-lt"/>
          <a:ea typeface="+mn-ea"/>
          <a:cs typeface="+mn-cs"/>
        </a:defRPr>
      </a:lvl6pPr>
      <a:lvl7pPr marL="2742995" algn="l" defTabSz="914333" rtl="0" eaLnBrk="1" latinLnBrk="0" hangingPunct="1">
        <a:defRPr sz="1800" kern="1200">
          <a:solidFill>
            <a:schemeClr val="tx1"/>
          </a:solidFill>
          <a:latin typeface="+mn-lt"/>
          <a:ea typeface="+mn-ea"/>
          <a:cs typeface="+mn-cs"/>
        </a:defRPr>
      </a:lvl7pPr>
      <a:lvl8pPr marL="3200160" algn="l" defTabSz="914333" rtl="0" eaLnBrk="1" latinLnBrk="0" hangingPunct="1">
        <a:defRPr sz="1800" kern="1200">
          <a:solidFill>
            <a:schemeClr val="tx1"/>
          </a:solidFill>
          <a:latin typeface="+mn-lt"/>
          <a:ea typeface="+mn-ea"/>
          <a:cs typeface="+mn-cs"/>
        </a:defRPr>
      </a:lvl8pPr>
      <a:lvl9pPr marL="3657326"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480">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8216FA1-4A56-46E6-BB77-D6006B7684D3}"/>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9" name="Rectangle 8">
            <a:extLst>
              <a:ext uri="{FF2B5EF4-FFF2-40B4-BE49-F238E27FC236}">
                <a16:creationId xmlns:a16="http://schemas.microsoft.com/office/drawing/2014/main" id="{2D4BC39D-DEC7-4FC1-BFC5-98DE92A66721}"/>
              </a:ext>
            </a:extLst>
          </p:cNvPr>
          <p:cNvSpPr/>
          <p:nvPr userDrawn="1"/>
        </p:nvSpPr>
        <p:spPr>
          <a:xfrm>
            <a:off x="292099" y="2395468"/>
            <a:ext cx="2650475" cy="350737"/>
          </a:xfrm>
          <a:prstGeom prst="rect">
            <a:avLst/>
          </a:prstGeom>
        </p:spPr>
        <p:txBody>
          <a:bodyPr vert="horz" wrap="square" lIns="0" tIns="12065" rIns="0" bIns="0" rtlCol="0" anchor="ctr">
            <a:spAutoFit/>
          </a:bodyPr>
          <a:lstStyle/>
          <a:p>
            <a:pPr lvl="0"/>
            <a:r>
              <a:rPr lang="en-US" sz="2200" b="0" kern="0" baseline="0">
                <a:solidFill>
                  <a:schemeClr val="bg1"/>
                </a:solidFill>
                <a:latin typeface="+mj-lt"/>
                <a:ea typeface="+mj-ea"/>
                <a:cs typeface="+mj-cs"/>
              </a:rPr>
              <a:t>Thank you</a:t>
            </a:r>
          </a:p>
        </p:txBody>
      </p:sp>
      <p:sp>
        <p:nvSpPr>
          <p:cNvPr id="10" name="object 5">
            <a:extLst>
              <a:ext uri="{FF2B5EF4-FFF2-40B4-BE49-F238E27FC236}">
                <a16:creationId xmlns:a16="http://schemas.microsoft.com/office/drawing/2014/main" id="{37FEB07C-5878-4697-A42C-CB8DD47499D0}"/>
              </a:ext>
            </a:extLst>
          </p:cNvPr>
          <p:cNvSpPr txBox="1"/>
          <p:nvPr userDrawn="1"/>
        </p:nvSpPr>
        <p:spPr>
          <a:xfrm>
            <a:off x="288869" y="4927600"/>
            <a:ext cx="1902444" cy="107722"/>
          </a:xfrm>
          <a:prstGeom prst="rect">
            <a:avLst/>
          </a:prstGeom>
        </p:spPr>
        <p:txBody>
          <a:bodyPr vert="horz" wrap="none" lIns="0" tIns="0" rIns="0" bIns="0" rtlCol="0">
            <a:spAutoFit/>
          </a:bodyPr>
          <a:lstStyle/>
          <a:p>
            <a:pPr marL="5776">
              <a:lnSpc>
                <a:spcPct val="100000"/>
              </a:lnSpc>
              <a:spcBef>
                <a:spcPts val="45"/>
              </a:spcBef>
            </a:pPr>
            <a:r>
              <a:rPr sz="700" b="0" spc="-2">
                <a:solidFill>
                  <a:schemeClr val="bg1"/>
                </a:solidFill>
                <a:latin typeface="Calibri"/>
                <a:cs typeface="Calibri"/>
              </a:rPr>
              <a:t>Copyright</a:t>
            </a:r>
            <a:r>
              <a:rPr sz="700" b="0" spc="-7">
                <a:solidFill>
                  <a:schemeClr val="bg1"/>
                </a:solidFill>
                <a:latin typeface="Calibri"/>
                <a:cs typeface="Calibri"/>
              </a:rPr>
              <a:t> </a:t>
            </a:r>
            <a:r>
              <a:rPr sz="700" b="0">
                <a:solidFill>
                  <a:schemeClr val="bg1"/>
                </a:solidFill>
                <a:latin typeface="Calibri"/>
                <a:cs typeface="Calibri"/>
              </a:rPr>
              <a:t>©</a:t>
            </a:r>
            <a:r>
              <a:rPr sz="700" b="0" spc="-7">
                <a:solidFill>
                  <a:schemeClr val="bg1"/>
                </a:solidFill>
                <a:latin typeface="Calibri"/>
                <a:cs typeface="Calibri"/>
              </a:rPr>
              <a:t> </a:t>
            </a:r>
            <a:r>
              <a:rPr sz="700" b="0">
                <a:solidFill>
                  <a:schemeClr val="bg1"/>
                </a:solidFill>
                <a:latin typeface="Calibri"/>
                <a:cs typeface="Calibri"/>
              </a:rPr>
              <a:t>202</a:t>
            </a:r>
            <a:r>
              <a:rPr lang="en-IN" sz="700" b="0">
                <a:solidFill>
                  <a:schemeClr val="bg1"/>
                </a:solidFill>
                <a:latin typeface="Calibri"/>
                <a:cs typeface="Calibri"/>
              </a:rPr>
              <a:t>4</a:t>
            </a:r>
            <a:r>
              <a:rPr sz="700" b="0" spc="-2">
                <a:solidFill>
                  <a:schemeClr val="bg1"/>
                </a:solidFill>
                <a:latin typeface="Calibri"/>
                <a:cs typeface="Calibri"/>
              </a:rPr>
              <a:t> Tata</a:t>
            </a:r>
            <a:r>
              <a:rPr sz="700" b="0" spc="-7">
                <a:solidFill>
                  <a:schemeClr val="bg1"/>
                </a:solidFill>
                <a:latin typeface="Calibri"/>
                <a:cs typeface="Calibri"/>
              </a:rPr>
              <a:t> </a:t>
            </a:r>
            <a:r>
              <a:rPr sz="700" b="0" spc="-2">
                <a:solidFill>
                  <a:schemeClr val="bg1"/>
                </a:solidFill>
                <a:latin typeface="Calibri"/>
                <a:cs typeface="Calibri"/>
              </a:rPr>
              <a:t>Consultancy</a:t>
            </a:r>
            <a:r>
              <a:rPr sz="700" b="0" spc="-7">
                <a:solidFill>
                  <a:schemeClr val="bg1"/>
                </a:solidFill>
                <a:latin typeface="Calibri"/>
                <a:cs typeface="Calibri"/>
              </a:rPr>
              <a:t> </a:t>
            </a:r>
            <a:r>
              <a:rPr sz="700" b="0" spc="-2">
                <a:solidFill>
                  <a:schemeClr val="bg1"/>
                </a:solidFill>
                <a:latin typeface="Calibri"/>
                <a:cs typeface="Calibri"/>
              </a:rPr>
              <a:t>Services Limited</a:t>
            </a:r>
            <a:endParaRPr sz="700" b="0">
              <a:solidFill>
                <a:schemeClr val="bg1"/>
              </a:solidFill>
              <a:latin typeface="Calibri"/>
              <a:cs typeface="Calibri"/>
            </a:endParaRPr>
          </a:p>
        </p:txBody>
      </p:sp>
      <p:pic>
        <p:nvPicPr>
          <p:cNvPr id="3" name="Graphic 2">
            <a:extLst>
              <a:ext uri="{FF2B5EF4-FFF2-40B4-BE49-F238E27FC236}">
                <a16:creationId xmlns:a16="http://schemas.microsoft.com/office/drawing/2014/main" id="{27600BCE-C87B-5B0A-0301-F38ED7B5A0D4}"/>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5201" t="38245" r="4369" b="37400"/>
          <a:stretch/>
        </p:blipFill>
        <p:spPr>
          <a:xfrm>
            <a:off x="288869" y="188633"/>
            <a:ext cx="1546276" cy="416457"/>
          </a:xfrm>
          <a:prstGeom prst="rect">
            <a:avLst/>
          </a:prstGeom>
        </p:spPr>
      </p:pic>
      <p:pic>
        <p:nvPicPr>
          <p:cNvPr id="4" name="Picture 3" descr="A white logo on a black background&#10;&#10;Description automatically generated">
            <a:extLst>
              <a:ext uri="{FF2B5EF4-FFF2-40B4-BE49-F238E27FC236}">
                <a16:creationId xmlns:a16="http://schemas.microsoft.com/office/drawing/2014/main" id="{078D749F-9A1E-D7FD-4C7C-00FD0CEBD3B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22000" t="24814" r="21396" b="24815"/>
          <a:stretch/>
        </p:blipFill>
        <p:spPr>
          <a:xfrm>
            <a:off x="8383181" y="100727"/>
            <a:ext cx="543413" cy="483573"/>
          </a:xfrm>
          <a:prstGeom prst="rect">
            <a:avLst/>
          </a:prstGeom>
        </p:spPr>
      </p:pic>
    </p:spTree>
    <p:extLst>
      <p:ext uri="{BB962C8B-B14F-4D97-AF65-F5344CB8AC3E}">
        <p14:creationId xmlns:p14="http://schemas.microsoft.com/office/powerpoint/2010/main" val="1636581504"/>
      </p:ext>
    </p:extLst>
  </p:cSld>
  <p:clrMap bg1="lt1" tx1="dk1" bg2="lt2" tx2="dk2" accent1="accent1" accent2="accent2" accent3="accent3" accent4="accent4" accent5="accent5" accent6="accent6" hlink="hlink" folHlink="folHlink"/>
  <p:sldLayoutIdLst>
    <p:sldLayoutId id="2147484148" r:id="rId1"/>
  </p:sldLayoutIdLst>
  <p:hf sldNum="0" hdr="0" dt="0"/>
  <p:txStyles>
    <p:titleStyle>
      <a:lvl1pPr algn="l" defTabSz="914333" rtl="0" eaLnBrk="1" latinLnBrk="0" hangingPunct="1">
        <a:lnSpc>
          <a:spcPct val="90000"/>
        </a:lnSpc>
        <a:spcBef>
          <a:spcPct val="0"/>
        </a:spcBef>
        <a:buNone/>
        <a:defRPr lang="en-US" sz="2200" b="0" kern="0" baseline="0" dirty="0">
          <a:solidFill>
            <a:schemeClr val="bg1"/>
          </a:solidFill>
          <a:latin typeface="+mj-lt"/>
          <a:ea typeface="+mj-ea"/>
          <a:cs typeface="+mj-cs"/>
        </a:defRPr>
      </a:lvl1pPr>
    </p:titleStyle>
    <p:bodyStyle>
      <a:lvl1pPr marL="228582" indent="-228582" algn="l" defTabSz="914333"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49" indent="-228582" algn="l" defTabSz="914333"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915" indent="-228582" algn="l" defTabSz="914333"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80" indent="-228582" algn="l" defTabSz="914333"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246" indent="-228582" algn="l" defTabSz="914333"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411"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09" indent="-228582" algn="l" defTabSz="91433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8" algn="l" defTabSz="914333" rtl="0" eaLnBrk="1" latinLnBrk="0" hangingPunct="1">
        <a:defRPr sz="1800" kern="1200">
          <a:solidFill>
            <a:schemeClr val="tx1"/>
          </a:solidFill>
          <a:latin typeface="+mn-lt"/>
          <a:ea typeface="+mn-ea"/>
          <a:cs typeface="+mn-cs"/>
        </a:defRPr>
      </a:lvl4pPr>
      <a:lvl5pPr marL="1828664" algn="l" defTabSz="914333" rtl="0" eaLnBrk="1" latinLnBrk="0" hangingPunct="1">
        <a:defRPr sz="1800" kern="1200">
          <a:solidFill>
            <a:schemeClr val="tx1"/>
          </a:solidFill>
          <a:latin typeface="+mn-lt"/>
          <a:ea typeface="+mn-ea"/>
          <a:cs typeface="+mn-cs"/>
        </a:defRPr>
      </a:lvl5pPr>
      <a:lvl6pPr marL="2285829" algn="l" defTabSz="914333" rtl="0" eaLnBrk="1" latinLnBrk="0" hangingPunct="1">
        <a:defRPr sz="1800" kern="1200">
          <a:solidFill>
            <a:schemeClr val="tx1"/>
          </a:solidFill>
          <a:latin typeface="+mn-lt"/>
          <a:ea typeface="+mn-ea"/>
          <a:cs typeface="+mn-cs"/>
        </a:defRPr>
      </a:lvl6pPr>
      <a:lvl7pPr marL="2742995" algn="l" defTabSz="914333" rtl="0" eaLnBrk="1" latinLnBrk="0" hangingPunct="1">
        <a:defRPr sz="1800" kern="1200">
          <a:solidFill>
            <a:schemeClr val="tx1"/>
          </a:solidFill>
          <a:latin typeface="+mn-lt"/>
          <a:ea typeface="+mn-ea"/>
          <a:cs typeface="+mn-cs"/>
        </a:defRPr>
      </a:lvl7pPr>
      <a:lvl8pPr marL="3200160" algn="l" defTabSz="914333" rtl="0" eaLnBrk="1" latinLnBrk="0" hangingPunct="1">
        <a:defRPr sz="1800" kern="1200">
          <a:solidFill>
            <a:schemeClr val="tx1"/>
          </a:solidFill>
          <a:latin typeface="+mn-lt"/>
          <a:ea typeface="+mn-ea"/>
          <a:cs typeface="+mn-cs"/>
        </a:defRPr>
      </a:lvl8pPr>
      <a:lvl9pPr marL="3657326"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orient="horz" pos="85">
          <p15:clr>
            <a:srgbClr val="F26B43"/>
          </p15:clr>
        </p15:guide>
        <p15:guide id="4" orient="horz" pos="480">
          <p15:clr>
            <a:srgbClr val="F26B43"/>
          </p15:clr>
        </p15:guide>
        <p15:guide id="5" orient="horz" pos="705">
          <p15:clr>
            <a:srgbClr val="F26B43"/>
          </p15:clr>
        </p15:guide>
        <p15:guide id="6" orient="horz" pos="3943">
          <p15:clr>
            <a:srgbClr val="F26B43"/>
          </p15:clr>
        </p15:guide>
        <p15:guide id="8" pos="7447">
          <p15:clr>
            <a:srgbClr val="F26B43"/>
          </p15:clr>
        </p15:guide>
        <p15:guide id="9" pos="240">
          <p15:clr>
            <a:srgbClr val="F26B43"/>
          </p15:clr>
        </p15:guide>
        <p15:guide id="10" orient="horz" pos="422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674A964-E617-460A-94A6-E2CA9144DB51}"/>
              </a:ext>
            </a:extLst>
          </p:cNvPr>
          <p:cNvSpPr>
            <a:spLocks noGrp="1"/>
          </p:cNvSpPr>
          <p:nvPr>
            <p:ph type="body" sz="quarter" idx="10"/>
          </p:nvPr>
        </p:nvSpPr>
        <p:spPr>
          <a:xfrm>
            <a:off x="281237" y="2571750"/>
            <a:ext cx="4471737" cy="509755"/>
          </a:xfrm>
        </p:spPr>
        <p:txBody>
          <a:bodyPr/>
          <a:lstStyle/>
          <a:p>
            <a:r>
              <a:rPr lang="en-US" dirty="0"/>
              <a:t>Team </a:t>
            </a:r>
            <a:r>
              <a:rPr lang="en-US" b="1" dirty="0"/>
              <a:t>1:</a:t>
            </a:r>
          </a:p>
          <a:p>
            <a:r>
              <a:rPr lang="en-GB" dirty="0"/>
              <a:t>Dhina, Victor, Sammy, Munah &amp; Wen Huat </a:t>
            </a:r>
            <a:endParaRPr lang="en-US" b="1" dirty="0"/>
          </a:p>
        </p:txBody>
      </p:sp>
      <p:sp>
        <p:nvSpPr>
          <p:cNvPr id="5" name="Text Placeholder 3">
            <a:extLst>
              <a:ext uri="{FF2B5EF4-FFF2-40B4-BE49-F238E27FC236}">
                <a16:creationId xmlns:a16="http://schemas.microsoft.com/office/drawing/2014/main" id="{A0E72750-D516-A950-0CDF-048F0A1819D5}"/>
              </a:ext>
            </a:extLst>
          </p:cNvPr>
          <p:cNvSpPr>
            <a:spLocks noGrp="1"/>
          </p:cNvSpPr>
          <p:nvPr>
            <p:ph type="body" sz="quarter" idx="11"/>
          </p:nvPr>
        </p:nvSpPr>
        <p:spPr>
          <a:xfrm>
            <a:off x="281238" y="3533020"/>
            <a:ext cx="1331610" cy="430887"/>
          </a:xfrm>
        </p:spPr>
        <p:txBody>
          <a:bodyPr/>
          <a:lstStyle/>
          <a:p>
            <a:r>
              <a:rPr lang="en-US" baseline="30000" dirty="0"/>
              <a:t>27th</a:t>
            </a:r>
            <a:r>
              <a:rPr lang="en-US" dirty="0"/>
              <a:t> Feb 2026</a:t>
            </a:r>
          </a:p>
          <a:p>
            <a:endParaRPr lang="en-US" dirty="0"/>
          </a:p>
          <a:p>
            <a:r>
              <a:rPr lang="en-US" sz="800" dirty="0"/>
              <a:t>TCS Confidential</a:t>
            </a:r>
          </a:p>
        </p:txBody>
      </p:sp>
      <p:sp>
        <p:nvSpPr>
          <p:cNvPr id="3" name="Title 2">
            <a:extLst>
              <a:ext uri="{FF2B5EF4-FFF2-40B4-BE49-F238E27FC236}">
                <a16:creationId xmlns:a16="http://schemas.microsoft.com/office/drawing/2014/main" id="{CA92460C-D9DB-8B6E-76FF-8E863D7F7F5B}"/>
              </a:ext>
            </a:extLst>
          </p:cNvPr>
          <p:cNvSpPr>
            <a:spLocks noGrp="1"/>
          </p:cNvSpPr>
          <p:nvPr>
            <p:ph type="title"/>
          </p:nvPr>
        </p:nvSpPr>
        <p:spPr>
          <a:xfrm>
            <a:off x="281238" y="1278447"/>
            <a:ext cx="6300794" cy="921056"/>
          </a:xfrm>
        </p:spPr>
        <p:txBody>
          <a:bodyPr/>
          <a:lstStyle/>
          <a:p>
            <a:r>
              <a:rPr lang="en-US" dirty="0"/>
              <a:t>Business Analysis Requirements Clarification Agent</a:t>
            </a:r>
            <a:endParaRPr lang="en-IN" sz="3200" dirty="0"/>
          </a:p>
        </p:txBody>
      </p:sp>
    </p:spTree>
    <p:extLst>
      <p:ext uri="{BB962C8B-B14F-4D97-AF65-F5344CB8AC3E}">
        <p14:creationId xmlns:p14="http://schemas.microsoft.com/office/powerpoint/2010/main" val="572474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AFCD6-A097-2DDC-619D-0ED469E75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BDDEB-56CC-3A90-4463-80605E821D2E}"/>
              </a:ext>
            </a:extLst>
          </p:cNvPr>
          <p:cNvSpPr>
            <a:spLocks noGrp="1"/>
          </p:cNvSpPr>
          <p:nvPr>
            <p:ph type="title"/>
          </p:nvPr>
        </p:nvSpPr>
        <p:spPr/>
        <p:txBody>
          <a:bodyPr/>
          <a:lstStyle/>
          <a:p>
            <a:r>
              <a:rPr lang="en-US" dirty="0"/>
              <a:t>Team Members (Team1)</a:t>
            </a:r>
          </a:p>
        </p:txBody>
      </p:sp>
      <p:sp>
        <p:nvSpPr>
          <p:cNvPr id="3" name="Footer Placeholder 2">
            <a:extLst>
              <a:ext uri="{FF2B5EF4-FFF2-40B4-BE49-F238E27FC236}">
                <a16:creationId xmlns:a16="http://schemas.microsoft.com/office/drawing/2014/main" id="{DDB5CD18-931B-0409-08F1-803138208D33}"/>
              </a:ext>
            </a:extLst>
          </p:cNvPr>
          <p:cNvSpPr>
            <a:spLocks noGrp="1"/>
          </p:cNvSpPr>
          <p:nvPr>
            <p:ph type="ftr" sz="quarter" idx="11"/>
          </p:nvPr>
        </p:nvSpPr>
        <p:spPr>
          <a:xfrm>
            <a:off x="4581524" y="4942596"/>
            <a:ext cx="1876425" cy="127170"/>
          </a:xfrm>
        </p:spPr>
        <p:txBody>
          <a:bodyPr/>
          <a:lstStyle/>
          <a:p>
            <a:r>
              <a:rPr lang="en-US" dirty="0"/>
              <a:t>TCS-Confidential</a:t>
            </a:r>
            <a:endParaRPr lang="en-IN" dirty="0"/>
          </a:p>
        </p:txBody>
      </p:sp>
      <p:sp>
        <p:nvSpPr>
          <p:cNvPr id="4" name="Slide Number Placeholder 3">
            <a:extLst>
              <a:ext uri="{FF2B5EF4-FFF2-40B4-BE49-F238E27FC236}">
                <a16:creationId xmlns:a16="http://schemas.microsoft.com/office/drawing/2014/main" id="{DBF7FA39-841C-BF7E-74A7-2FC0AE42E2AB}"/>
              </a:ext>
            </a:extLst>
          </p:cNvPr>
          <p:cNvSpPr>
            <a:spLocks noGrp="1"/>
          </p:cNvSpPr>
          <p:nvPr>
            <p:ph type="sldNum" sz="quarter" idx="12"/>
          </p:nvPr>
        </p:nvSpPr>
        <p:spPr/>
        <p:txBody>
          <a:bodyPr/>
          <a:lstStyle/>
          <a:p>
            <a:fld id="{662A0901-ACEF-4BE9-9C8C-C119B421173E}" type="slidenum">
              <a:rPr lang="en-IN" smtClean="0"/>
              <a:t>2</a:t>
            </a:fld>
            <a:endParaRPr lang="en-IN"/>
          </a:p>
        </p:txBody>
      </p:sp>
      <p:graphicFrame>
        <p:nvGraphicFramePr>
          <p:cNvPr id="5" name="Table 4">
            <a:extLst>
              <a:ext uri="{FF2B5EF4-FFF2-40B4-BE49-F238E27FC236}">
                <a16:creationId xmlns:a16="http://schemas.microsoft.com/office/drawing/2014/main" id="{8E9715A3-D262-BBAE-A48B-2BA432E28A04}"/>
              </a:ext>
            </a:extLst>
          </p:cNvPr>
          <p:cNvGraphicFramePr>
            <a:graphicFrameLocks noGrp="1"/>
          </p:cNvGraphicFramePr>
          <p:nvPr>
            <p:extLst>
              <p:ext uri="{D42A27DB-BD31-4B8C-83A1-F6EECF244321}">
                <p14:modId xmlns:p14="http://schemas.microsoft.com/office/powerpoint/2010/main" val="3615563349"/>
              </p:ext>
            </p:extLst>
          </p:nvPr>
        </p:nvGraphicFramePr>
        <p:xfrm>
          <a:off x="675502" y="811598"/>
          <a:ext cx="7463481" cy="2944854"/>
        </p:xfrm>
        <a:graphic>
          <a:graphicData uri="http://schemas.openxmlformats.org/drawingml/2006/table">
            <a:tbl>
              <a:tblPr firstRow="1" bandRow="1">
                <a:tableStyleId>{B301B821-A1FF-4177-AEE7-76D212191A09}</a:tableStyleId>
              </a:tblPr>
              <a:tblGrid>
                <a:gridCol w="826370">
                  <a:extLst>
                    <a:ext uri="{9D8B030D-6E8A-4147-A177-3AD203B41FA5}">
                      <a16:colId xmlns:a16="http://schemas.microsoft.com/office/drawing/2014/main" val="2539729942"/>
                    </a:ext>
                  </a:extLst>
                </a:gridCol>
                <a:gridCol w="1187253">
                  <a:extLst>
                    <a:ext uri="{9D8B030D-6E8A-4147-A177-3AD203B41FA5}">
                      <a16:colId xmlns:a16="http://schemas.microsoft.com/office/drawing/2014/main" val="2437563084"/>
                    </a:ext>
                  </a:extLst>
                </a:gridCol>
                <a:gridCol w="2454375">
                  <a:extLst>
                    <a:ext uri="{9D8B030D-6E8A-4147-A177-3AD203B41FA5}">
                      <a16:colId xmlns:a16="http://schemas.microsoft.com/office/drawing/2014/main" val="1773602573"/>
                    </a:ext>
                  </a:extLst>
                </a:gridCol>
                <a:gridCol w="2995483">
                  <a:extLst>
                    <a:ext uri="{9D8B030D-6E8A-4147-A177-3AD203B41FA5}">
                      <a16:colId xmlns:a16="http://schemas.microsoft.com/office/drawing/2014/main" val="2547079687"/>
                    </a:ext>
                  </a:extLst>
                </a:gridCol>
              </a:tblGrid>
              <a:tr h="490809">
                <a:tc>
                  <a:txBody>
                    <a:bodyPr/>
                    <a:lstStyle/>
                    <a:p>
                      <a:r>
                        <a:rPr lang="en-GB"/>
                        <a:t>#</a:t>
                      </a:r>
                      <a:endParaRPr lang="en-SG"/>
                    </a:p>
                  </a:txBody>
                  <a:tcPr/>
                </a:tc>
                <a:tc>
                  <a:txBody>
                    <a:bodyPr/>
                    <a:lstStyle/>
                    <a:p>
                      <a:r>
                        <a:rPr lang="en-GB" dirty="0"/>
                        <a:t>Emp Id</a:t>
                      </a:r>
                      <a:endParaRPr lang="en-SG" dirty="0"/>
                    </a:p>
                  </a:txBody>
                  <a:tcPr/>
                </a:tc>
                <a:tc>
                  <a:txBody>
                    <a:bodyPr/>
                    <a:lstStyle/>
                    <a:p>
                      <a:r>
                        <a:rPr lang="en-GB" dirty="0"/>
                        <a:t>Name</a:t>
                      </a:r>
                      <a:endParaRPr lang="en-SG" dirty="0"/>
                    </a:p>
                  </a:txBody>
                  <a:tcPr/>
                </a:tc>
                <a:tc>
                  <a:txBody>
                    <a:bodyPr/>
                    <a:lstStyle/>
                    <a:p>
                      <a:r>
                        <a:rPr lang="en-SG" dirty="0"/>
                        <a:t>Role</a:t>
                      </a:r>
                    </a:p>
                  </a:txBody>
                  <a:tcPr/>
                </a:tc>
                <a:extLst>
                  <a:ext uri="{0D108BD9-81ED-4DB2-BD59-A6C34878D82A}">
                    <a16:rowId xmlns:a16="http://schemas.microsoft.com/office/drawing/2014/main" val="3146966566"/>
                  </a:ext>
                </a:extLst>
              </a:tr>
              <a:tr h="490809">
                <a:tc>
                  <a:txBody>
                    <a:bodyPr/>
                    <a:lstStyle/>
                    <a:p>
                      <a:r>
                        <a:rPr lang="en-GB" dirty="0"/>
                        <a:t>1</a:t>
                      </a:r>
                      <a:endParaRPr lang="en-SG" dirty="0"/>
                    </a:p>
                  </a:txBody>
                  <a:tcPr/>
                </a:tc>
                <a:tc>
                  <a:txBody>
                    <a:bodyPr/>
                    <a:lstStyle/>
                    <a:p>
                      <a:r>
                        <a:rPr lang="en-GB" dirty="0"/>
                        <a:t>318746</a:t>
                      </a:r>
                      <a:endParaRPr lang="en-SG" dirty="0"/>
                    </a:p>
                  </a:txBody>
                  <a:tcPr/>
                </a:tc>
                <a:tc>
                  <a:txBody>
                    <a:bodyPr/>
                    <a:lstStyle/>
                    <a:p>
                      <a:r>
                        <a:rPr lang="en-GB" dirty="0"/>
                        <a:t>Dhinakaran</a:t>
                      </a:r>
                      <a:endParaRPr lang="en-SG" dirty="0"/>
                    </a:p>
                  </a:txBody>
                  <a:tcPr/>
                </a:tc>
                <a:tc>
                  <a:txBody>
                    <a:bodyPr/>
                    <a:lstStyle/>
                    <a:p>
                      <a:r>
                        <a:rPr lang="en-SG" dirty="0"/>
                        <a:t>Solution Designer</a:t>
                      </a:r>
                    </a:p>
                  </a:txBody>
                  <a:tcPr/>
                </a:tc>
                <a:extLst>
                  <a:ext uri="{0D108BD9-81ED-4DB2-BD59-A6C34878D82A}">
                    <a16:rowId xmlns:a16="http://schemas.microsoft.com/office/drawing/2014/main" val="2292158605"/>
                  </a:ext>
                </a:extLst>
              </a:tr>
              <a:tr h="490809">
                <a:tc>
                  <a:txBody>
                    <a:bodyPr/>
                    <a:lstStyle/>
                    <a:p>
                      <a:r>
                        <a:rPr lang="en-GB"/>
                        <a:t>2</a:t>
                      </a:r>
                      <a:endParaRPr lang="en-SG"/>
                    </a:p>
                  </a:txBody>
                  <a:tcPr/>
                </a:tc>
                <a:tc>
                  <a:txBody>
                    <a:bodyPr/>
                    <a:lstStyle/>
                    <a:p>
                      <a:r>
                        <a:rPr lang="en-GB" dirty="0"/>
                        <a:t>591653</a:t>
                      </a:r>
                      <a:endParaRPr lang="en-SG" dirty="0"/>
                    </a:p>
                  </a:txBody>
                  <a:tcPr/>
                </a:tc>
                <a:tc>
                  <a:txBody>
                    <a:bodyPr/>
                    <a:lstStyle/>
                    <a:p>
                      <a:r>
                        <a:rPr lang="en-GB" dirty="0"/>
                        <a:t>Victor</a:t>
                      </a:r>
                      <a:endParaRPr lang="en-SG" dirty="0"/>
                    </a:p>
                  </a:txBody>
                  <a:tcPr/>
                </a:tc>
                <a:tc>
                  <a:txBody>
                    <a:bodyPr/>
                    <a:lstStyle/>
                    <a:p>
                      <a:r>
                        <a:rPr lang="en-SG" dirty="0"/>
                        <a:t>Lead and coordinator</a:t>
                      </a:r>
                    </a:p>
                  </a:txBody>
                  <a:tcPr/>
                </a:tc>
                <a:extLst>
                  <a:ext uri="{0D108BD9-81ED-4DB2-BD59-A6C34878D82A}">
                    <a16:rowId xmlns:a16="http://schemas.microsoft.com/office/drawing/2014/main" val="2723667636"/>
                  </a:ext>
                </a:extLst>
              </a:tr>
              <a:tr h="490809">
                <a:tc>
                  <a:txBody>
                    <a:bodyPr/>
                    <a:lstStyle/>
                    <a:p>
                      <a:r>
                        <a:rPr lang="en-GB"/>
                        <a:t>3</a:t>
                      </a:r>
                      <a:endParaRPr lang="en-SG"/>
                    </a:p>
                  </a:txBody>
                  <a:tcPr/>
                </a:tc>
                <a:tc>
                  <a:txBody>
                    <a:bodyPr/>
                    <a:lstStyle/>
                    <a:p>
                      <a:r>
                        <a:rPr lang="en-GB" dirty="0"/>
                        <a:t>671693</a:t>
                      </a:r>
                      <a:endParaRPr lang="en-SG" dirty="0"/>
                    </a:p>
                  </a:txBody>
                  <a:tcPr/>
                </a:tc>
                <a:tc>
                  <a:txBody>
                    <a:bodyPr/>
                    <a:lstStyle/>
                    <a:p>
                      <a:r>
                        <a:rPr lang="en-SG" dirty="0" err="1"/>
                        <a:t>Saminathan</a:t>
                      </a:r>
                      <a:endParaRPr lang="en-SG" dirty="0"/>
                    </a:p>
                  </a:txBody>
                  <a:tcPr/>
                </a:tc>
                <a:tc>
                  <a:txBody>
                    <a:bodyPr/>
                    <a:lstStyle/>
                    <a:p>
                      <a:r>
                        <a:rPr lang="en-SG" dirty="0"/>
                        <a:t>Prompt engineer</a:t>
                      </a:r>
                    </a:p>
                  </a:txBody>
                  <a:tcPr/>
                </a:tc>
                <a:extLst>
                  <a:ext uri="{0D108BD9-81ED-4DB2-BD59-A6C34878D82A}">
                    <a16:rowId xmlns:a16="http://schemas.microsoft.com/office/drawing/2014/main" val="2049429800"/>
                  </a:ext>
                </a:extLst>
              </a:tr>
              <a:tr h="490809">
                <a:tc>
                  <a:txBody>
                    <a:bodyPr/>
                    <a:lstStyle/>
                    <a:p>
                      <a:r>
                        <a:rPr lang="en-GB"/>
                        <a:t>4</a:t>
                      </a:r>
                      <a:endParaRPr lang="en-SG"/>
                    </a:p>
                  </a:txBody>
                  <a:tcPr/>
                </a:tc>
                <a:tc>
                  <a:txBody>
                    <a:bodyPr/>
                    <a:lstStyle/>
                    <a:p>
                      <a:r>
                        <a:rPr lang="en-GB" dirty="0"/>
                        <a:t>2777845</a:t>
                      </a:r>
                      <a:endParaRPr lang="en-SG" dirty="0"/>
                    </a:p>
                  </a:txBody>
                  <a:tcPr/>
                </a:tc>
                <a:tc>
                  <a:txBody>
                    <a:bodyPr/>
                    <a:lstStyle/>
                    <a:p>
                      <a:r>
                        <a:rPr lang="en-SG" dirty="0"/>
                        <a:t>Maimunah</a:t>
                      </a:r>
                    </a:p>
                  </a:txBody>
                  <a:tcPr/>
                </a:tc>
                <a:tc>
                  <a:txBody>
                    <a:bodyPr/>
                    <a:lstStyle/>
                    <a:p>
                      <a:r>
                        <a:rPr lang="en-SG" dirty="0"/>
                        <a:t>Quality Assurance</a:t>
                      </a:r>
                    </a:p>
                  </a:txBody>
                  <a:tcPr/>
                </a:tc>
                <a:extLst>
                  <a:ext uri="{0D108BD9-81ED-4DB2-BD59-A6C34878D82A}">
                    <a16:rowId xmlns:a16="http://schemas.microsoft.com/office/drawing/2014/main" val="2338629624"/>
                  </a:ext>
                </a:extLst>
              </a:tr>
              <a:tr h="490809">
                <a:tc>
                  <a:txBody>
                    <a:bodyPr/>
                    <a:lstStyle/>
                    <a:p>
                      <a:r>
                        <a:rPr lang="en-GB"/>
                        <a:t>5</a:t>
                      </a:r>
                      <a:endParaRPr lang="en-SG"/>
                    </a:p>
                  </a:txBody>
                  <a:tcPr/>
                </a:tc>
                <a:tc>
                  <a:txBody>
                    <a:bodyPr/>
                    <a:lstStyle/>
                    <a:p>
                      <a:r>
                        <a:rPr lang="en-GB" dirty="0"/>
                        <a:t>2776964</a:t>
                      </a:r>
                      <a:endParaRPr lang="en-SG" dirty="0"/>
                    </a:p>
                  </a:txBody>
                  <a:tcPr/>
                </a:tc>
                <a:tc>
                  <a:txBody>
                    <a:bodyPr/>
                    <a:lstStyle/>
                    <a:p>
                      <a:r>
                        <a:rPr lang="en-GB" dirty="0"/>
                        <a:t>Wen Huat</a:t>
                      </a:r>
                      <a:endParaRPr lang="en-SG" dirty="0"/>
                    </a:p>
                  </a:txBody>
                  <a:tcPr/>
                </a:tc>
                <a:tc>
                  <a:txBody>
                    <a:bodyPr/>
                    <a:lstStyle/>
                    <a:p>
                      <a:r>
                        <a:rPr lang="en-SG" dirty="0"/>
                        <a:t>UX/UI designer</a:t>
                      </a:r>
                    </a:p>
                  </a:txBody>
                  <a:tcPr/>
                </a:tc>
                <a:extLst>
                  <a:ext uri="{0D108BD9-81ED-4DB2-BD59-A6C34878D82A}">
                    <a16:rowId xmlns:a16="http://schemas.microsoft.com/office/drawing/2014/main" val="2574149141"/>
                  </a:ext>
                </a:extLst>
              </a:tr>
            </a:tbl>
          </a:graphicData>
        </a:graphic>
      </p:graphicFrame>
    </p:spTree>
    <p:extLst>
      <p:ext uri="{BB962C8B-B14F-4D97-AF65-F5344CB8AC3E}">
        <p14:creationId xmlns:p14="http://schemas.microsoft.com/office/powerpoint/2010/main" val="1074604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7B3CB-718A-F671-5D5E-8A48D30668B8}"/>
              </a:ext>
            </a:extLst>
          </p:cNvPr>
          <p:cNvSpPr>
            <a:spLocks noGrp="1"/>
          </p:cNvSpPr>
          <p:nvPr>
            <p:ph type="title"/>
          </p:nvPr>
        </p:nvSpPr>
        <p:spPr/>
        <p:txBody>
          <a:bodyPr/>
          <a:lstStyle/>
          <a:p>
            <a:r>
              <a:rPr lang="en-US"/>
              <a:t>Problem Statement</a:t>
            </a:r>
          </a:p>
        </p:txBody>
      </p:sp>
      <p:sp>
        <p:nvSpPr>
          <p:cNvPr id="3" name="Footer Placeholder 2">
            <a:extLst>
              <a:ext uri="{FF2B5EF4-FFF2-40B4-BE49-F238E27FC236}">
                <a16:creationId xmlns:a16="http://schemas.microsoft.com/office/drawing/2014/main" id="{CF8D5CCE-5A03-79EF-7A0B-8DEFB2396026}"/>
              </a:ext>
            </a:extLst>
          </p:cNvPr>
          <p:cNvSpPr>
            <a:spLocks noGrp="1"/>
          </p:cNvSpPr>
          <p:nvPr>
            <p:ph type="ftr" sz="quarter" idx="11"/>
          </p:nvPr>
        </p:nvSpPr>
        <p:spPr/>
        <p:txBody>
          <a:bodyPr/>
          <a:lstStyle/>
          <a:p>
            <a:r>
              <a:rPr lang="en-US" dirty="0"/>
              <a:t>TCS-Confidential</a:t>
            </a:r>
            <a:endParaRPr lang="en-IN" dirty="0"/>
          </a:p>
        </p:txBody>
      </p:sp>
      <p:sp>
        <p:nvSpPr>
          <p:cNvPr id="4" name="Slide Number Placeholder 3">
            <a:extLst>
              <a:ext uri="{FF2B5EF4-FFF2-40B4-BE49-F238E27FC236}">
                <a16:creationId xmlns:a16="http://schemas.microsoft.com/office/drawing/2014/main" id="{9D6224F9-0388-384F-1913-5EE880A2D7E1}"/>
              </a:ext>
            </a:extLst>
          </p:cNvPr>
          <p:cNvSpPr>
            <a:spLocks noGrp="1"/>
          </p:cNvSpPr>
          <p:nvPr>
            <p:ph type="sldNum" sz="quarter" idx="12"/>
          </p:nvPr>
        </p:nvSpPr>
        <p:spPr/>
        <p:txBody>
          <a:bodyPr/>
          <a:lstStyle/>
          <a:p>
            <a:fld id="{662A0901-ACEF-4BE9-9C8C-C119B421173E}" type="slidenum">
              <a:rPr lang="en-IN" smtClean="0"/>
              <a:t>3</a:t>
            </a:fld>
            <a:endParaRPr lang="en-IN"/>
          </a:p>
        </p:txBody>
      </p:sp>
      <p:sp>
        <p:nvSpPr>
          <p:cNvPr id="5" name="TextBox 4">
            <a:extLst>
              <a:ext uri="{FF2B5EF4-FFF2-40B4-BE49-F238E27FC236}">
                <a16:creationId xmlns:a16="http://schemas.microsoft.com/office/drawing/2014/main" id="{E4BC1865-044A-F498-0013-DB454681A91B}"/>
              </a:ext>
            </a:extLst>
          </p:cNvPr>
          <p:cNvSpPr txBox="1"/>
          <p:nvPr/>
        </p:nvSpPr>
        <p:spPr>
          <a:xfrm>
            <a:off x="395416" y="741405"/>
            <a:ext cx="8279027" cy="3539430"/>
          </a:xfrm>
          <a:prstGeom prst="rect">
            <a:avLst/>
          </a:prstGeom>
          <a:noFill/>
        </p:spPr>
        <p:txBody>
          <a:bodyPr wrap="square" rtlCol="0">
            <a:spAutoFit/>
          </a:bodyPr>
          <a:lstStyle/>
          <a:p>
            <a:r>
              <a:rPr lang="en-GB" sz="1400" dirty="0">
                <a:solidFill>
                  <a:srgbClr val="4E84C4"/>
                </a:solidFill>
              </a:rPr>
              <a:t>Title Name:</a:t>
            </a:r>
          </a:p>
          <a:p>
            <a:r>
              <a:rPr lang="en-GB" sz="1400" dirty="0"/>
              <a:t>Business analysis requirements clarification agent</a:t>
            </a:r>
          </a:p>
          <a:p>
            <a:endParaRPr lang="en-GB" sz="1400" dirty="0"/>
          </a:p>
          <a:p>
            <a:r>
              <a:rPr lang="en-GB" sz="1400" dirty="0">
                <a:solidFill>
                  <a:srgbClr val="4E84C4"/>
                </a:solidFill>
              </a:rPr>
              <a:t>Problem Statement:</a:t>
            </a:r>
          </a:p>
          <a:p>
            <a:r>
              <a:rPr lang="en-US" sz="1400" dirty="0"/>
              <a:t>Business analysts often receive ambiguous or incomplete requirements from stakeholders, leading to miscommunication and project delays. Clarifying requirements manually is time-consuming and can result in scope creep. There is a need for an Al agent that can interactively refine and validate business requirements through natural language conversations.</a:t>
            </a:r>
          </a:p>
          <a:p>
            <a:endParaRPr lang="en-US" sz="1400" dirty="0"/>
          </a:p>
          <a:p>
            <a:r>
              <a:rPr lang="en-GB" sz="1400" dirty="0">
                <a:solidFill>
                  <a:srgbClr val="4E84C4"/>
                </a:solidFill>
              </a:rPr>
              <a:t>Data Requirements:</a:t>
            </a:r>
          </a:p>
          <a:p>
            <a:r>
              <a:rPr lang="en-SG" sz="1400" dirty="0"/>
              <a:t>Sample requirement documents, stakeholder communication logs, and domain-specific requirement templates.</a:t>
            </a:r>
          </a:p>
          <a:p>
            <a:endParaRPr lang="en-GB" sz="1400" dirty="0"/>
          </a:p>
          <a:p>
            <a:r>
              <a:rPr lang="en-GB" sz="1400" dirty="0">
                <a:solidFill>
                  <a:srgbClr val="4E84C4"/>
                </a:solidFill>
              </a:rPr>
              <a:t>Expected Output:</a:t>
            </a:r>
          </a:p>
          <a:p>
            <a:r>
              <a:rPr lang="en-US" sz="1400" dirty="0"/>
              <a:t>An interactive web assistant that supports requirement clarification dialogues, highlights inconsistencies, and generates refined requirement documents. Deliverables include the clarification agent app, user guide, and technical documentation.</a:t>
            </a:r>
            <a:endParaRPr lang="en-SG" sz="1400" dirty="0"/>
          </a:p>
        </p:txBody>
      </p:sp>
    </p:spTree>
    <p:extLst>
      <p:ext uri="{BB962C8B-B14F-4D97-AF65-F5344CB8AC3E}">
        <p14:creationId xmlns:p14="http://schemas.microsoft.com/office/powerpoint/2010/main" val="224413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D3272-F4A6-DDF5-08E3-8519980A6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0D23E-3DD7-09E4-7B65-E1455D95E48E}"/>
              </a:ext>
            </a:extLst>
          </p:cNvPr>
          <p:cNvSpPr>
            <a:spLocks noGrp="1"/>
          </p:cNvSpPr>
          <p:nvPr>
            <p:ph type="title"/>
          </p:nvPr>
        </p:nvSpPr>
        <p:spPr/>
        <p:txBody>
          <a:bodyPr/>
          <a:lstStyle/>
          <a:p>
            <a:r>
              <a:rPr lang="en-US"/>
              <a:t>Our Understanding and Approach</a:t>
            </a:r>
          </a:p>
        </p:txBody>
      </p:sp>
      <p:sp>
        <p:nvSpPr>
          <p:cNvPr id="3" name="Footer Placeholder 2">
            <a:extLst>
              <a:ext uri="{FF2B5EF4-FFF2-40B4-BE49-F238E27FC236}">
                <a16:creationId xmlns:a16="http://schemas.microsoft.com/office/drawing/2014/main" id="{0EE83171-021C-3641-65DD-DA228513CEF8}"/>
              </a:ext>
            </a:extLst>
          </p:cNvPr>
          <p:cNvSpPr>
            <a:spLocks noGrp="1"/>
          </p:cNvSpPr>
          <p:nvPr>
            <p:ph type="ftr" sz="quarter" idx="11"/>
          </p:nvPr>
        </p:nvSpPr>
        <p:spPr/>
        <p:txBody>
          <a:bodyPr/>
          <a:lstStyle/>
          <a:p>
            <a:r>
              <a:rPr lang="en-US" dirty="0"/>
              <a:t>TCS confidential</a:t>
            </a:r>
            <a:endParaRPr lang="en-IN" dirty="0"/>
          </a:p>
        </p:txBody>
      </p:sp>
      <p:sp>
        <p:nvSpPr>
          <p:cNvPr id="4" name="Slide Number Placeholder 3">
            <a:extLst>
              <a:ext uri="{FF2B5EF4-FFF2-40B4-BE49-F238E27FC236}">
                <a16:creationId xmlns:a16="http://schemas.microsoft.com/office/drawing/2014/main" id="{4C30E5FA-2529-4462-0567-00F688EDEE29}"/>
              </a:ext>
            </a:extLst>
          </p:cNvPr>
          <p:cNvSpPr>
            <a:spLocks noGrp="1"/>
          </p:cNvSpPr>
          <p:nvPr>
            <p:ph type="sldNum" sz="quarter" idx="12"/>
          </p:nvPr>
        </p:nvSpPr>
        <p:spPr/>
        <p:txBody>
          <a:bodyPr/>
          <a:lstStyle/>
          <a:p>
            <a:fld id="{662A0901-ACEF-4BE9-9C8C-C119B421173E}" type="slidenum">
              <a:rPr lang="en-IN" smtClean="0"/>
              <a:t>4</a:t>
            </a:fld>
            <a:endParaRPr lang="en-IN"/>
          </a:p>
        </p:txBody>
      </p:sp>
      <p:sp>
        <p:nvSpPr>
          <p:cNvPr id="5" name="TextBox 4">
            <a:extLst>
              <a:ext uri="{FF2B5EF4-FFF2-40B4-BE49-F238E27FC236}">
                <a16:creationId xmlns:a16="http://schemas.microsoft.com/office/drawing/2014/main" id="{DF5027E2-3D50-1B6F-A93D-7D78744A3EB3}"/>
              </a:ext>
            </a:extLst>
          </p:cNvPr>
          <p:cNvSpPr txBox="1"/>
          <p:nvPr/>
        </p:nvSpPr>
        <p:spPr>
          <a:xfrm>
            <a:off x="375276" y="3209678"/>
            <a:ext cx="8279027" cy="892552"/>
          </a:xfrm>
          <a:prstGeom prst="rect">
            <a:avLst/>
          </a:prstGeom>
          <a:noFill/>
        </p:spPr>
        <p:txBody>
          <a:bodyPr wrap="square" rtlCol="0">
            <a:spAutoFit/>
          </a:bodyPr>
          <a:lstStyle/>
          <a:p>
            <a:r>
              <a:rPr lang="en-GB" sz="1600" dirty="0">
                <a:solidFill>
                  <a:srgbClr val="4E84C4"/>
                </a:solidFill>
              </a:rPr>
              <a:t>Our Approach:</a:t>
            </a:r>
          </a:p>
          <a:p>
            <a:pPr algn="just"/>
            <a:r>
              <a:rPr lang="en-GB" sz="1200" dirty="0"/>
              <a:t>Build an AI-agent web application which allows users to upload requirements documents that they have and additionally all the communication logs that they have with stakeholders. Agent will interact with user and ask relevant questions and generate fully formatted business requirements document</a:t>
            </a:r>
          </a:p>
        </p:txBody>
      </p:sp>
      <p:sp>
        <p:nvSpPr>
          <p:cNvPr id="6" name="TextBox 5">
            <a:extLst>
              <a:ext uri="{FF2B5EF4-FFF2-40B4-BE49-F238E27FC236}">
                <a16:creationId xmlns:a16="http://schemas.microsoft.com/office/drawing/2014/main" id="{E25C3483-C619-227A-4C72-40E8622A0D08}"/>
              </a:ext>
            </a:extLst>
          </p:cNvPr>
          <p:cNvSpPr txBox="1"/>
          <p:nvPr/>
        </p:nvSpPr>
        <p:spPr>
          <a:xfrm>
            <a:off x="426534" y="631948"/>
            <a:ext cx="8279027" cy="523220"/>
          </a:xfrm>
          <a:prstGeom prst="rect">
            <a:avLst/>
          </a:prstGeom>
          <a:noFill/>
        </p:spPr>
        <p:txBody>
          <a:bodyPr wrap="square" rtlCol="0">
            <a:spAutoFit/>
          </a:bodyPr>
          <a:lstStyle/>
          <a:p>
            <a:r>
              <a:rPr lang="en-GB" sz="1400" dirty="0"/>
              <a:t>Business analysts </a:t>
            </a:r>
            <a:r>
              <a:rPr lang="en-US" sz="1400" dirty="0"/>
              <a:t>often receive ambiguous or incomplete requirements from stakeholders, leading to miscommunication and project delays</a:t>
            </a:r>
            <a:endParaRPr lang="en-GB" sz="1400" dirty="0"/>
          </a:p>
        </p:txBody>
      </p:sp>
      <p:sp>
        <p:nvSpPr>
          <p:cNvPr id="7" name="Freeform: Shape 6">
            <a:extLst>
              <a:ext uri="{FF2B5EF4-FFF2-40B4-BE49-F238E27FC236}">
                <a16:creationId xmlns:a16="http://schemas.microsoft.com/office/drawing/2014/main" id="{028D8B33-FC6A-D522-B57D-69783BFD0484}"/>
              </a:ext>
            </a:extLst>
          </p:cNvPr>
          <p:cNvSpPr/>
          <p:nvPr/>
        </p:nvSpPr>
        <p:spPr>
          <a:xfrm>
            <a:off x="2514683" y="1715441"/>
            <a:ext cx="2057317" cy="1253745"/>
          </a:xfrm>
          <a:custGeom>
            <a:avLst/>
            <a:gdLst>
              <a:gd name="connsiteX0" fmla="*/ 1764573 w 2057317"/>
              <a:gd name="connsiteY0" fmla="*/ 179 h 1253745"/>
              <a:gd name="connsiteX1" fmla="*/ 293478 w 2057317"/>
              <a:gd name="connsiteY1" fmla="*/ 179 h 1253745"/>
              <a:gd name="connsiteX2" fmla="*/ 33 w 2057317"/>
              <a:gd name="connsiteY2" fmla="*/ 294250 h 1253745"/>
              <a:gd name="connsiteX3" fmla="*/ 33 w 2057317"/>
              <a:gd name="connsiteY3" fmla="*/ 959786 h 1253745"/>
              <a:gd name="connsiteX4" fmla="*/ 257331 w 2057317"/>
              <a:gd name="connsiteY4" fmla="*/ 1251317 h 1253745"/>
              <a:gd name="connsiteX5" fmla="*/ 292945 w 2057317"/>
              <a:gd name="connsiteY5" fmla="*/ 1253590 h 1253745"/>
              <a:gd name="connsiteX6" fmla="*/ 701634 w 2057317"/>
              <a:gd name="connsiteY6" fmla="*/ 1253590 h 1253745"/>
              <a:gd name="connsiteX7" fmla="*/ 719454 w 2057317"/>
              <a:gd name="connsiteY7" fmla="*/ 1238699 h 1253745"/>
              <a:gd name="connsiteX8" fmla="*/ 704595 w 2057317"/>
              <a:gd name="connsiteY8" fmla="*/ 1220841 h 1253745"/>
              <a:gd name="connsiteX9" fmla="*/ 701634 w 2057317"/>
              <a:gd name="connsiteY9" fmla="*/ 1220841 h 1253745"/>
              <a:gd name="connsiteX10" fmla="*/ 293478 w 2057317"/>
              <a:gd name="connsiteY10" fmla="*/ 1220841 h 1253745"/>
              <a:gd name="connsiteX11" fmla="*/ 261733 w 2057317"/>
              <a:gd name="connsiteY11" fmla="*/ 1218702 h 1253745"/>
              <a:gd name="connsiteX12" fmla="*/ 32979 w 2057317"/>
              <a:gd name="connsiteY12" fmla="*/ 959652 h 1253745"/>
              <a:gd name="connsiteX13" fmla="*/ 32979 w 2057317"/>
              <a:gd name="connsiteY13" fmla="*/ 293982 h 1253745"/>
              <a:gd name="connsiteX14" fmla="*/ 293345 w 2057317"/>
              <a:gd name="connsiteY14" fmla="*/ 33061 h 1253745"/>
              <a:gd name="connsiteX15" fmla="*/ 1764439 w 2057317"/>
              <a:gd name="connsiteY15" fmla="*/ 33061 h 1253745"/>
              <a:gd name="connsiteX16" fmla="*/ 2024805 w 2057317"/>
              <a:gd name="connsiteY16" fmla="*/ 293982 h 1253745"/>
              <a:gd name="connsiteX17" fmla="*/ 2024805 w 2057317"/>
              <a:gd name="connsiteY17" fmla="*/ 959519 h 1253745"/>
              <a:gd name="connsiteX18" fmla="*/ 1796318 w 2057317"/>
              <a:gd name="connsiteY18" fmla="*/ 1218702 h 1253745"/>
              <a:gd name="connsiteX19" fmla="*/ 1764573 w 2057317"/>
              <a:gd name="connsiteY19" fmla="*/ 1220707 h 1253745"/>
              <a:gd name="connsiteX20" fmla="*/ 1351082 w 2057317"/>
              <a:gd name="connsiteY20" fmla="*/ 1220707 h 1253745"/>
              <a:gd name="connsiteX21" fmla="*/ 1334675 w 2057317"/>
              <a:gd name="connsiteY21" fmla="*/ 1237148 h 1253745"/>
              <a:gd name="connsiteX22" fmla="*/ 1351082 w 2057317"/>
              <a:gd name="connsiteY22" fmla="*/ 1253590 h 1253745"/>
              <a:gd name="connsiteX23" fmla="*/ 1764573 w 2057317"/>
              <a:gd name="connsiteY23" fmla="*/ 1253590 h 1253745"/>
              <a:gd name="connsiteX24" fmla="*/ 1800186 w 2057317"/>
              <a:gd name="connsiteY24" fmla="*/ 1251317 h 1253745"/>
              <a:gd name="connsiteX25" fmla="*/ 2057351 w 2057317"/>
              <a:gd name="connsiteY25" fmla="*/ 959786 h 1253745"/>
              <a:gd name="connsiteX26" fmla="*/ 2057351 w 2057317"/>
              <a:gd name="connsiteY26" fmla="*/ 293982 h 1253745"/>
              <a:gd name="connsiteX27" fmla="*/ 1764706 w 2057317"/>
              <a:gd name="connsiteY27" fmla="*/ -89 h 1253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57317" h="1253745">
                <a:moveTo>
                  <a:pt x="1764573" y="179"/>
                </a:moveTo>
                <a:lnTo>
                  <a:pt x="293478" y="179"/>
                </a:lnTo>
                <a:cubicBezTo>
                  <a:pt x="131417" y="179"/>
                  <a:pt x="33" y="131838"/>
                  <a:pt x="33" y="294250"/>
                </a:cubicBezTo>
                <a:lnTo>
                  <a:pt x="33" y="959786"/>
                </a:lnTo>
                <a:cubicBezTo>
                  <a:pt x="180" y="1108078"/>
                  <a:pt x="110489" y="1233045"/>
                  <a:pt x="257331" y="1251317"/>
                </a:cubicBezTo>
                <a:cubicBezTo>
                  <a:pt x="269149" y="1252748"/>
                  <a:pt x="281034" y="1253509"/>
                  <a:pt x="292945" y="1253590"/>
                </a:cubicBezTo>
                <a:lnTo>
                  <a:pt x="701634" y="1253590"/>
                </a:lnTo>
                <a:cubicBezTo>
                  <a:pt x="710664" y="1254405"/>
                  <a:pt x="718641" y="1247735"/>
                  <a:pt x="719454" y="1238699"/>
                </a:cubicBezTo>
                <a:cubicBezTo>
                  <a:pt x="720268" y="1229650"/>
                  <a:pt x="713612" y="1221656"/>
                  <a:pt x="704595" y="1220841"/>
                </a:cubicBezTo>
                <a:cubicBezTo>
                  <a:pt x="703608" y="1220747"/>
                  <a:pt x="702621" y="1220747"/>
                  <a:pt x="701634" y="1220841"/>
                </a:cubicBezTo>
                <a:lnTo>
                  <a:pt x="293478" y="1220841"/>
                </a:lnTo>
                <a:cubicBezTo>
                  <a:pt x="282861" y="1220854"/>
                  <a:pt x="272257" y="1220146"/>
                  <a:pt x="261733" y="1218702"/>
                </a:cubicBezTo>
                <a:cubicBezTo>
                  <a:pt x="131137" y="1202635"/>
                  <a:pt x="33006" y="1091503"/>
                  <a:pt x="32979" y="959652"/>
                </a:cubicBezTo>
                <a:lnTo>
                  <a:pt x="32979" y="293982"/>
                </a:lnTo>
                <a:cubicBezTo>
                  <a:pt x="33206" y="149970"/>
                  <a:pt x="149637" y="33282"/>
                  <a:pt x="293345" y="33061"/>
                </a:cubicBezTo>
                <a:lnTo>
                  <a:pt x="1764439" y="33061"/>
                </a:lnTo>
                <a:cubicBezTo>
                  <a:pt x="1908174" y="33208"/>
                  <a:pt x="2024659" y="149941"/>
                  <a:pt x="2024805" y="293982"/>
                </a:cubicBezTo>
                <a:lnTo>
                  <a:pt x="2024805" y="959519"/>
                </a:lnTo>
                <a:cubicBezTo>
                  <a:pt x="2024859" y="1091329"/>
                  <a:pt x="1926848" y="1202502"/>
                  <a:pt x="1796318" y="1218702"/>
                </a:cubicBezTo>
                <a:cubicBezTo>
                  <a:pt x="1785794" y="1220039"/>
                  <a:pt x="1775190" y="1220707"/>
                  <a:pt x="1764573" y="1220707"/>
                </a:cubicBezTo>
                <a:lnTo>
                  <a:pt x="1351082" y="1220707"/>
                </a:lnTo>
                <a:cubicBezTo>
                  <a:pt x="1342025" y="1220707"/>
                  <a:pt x="1334675" y="1228072"/>
                  <a:pt x="1334675" y="1237148"/>
                </a:cubicBezTo>
                <a:cubicBezTo>
                  <a:pt x="1334675" y="1246224"/>
                  <a:pt x="1342025" y="1253590"/>
                  <a:pt x="1351082" y="1253590"/>
                </a:cubicBezTo>
                <a:lnTo>
                  <a:pt x="1764573" y="1253590"/>
                </a:lnTo>
                <a:cubicBezTo>
                  <a:pt x="1776484" y="1253630"/>
                  <a:pt x="1788382" y="1252881"/>
                  <a:pt x="1800186" y="1251317"/>
                </a:cubicBezTo>
                <a:cubicBezTo>
                  <a:pt x="1946976" y="1232991"/>
                  <a:pt x="2057204" y="1108025"/>
                  <a:pt x="2057351" y="959786"/>
                </a:cubicBezTo>
                <a:lnTo>
                  <a:pt x="2057351" y="293982"/>
                </a:lnTo>
                <a:cubicBezTo>
                  <a:pt x="2057351" y="131884"/>
                  <a:pt x="1926461" y="354"/>
                  <a:pt x="1764706" y="-89"/>
                </a:cubicBezTo>
                <a:close/>
              </a:path>
            </a:pathLst>
          </a:custGeom>
          <a:solidFill>
            <a:srgbClr val="FBB033"/>
          </a:solidFill>
          <a:ln w="1332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0792DCDE-E2C2-D034-19DE-C48682A895E7}"/>
              </a:ext>
            </a:extLst>
          </p:cNvPr>
          <p:cNvSpPr/>
          <p:nvPr/>
        </p:nvSpPr>
        <p:spPr>
          <a:xfrm>
            <a:off x="361062" y="1715709"/>
            <a:ext cx="2057584" cy="1253413"/>
          </a:xfrm>
          <a:custGeom>
            <a:avLst/>
            <a:gdLst>
              <a:gd name="connsiteX0" fmla="*/ 1764172 w 2057584"/>
              <a:gd name="connsiteY0" fmla="*/ -89 h 1253413"/>
              <a:gd name="connsiteX1" fmla="*/ 293478 w 2057584"/>
              <a:gd name="connsiteY1" fmla="*/ -89 h 1253413"/>
              <a:gd name="connsiteX2" fmla="*/ 33 w 2057584"/>
              <a:gd name="connsiteY2" fmla="*/ 293982 h 1253413"/>
              <a:gd name="connsiteX3" fmla="*/ 33 w 2057584"/>
              <a:gd name="connsiteY3" fmla="*/ 959518 h 1253413"/>
              <a:gd name="connsiteX4" fmla="*/ 257331 w 2057584"/>
              <a:gd name="connsiteY4" fmla="*/ 1251050 h 1253413"/>
              <a:gd name="connsiteX5" fmla="*/ 293078 w 2057584"/>
              <a:gd name="connsiteY5" fmla="*/ 1253322 h 1253413"/>
              <a:gd name="connsiteX6" fmla="*/ 1064306 w 2057584"/>
              <a:gd name="connsiteY6" fmla="*/ 1253322 h 1253413"/>
              <a:gd name="connsiteX7" fmla="*/ 1079167 w 2057584"/>
              <a:gd name="connsiteY7" fmla="*/ 1235464 h 1253413"/>
              <a:gd name="connsiteX8" fmla="*/ 1064306 w 2057584"/>
              <a:gd name="connsiteY8" fmla="*/ 1220573 h 1253413"/>
              <a:gd name="connsiteX9" fmla="*/ 293478 w 2057584"/>
              <a:gd name="connsiteY9" fmla="*/ 1220573 h 1253413"/>
              <a:gd name="connsiteX10" fmla="*/ 261600 w 2057584"/>
              <a:gd name="connsiteY10" fmla="*/ 1218435 h 1253413"/>
              <a:gd name="connsiteX11" fmla="*/ 32979 w 2057584"/>
              <a:gd name="connsiteY11" fmla="*/ 959385 h 1253413"/>
              <a:gd name="connsiteX12" fmla="*/ 32979 w 2057584"/>
              <a:gd name="connsiteY12" fmla="*/ 293715 h 1253413"/>
              <a:gd name="connsiteX13" fmla="*/ 293212 w 2057584"/>
              <a:gd name="connsiteY13" fmla="*/ 32794 h 1253413"/>
              <a:gd name="connsiteX14" fmla="*/ 1764172 w 2057584"/>
              <a:gd name="connsiteY14" fmla="*/ 32794 h 1253413"/>
              <a:gd name="connsiteX15" fmla="*/ 2024405 w 2057584"/>
              <a:gd name="connsiteY15" fmla="*/ 293715 h 1253413"/>
              <a:gd name="connsiteX16" fmla="*/ 2024405 w 2057584"/>
              <a:gd name="connsiteY16" fmla="*/ 959251 h 1253413"/>
              <a:gd name="connsiteX17" fmla="*/ 1795918 w 2057584"/>
              <a:gd name="connsiteY17" fmla="*/ 1218435 h 1253413"/>
              <a:gd name="connsiteX18" fmla="*/ 1764172 w 2057584"/>
              <a:gd name="connsiteY18" fmla="*/ 1220440 h 1253413"/>
              <a:gd name="connsiteX19" fmla="*/ 1537419 w 2057584"/>
              <a:gd name="connsiteY19" fmla="*/ 1220440 h 1253413"/>
              <a:gd name="connsiteX20" fmla="*/ 1521013 w 2057584"/>
              <a:gd name="connsiteY20" fmla="*/ 1236881 h 1253413"/>
              <a:gd name="connsiteX21" fmla="*/ 1537419 w 2057584"/>
              <a:gd name="connsiteY21" fmla="*/ 1253322 h 1253413"/>
              <a:gd name="connsiteX22" fmla="*/ 1764172 w 2057584"/>
              <a:gd name="connsiteY22" fmla="*/ 1253322 h 1253413"/>
              <a:gd name="connsiteX23" fmla="*/ 1799786 w 2057584"/>
              <a:gd name="connsiteY23" fmla="*/ 1251050 h 1253413"/>
              <a:gd name="connsiteX24" fmla="*/ 2057618 w 2057584"/>
              <a:gd name="connsiteY24" fmla="*/ 959518 h 1253413"/>
              <a:gd name="connsiteX25" fmla="*/ 2057618 w 2057584"/>
              <a:gd name="connsiteY25" fmla="*/ 293715 h 1253413"/>
              <a:gd name="connsiteX26" fmla="*/ 1764172 w 2057584"/>
              <a:gd name="connsiteY26" fmla="*/ -89 h 125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57584" h="1253413">
                <a:moveTo>
                  <a:pt x="1764172" y="-89"/>
                </a:moveTo>
                <a:lnTo>
                  <a:pt x="293478" y="-89"/>
                </a:lnTo>
                <a:cubicBezTo>
                  <a:pt x="131413" y="-89"/>
                  <a:pt x="33" y="131571"/>
                  <a:pt x="33" y="293982"/>
                </a:cubicBezTo>
                <a:lnTo>
                  <a:pt x="33" y="959518"/>
                </a:lnTo>
                <a:cubicBezTo>
                  <a:pt x="184" y="1107811"/>
                  <a:pt x="110485" y="1232777"/>
                  <a:pt x="257331" y="1251050"/>
                </a:cubicBezTo>
                <a:cubicBezTo>
                  <a:pt x="269195" y="1252480"/>
                  <a:pt x="281130" y="1253242"/>
                  <a:pt x="293078" y="1253322"/>
                </a:cubicBezTo>
                <a:lnTo>
                  <a:pt x="1064306" y="1253322"/>
                </a:lnTo>
                <a:cubicBezTo>
                  <a:pt x="1073329" y="1252507"/>
                  <a:pt x="1079984" y="1244513"/>
                  <a:pt x="1079167" y="1235464"/>
                </a:cubicBezTo>
                <a:cubicBezTo>
                  <a:pt x="1078454" y="1227551"/>
                  <a:pt x="1072199" y="1221295"/>
                  <a:pt x="1064306" y="1220573"/>
                </a:cubicBezTo>
                <a:lnTo>
                  <a:pt x="293478" y="1220573"/>
                </a:lnTo>
                <a:cubicBezTo>
                  <a:pt x="282816" y="1220587"/>
                  <a:pt x="272165" y="1219878"/>
                  <a:pt x="261600" y="1218435"/>
                </a:cubicBezTo>
                <a:cubicBezTo>
                  <a:pt x="131032" y="1202368"/>
                  <a:pt x="32942" y="1091209"/>
                  <a:pt x="32979" y="959385"/>
                </a:cubicBezTo>
                <a:lnTo>
                  <a:pt x="32979" y="293715"/>
                </a:lnTo>
                <a:cubicBezTo>
                  <a:pt x="33126" y="149726"/>
                  <a:pt x="149529" y="33014"/>
                  <a:pt x="293212" y="32794"/>
                </a:cubicBezTo>
                <a:lnTo>
                  <a:pt x="1764172" y="32794"/>
                </a:lnTo>
                <a:cubicBezTo>
                  <a:pt x="1907854" y="33014"/>
                  <a:pt x="2024258" y="149726"/>
                  <a:pt x="2024405" y="293715"/>
                </a:cubicBezTo>
                <a:lnTo>
                  <a:pt x="2024405" y="959251"/>
                </a:lnTo>
                <a:cubicBezTo>
                  <a:pt x="2024458" y="1091062"/>
                  <a:pt x="1926448" y="1202234"/>
                  <a:pt x="1795918" y="1218435"/>
                </a:cubicBezTo>
                <a:cubicBezTo>
                  <a:pt x="1785394" y="1219771"/>
                  <a:pt x="1774786" y="1220440"/>
                  <a:pt x="1764172" y="1220440"/>
                </a:cubicBezTo>
                <a:lnTo>
                  <a:pt x="1537419" y="1220440"/>
                </a:lnTo>
                <a:cubicBezTo>
                  <a:pt x="1528359" y="1220440"/>
                  <a:pt x="1521013" y="1227805"/>
                  <a:pt x="1521013" y="1236881"/>
                </a:cubicBezTo>
                <a:cubicBezTo>
                  <a:pt x="1521013" y="1245957"/>
                  <a:pt x="1528359" y="1253322"/>
                  <a:pt x="1537419" y="1253322"/>
                </a:cubicBezTo>
                <a:lnTo>
                  <a:pt x="1764172" y="1253322"/>
                </a:lnTo>
                <a:cubicBezTo>
                  <a:pt x="1776081" y="1253376"/>
                  <a:pt x="1787982" y="1252614"/>
                  <a:pt x="1799786" y="1251050"/>
                </a:cubicBezTo>
                <a:cubicBezTo>
                  <a:pt x="1946842" y="1233031"/>
                  <a:pt x="2057431" y="1107984"/>
                  <a:pt x="2057618" y="959518"/>
                </a:cubicBezTo>
                <a:lnTo>
                  <a:pt x="2057618" y="293715"/>
                </a:lnTo>
                <a:cubicBezTo>
                  <a:pt x="2057471" y="131408"/>
                  <a:pt x="1926127" y="-89"/>
                  <a:pt x="1764172" y="-89"/>
                </a:cubicBezTo>
                <a:close/>
              </a:path>
            </a:pathLst>
          </a:custGeom>
          <a:solidFill>
            <a:srgbClr val="FBB033"/>
          </a:solidFill>
          <a:ln w="1332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3C16A7B4-9891-4B14-C0C7-14D51C4509B5}"/>
              </a:ext>
            </a:extLst>
          </p:cNvPr>
          <p:cNvSpPr/>
          <p:nvPr/>
        </p:nvSpPr>
        <p:spPr>
          <a:xfrm>
            <a:off x="4703117" y="1715441"/>
            <a:ext cx="2057050" cy="1253745"/>
          </a:xfrm>
          <a:custGeom>
            <a:avLst/>
            <a:gdLst>
              <a:gd name="connsiteX0" fmla="*/ 1764306 w 2057050"/>
              <a:gd name="connsiteY0" fmla="*/ 179 h 1253745"/>
              <a:gd name="connsiteX1" fmla="*/ 293478 w 2057050"/>
              <a:gd name="connsiteY1" fmla="*/ 179 h 1253745"/>
              <a:gd name="connsiteX2" fmla="*/ 33 w 2057050"/>
              <a:gd name="connsiteY2" fmla="*/ 294250 h 1253745"/>
              <a:gd name="connsiteX3" fmla="*/ 33 w 2057050"/>
              <a:gd name="connsiteY3" fmla="*/ 959786 h 1253745"/>
              <a:gd name="connsiteX4" fmla="*/ 257331 w 2057050"/>
              <a:gd name="connsiteY4" fmla="*/ 1251317 h 1253745"/>
              <a:gd name="connsiteX5" fmla="*/ 293078 w 2057050"/>
              <a:gd name="connsiteY5" fmla="*/ 1253590 h 1253745"/>
              <a:gd name="connsiteX6" fmla="*/ 702034 w 2057050"/>
              <a:gd name="connsiteY6" fmla="*/ 1253590 h 1253745"/>
              <a:gd name="connsiteX7" fmla="*/ 719854 w 2057050"/>
              <a:gd name="connsiteY7" fmla="*/ 1238699 h 1253745"/>
              <a:gd name="connsiteX8" fmla="*/ 704996 w 2057050"/>
              <a:gd name="connsiteY8" fmla="*/ 1220841 h 1253745"/>
              <a:gd name="connsiteX9" fmla="*/ 702034 w 2057050"/>
              <a:gd name="connsiteY9" fmla="*/ 1220841 h 1253745"/>
              <a:gd name="connsiteX10" fmla="*/ 293478 w 2057050"/>
              <a:gd name="connsiteY10" fmla="*/ 1220841 h 1253745"/>
              <a:gd name="connsiteX11" fmla="*/ 261600 w 2057050"/>
              <a:gd name="connsiteY11" fmla="*/ 1218702 h 1253745"/>
              <a:gd name="connsiteX12" fmla="*/ 32979 w 2057050"/>
              <a:gd name="connsiteY12" fmla="*/ 959652 h 1253745"/>
              <a:gd name="connsiteX13" fmla="*/ 32979 w 2057050"/>
              <a:gd name="connsiteY13" fmla="*/ 293982 h 1253745"/>
              <a:gd name="connsiteX14" fmla="*/ 293212 w 2057050"/>
              <a:gd name="connsiteY14" fmla="*/ 33061 h 1253745"/>
              <a:gd name="connsiteX15" fmla="*/ 1764173 w 2057050"/>
              <a:gd name="connsiteY15" fmla="*/ 33061 h 1253745"/>
              <a:gd name="connsiteX16" fmla="*/ 2023872 w 2057050"/>
              <a:gd name="connsiteY16" fmla="*/ 293982 h 1253745"/>
              <a:gd name="connsiteX17" fmla="*/ 2023872 w 2057050"/>
              <a:gd name="connsiteY17" fmla="*/ 959519 h 1253745"/>
              <a:gd name="connsiteX18" fmla="*/ 1795384 w 2057050"/>
              <a:gd name="connsiteY18" fmla="*/ 1218702 h 1253745"/>
              <a:gd name="connsiteX19" fmla="*/ 1763639 w 2057050"/>
              <a:gd name="connsiteY19" fmla="*/ 1220707 h 1253745"/>
              <a:gd name="connsiteX20" fmla="*/ 1351615 w 2057050"/>
              <a:gd name="connsiteY20" fmla="*/ 1220707 h 1253745"/>
              <a:gd name="connsiteX21" fmla="*/ 1335209 w 2057050"/>
              <a:gd name="connsiteY21" fmla="*/ 1237148 h 1253745"/>
              <a:gd name="connsiteX22" fmla="*/ 1351615 w 2057050"/>
              <a:gd name="connsiteY22" fmla="*/ 1253590 h 1253745"/>
              <a:gd name="connsiteX23" fmla="*/ 1764306 w 2057050"/>
              <a:gd name="connsiteY23" fmla="*/ 1253590 h 1253745"/>
              <a:gd name="connsiteX24" fmla="*/ 1800053 w 2057050"/>
              <a:gd name="connsiteY24" fmla="*/ 1251317 h 1253745"/>
              <a:gd name="connsiteX25" fmla="*/ 2057084 w 2057050"/>
              <a:gd name="connsiteY25" fmla="*/ 959786 h 1253745"/>
              <a:gd name="connsiteX26" fmla="*/ 2057084 w 2057050"/>
              <a:gd name="connsiteY26" fmla="*/ 293982 h 1253745"/>
              <a:gd name="connsiteX27" fmla="*/ 1764306 w 2057050"/>
              <a:gd name="connsiteY27" fmla="*/ -89 h 1253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57050" h="1253745">
                <a:moveTo>
                  <a:pt x="1764306" y="179"/>
                </a:moveTo>
                <a:lnTo>
                  <a:pt x="293478" y="179"/>
                </a:lnTo>
                <a:cubicBezTo>
                  <a:pt x="131417" y="179"/>
                  <a:pt x="33" y="131838"/>
                  <a:pt x="33" y="294250"/>
                </a:cubicBezTo>
                <a:lnTo>
                  <a:pt x="33" y="959786"/>
                </a:lnTo>
                <a:cubicBezTo>
                  <a:pt x="180" y="1108078"/>
                  <a:pt x="110489" y="1233045"/>
                  <a:pt x="257331" y="1251317"/>
                </a:cubicBezTo>
                <a:cubicBezTo>
                  <a:pt x="269189" y="1252748"/>
                  <a:pt x="281127" y="1253496"/>
                  <a:pt x="293078" y="1253590"/>
                </a:cubicBezTo>
                <a:lnTo>
                  <a:pt x="702034" y="1253590"/>
                </a:lnTo>
                <a:cubicBezTo>
                  <a:pt x="711064" y="1254405"/>
                  <a:pt x="719041" y="1247735"/>
                  <a:pt x="719854" y="1238699"/>
                </a:cubicBezTo>
                <a:cubicBezTo>
                  <a:pt x="720668" y="1229650"/>
                  <a:pt x="714012" y="1221656"/>
                  <a:pt x="704996" y="1220841"/>
                </a:cubicBezTo>
                <a:cubicBezTo>
                  <a:pt x="704008" y="1220747"/>
                  <a:pt x="703021" y="1220747"/>
                  <a:pt x="702034" y="1220841"/>
                </a:cubicBezTo>
                <a:lnTo>
                  <a:pt x="293478" y="1220841"/>
                </a:lnTo>
                <a:cubicBezTo>
                  <a:pt x="282821" y="1220854"/>
                  <a:pt x="272164" y="1220146"/>
                  <a:pt x="261600" y="1218702"/>
                </a:cubicBezTo>
                <a:cubicBezTo>
                  <a:pt x="131056" y="1202568"/>
                  <a:pt x="33006" y="1091463"/>
                  <a:pt x="32979" y="959652"/>
                </a:cubicBezTo>
                <a:lnTo>
                  <a:pt x="32979" y="293982"/>
                </a:lnTo>
                <a:cubicBezTo>
                  <a:pt x="33126" y="149993"/>
                  <a:pt x="149530" y="33282"/>
                  <a:pt x="293212" y="33061"/>
                </a:cubicBezTo>
                <a:lnTo>
                  <a:pt x="1764173" y="33061"/>
                </a:lnTo>
                <a:cubicBezTo>
                  <a:pt x="1907641" y="33576"/>
                  <a:pt x="2023725" y="150200"/>
                  <a:pt x="2023872" y="293982"/>
                </a:cubicBezTo>
                <a:lnTo>
                  <a:pt x="2023872" y="959519"/>
                </a:lnTo>
                <a:cubicBezTo>
                  <a:pt x="2023925" y="1091329"/>
                  <a:pt x="1925914" y="1202502"/>
                  <a:pt x="1795384" y="1218702"/>
                </a:cubicBezTo>
                <a:cubicBezTo>
                  <a:pt x="1784860" y="1220039"/>
                  <a:pt x="1774257" y="1220707"/>
                  <a:pt x="1763639" y="1220707"/>
                </a:cubicBezTo>
                <a:lnTo>
                  <a:pt x="1351615" y="1220707"/>
                </a:lnTo>
                <a:cubicBezTo>
                  <a:pt x="1342558" y="1220707"/>
                  <a:pt x="1335209" y="1228072"/>
                  <a:pt x="1335209" y="1237148"/>
                </a:cubicBezTo>
                <a:cubicBezTo>
                  <a:pt x="1335209" y="1246224"/>
                  <a:pt x="1342558" y="1253590"/>
                  <a:pt x="1351615" y="1253590"/>
                </a:cubicBezTo>
                <a:lnTo>
                  <a:pt x="1764306" y="1253590"/>
                </a:lnTo>
                <a:cubicBezTo>
                  <a:pt x="1776257" y="1253630"/>
                  <a:pt x="1788195" y="1252881"/>
                  <a:pt x="1800053" y="1251317"/>
                </a:cubicBezTo>
                <a:cubicBezTo>
                  <a:pt x="1946789" y="1232924"/>
                  <a:pt x="2056951" y="1107984"/>
                  <a:pt x="2057084" y="959786"/>
                </a:cubicBezTo>
                <a:lnTo>
                  <a:pt x="2057084" y="293982"/>
                </a:lnTo>
                <a:cubicBezTo>
                  <a:pt x="2057084" y="131832"/>
                  <a:pt x="1926114" y="280"/>
                  <a:pt x="1764306" y="-89"/>
                </a:cubicBezTo>
                <a:close/>
              </a:path>
            </a:pathLst>
          </a:custGeom>
          <a:solidFill>
            <a:srgbClr val="FBB033"/>
          </a:solidFill>
          <a:ln w="1332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6ECEA7DE-965C-A877-6665-9EF349858EDB}"/>
              </a:ext>
            </a:extLst>
          </p:cNvPr>
          <p:cNvSpPr/>
          <p:nvPr/>
        </p:nvSpPr>
        <p:spPr>
          <a:xfrm>
            <a:off x="6852869" y="1715441"/>
            <a:ext cx="2057585" cy="1253745"/>
          </a:xfrm>
          <a:custGeom>
            <a:avLst/>
            <a:gdLst>
              <a:gd name="connsiteX0" fmla="*/ 293079 w 2057585"/>
              <a:gd name="connsiteY0" fmla="*/ 179 h 1253745"/>
              <a:gd name="connsiteX1" fmla="*/ 1764174 w 2057585"/>
              <a:gd name="connsiteY1" fmla="*/ 179 h 1253745"/>
              <a:gd name="connsiteX2" fmla="*/ 2057619 w 2057585"/>
              <a:gd name="connsiteY2" fmla="*/ 294250 h 1253745"/>
              <a:gd name="connsiteX3" fmla="*/ 2057619 w 2057585"/>
              <a:gd name="connsiteY3" fmla="*/ 959786 h 1253745"/>
              <a:gd name="connsiteX4" fmla="*/ 1800188 w 2057585"/>
              <a:gd name="connsiteY4" fmla="*/ 1251317 h 1253745"/>
              <a:gd name="connsiteX5" fmla="*/ 1764573 w 2057585"/>
              <a:gd name="connsiteY5" fmla="*/ 1253590 h 1253745"/>
              <a:gd name="connsiteX6" fmla="*/ 993346 w 2057585"/>
              <a:gd name="connsiteY6" fmla="*/ 1253590 h 1253745"/>
              <a:gd name="connsiteX7" fmla="*/ 975526 w 2057585"/>
              <a:gd name="connsiteY7" fmla="*/ 1238699 h 1253745"/>
              <a:gd name="connsiteX8" fmla="*/ 990385 w 2057585"/>
              <a:gd name="connsiteY8" fmla="*/ 1220841 h 1253745"/>
              <a:gd name="connsiteX9" fmla="*/ 993346 w 2057585"/>
              <a:gd name="connsiteY9" fmla="*/ 1220841 h 1253745"/>
              <a:gd name="connsiteX10" fmla="*/ 1764174 w 2057585"/>
              <a:gd name="connsiteY10" fmla="*/ 1220841 h 1253745"/>
              <a:gd name="connsiteX11" fmla="*/ 1795919 w 2057585"/>
              <a:gd name="connsiteY11" fmla="*/ 1218702 h 1253745"/>
              <a:gd name="connsiteX12" fmla="*/ 2024673 w 2057585"/>
              <a:gd name="connsiteY12" fmla="*/ 959652 h 1253745"/>
              <a:gd name="connsiteX13" fmla="*/ 2024673 w 2057585"/>
              <a:gd name="connsiteY13" fmla="*/ 293982 h 1253745"/>
              <a:gd name="connsiteX14" fmla="*/ 1764307 w 2057585"/>
              <a:gd name="connsiteY14" fmla="*/ 33061 h 1253745"/>
              <a:gd name="connsiteX15" fmla="*/ 293346 w 2057585"/>
              <a:gd name="connsiteY15" fmla="*/ 33061 h 1253745"/>
              <a:gd name="connsiteX16" fmla="*/ 32980 w 2057585"/>
              <a:gd name="connsiteY16" fmla="*/ 293982 h 1253745"/>
              <a:gd name="connsiteX17" fmla="*/ 32980 w 2057585"/>
              <a:gd name="connsiteY17" fmla="*/ 959519 h 1253745"/>
              <a:gd name="connsiteX18" fmla="*/ 260934 w 2057585"/>
              <a:gd name="connsiteY18" fmla="*/ 1218702 h 1253745"/>
              <a:gd name="connsiteX19" fmla="*/ 292813 w 2057585"/>
              <a:gd name="connsiteY19" fmla="*/ 1220707 h 1253745"/>
              <a:gd name="connsiteX20" fmla="*/ 519566 w 2057585"/>
              <a:gd name="connsiteY20" fmla="*/ 1220707 h 1253745"/>
              <a:gd name="connsiteX21" fmla="*/ 535972 w 2057585"/>
              <a:gd name="connsiteY21" fmla="*/ 1237148 h 1253745"/>
              <a:gd name="connsiteX22" fmla="*/ 519566 w 2057585"/>
              <a:gd name="connsiteY22" fmla="*/ 1253590 h 1253745"/>
              <a:gd name="connsiteX23" fmla="*/ 292813 w 2057585"/>
              <a:gd name="connsiteY23" fmla="*/ 1253590 h 1253745"/>
              <a:gd name="connsiteX24" fmla="*/ 257066 w 2057585"/>
              <a:gd name="connsiteY24" fmla="*/ 1251317 h 1253745"/>
              <a:gd name="connsiteX25" fmla="*/ 34 w 2057585"/>
              <a:gd name="connsiteY25" fmla="*/ 959786 h 1253745"/>
              <a:gd name="connsiteX26" fmla="*/ 34 w 2057585"/>
              <a:gd name="connsiteY26" fmla="*/ 293982 h 1253745"/>
              <a:gd name="connsiteX27" fmla="*/ 291879 w 2057585"/>
              <a:gd name="connsiteY27" fmla="*/ -87 h 1253745"/>
              <a:gd name="connsiteX28" fmla="*/ 292546 w 2057585"/>
              <a:gd name="connsiteY28" fmla="*/ -89 h 1253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57585" h="1253745">
                <a:moveTo>
                  <a:pt x="293079" y="179"/>
                </a:moveTo>
                <a:lnTo>
                  <a:pt x="1764174" y="179"/>
                </a:lnTo>
                <a:cubicBezTo>
                  <a:pt x="1926235" y="179"/>
                  <a:pt x="2057619" y="131838"/>
                  <a:pt x="2057619" y="294250"/>
                </a:cubicBezTo>
                <a:lnTo>
                  <a:pt x="2057619" y="959786"/>
                </a:lnTo>
                <a:cubicBezTo>
                  <a:pt x="2057459" y="1108118"/>
                  <a:pt x="1947084" y="1233112"/>
                  <a:pt x="1800188" y="1251317"/>
                </a:cubicBezTo>
                <a:cubicBezTo>
                  <a:pt x="1788369" y="1252748"/>
                  <a:pt x="1776472" y="1253509"/>
                  <a:pt x="1764573" y="1253590"/>
                </a:cubicBezTo>
                <a:lnTo>
                  <a:pt x="993346" y="1253590"/>
                </a:lnTo>
                <a:cubicBezTo>
                  <a:pt x="984316" y="1254405"/>
                  <a:pt x="976340" y="1247735"/>
                  <a:pt x="975526" y="1238699"/>
                </a:cubicBezTo>
                <a:cubicBezTo>
                  <a:pt x="974713" y="1229650"/>
                  <a:pt x="981369" y="1221656"/>
                  <a:pt x="990385" y="1220841"/>
                </a:cubicBezTo>
                <a:cubicBezTo>
                  <a:pt x="991373" y="1220747"/>
                  <a:pt x="992359" y="1220747"/>
                  <a:pt x="993346" y="1220841"/>
                </a:cubicBezTo>
                <a:lnTo>
                  <a:pt x="1764174" y="1220841"/>
                </a:lnTo>
                <a:cubicBezTo>
                  <a:pt x="1774791" y="1220854"/>
                  <a:pt x="1785395" y="1220146"/>
                  <a:pt x="1795919" y="1218702"/>
                </a:cubicBezTo>
                <a:cubicBezTo>
                  <a:pt x="1926515" y="1202635"/>
                  <a:pt x="2024647" y="1091503"/>
                  <a:pt x="2024673" y="959652"/>
                </a:cubicBezTo>
                <a:lnTo>
                  <a:pt x="2024673" y="293982"/>
                </a:lnTo>
                <a:cubicBezTo>
                  <a:pt x="2024446" y="149970"/>
                  <a:pt x="1908015" y="33282"/>
                  <a:pt x="1764307" y="33061"/>
                </a:cubicBezTo>
                <a:lnTo>
                  <a:pt x="293346" y="33061"/>
                </a:lnTo>
                <a:cubicBezTo>
                  <a:pt x="149638" y="33282"/>
                  <a:pt x="33207" y="149972"/>
                  <a:pt x="32980" y="293982"/>
                </a:cubicBezTo>
                <a:lnTo>
                  <a:pt x="32980" y="959519"/>
                </a:lnTo>
                <a:cubicBezTo>
                  <a:pt x="32887" y="1091155"/>
                  <a:pt x="130618" y="1202261"/>
                  <a:pt x="260934" y="1218702"/>
                </a:cubicBezTo>
                <a:cubicBezTo>
                  <a:pt x="271511" y="1220039"/>
                  <a:pt x="282155" y="1220721"/>
                  <a:pt x="292813" y="1220707"/>
                </a:cubicBezTo>
                <a:lnTo>
                  <a:pt x="519566" y="1220707"/>
                </a:lnTo>
                <a:cubicBezTo>
                  <a:pt x="528623" y="1220707"/>
                  <a:pt x="535972" y="1228072"/>
                  <a:pt x="535972" y="1237148"/>
                </a:cubicBezTo>
                <a:cubicBezTo>
                  <a:pt x="535972" y="1246224"/>
                  <a:pt x="528623" y="1253590"/>
                  <a:pt x="519566" y="1253590"/>
                </a:cubicBezTo>
                <a:lnTo>
                  <a:pt x="292813" y="1253590"/>
                </a:lnTo>
                <a:cubicBezTo>
                  <a:pt x="280861" y="1253643"/>
                  <a:pt x="268910" y="1252881"/>
                  <a:pt x="257066" y="1251317"/>
                </a:cubicBezTo>
                <a:cubicBezTo>
                  <a:pt x="110330" y="1232924"/>
                  <a:pt x="168" y="1107984"/>
                  <a:pt x="34" y="959786"/>
                </a:cubicBezTo>
                <a:lnTo>
                  <a:pt x="34" y="293982"/>
                </a:lnTo>
                <a:cubicBezTo>
                  <a:pt x="-406" y="132015"/>
                  <a:pt x="130257" y="355"/>
                  <a:pt x="291879" y="-87"/>
                </a:cubicBezTo>
                <a:cubicBezTo>
                  <a:pt x="292106" y="-89"/>
                  <a:pt x="292319" y="-89"/>
                  <a:pt x="292546" y="-89"/>
                </a:cubicBezTo>
                <a:close/>
              </a:path>
            </a:pathLst>
          </a:custGeom>
          <a:solidFill>
            <a:srgbClr val="FBB033"/>
          </a:solidFill>
          <a:ln w="13329" cap="flat">
            <a:noFill/>
            <a:prstDash val="solid"/>
            <a:miter/>
          </a:ln>
        </p:spPr>
        <p:txBody>
          <a:bodyPr rtlCol="0" anchor="ctr"/>
          <a:lstStyle/>
          <a:p>
            <a:endParaRPr lang="en-IN"/>
          </a:p>
        </p:txBody>
      </p:sp>
      <p:sp>
        <p:nvSpPr>
          <p:cNvPr id="38" name="Title 5">
            <a:extLst>
              <a:ext uri="{FF2B5EF4-FFF2-40B4-BE49-F238E27FC236}">
                <a16:creationId xmlns:a16="http://schemas.microsoft.com/office/drawing/2014/main" id="{D0EF6AF7-713E-1419-4DA8-4BDC20E71799}"/>
              </a:ext>
            </a:extLst>
          </p:cNvPr>
          <p:cNvSpPr txBox="1">
            <a:spLocks/>
          </p:cNvSpPr>
          <p:nvPr/>
        </p:nvSpPr>
        <p:spPr>
          <a:xfrm>
            <a:off x="425299" y="2149757"/>
            <a:ext cx="1929110" cy="587965"/>
          </a:xfrm>
          <a:prstGeom prst="rect">
            <a:avLst/>
          </a:prstGeom>
        </p:spPr>
        <p:txBody>
          <a:bodyPr vert="horz" lIns="91440" tIns="45720" rIns="91440" bIns="45720" rtlCol="0" anchor="t">
            <a:noAutofit/>
          </a:bodyPr>
          <a:lstStyle>
            <a:defPPr>
              <a:defRPr lang="en-US"/>
            </a:defPPr>
            <a:lvl1pPr algn="ctr" defTabSz="914355">
              <a:lnSpc>
                <a:spcPct val="90000"/>
              </a:lnSpc>
              <a:spcBef>
                <a:spcPct val="0"/>
              </a:spcBef>
              <a:buNone/>
              <a:defRPr sz="1100" b="0" kern="0" baseline="0">
                <a:ln w="0"/>
                <a:solidFill>
                  <a:schemeClr val="bg1"/>
                </a:solidFill>
                <a:latin typeface="+mj-lt"/>
                <a:ea typeface="+mj-ea"/>
                <a:cs typeface="+mj-cs"/>
              </a:defRPr>
            </a:lvl1pPr>
          </a:lstStyle>
          <a:p>
            <a:r>
              <a:rPr lang="en-US" sz="1400" b="1" dirty="0">
                <a:solidFill>
                  <a:schemeClr val="tx1"/>
                </a:solidFill>
              </a:rPr>
              <a:t>Ambiguous or incomplete requirements</a:t>
            </a:r>
          </a:p>
        </p:txBody>
      </p:sp>
      <p:sp>
        <p:nvSpPr>
          <p:cNvPr id="39" name="Title 5">
            <a:extLst>
              <a:ext uri="{FF2B5EF4-FFF2-40B4-BE49-F238E27FC236}">
                <a16:creationId xmlns:a16="http://schemas.microsoft.com/office/drawing/2014/main" id="{DF16A40F-926E-DDCF-C841-A4FCCF840357}"/>
              </a:ext>
            </a:extLst>
          </p:cNvPr>
          <p:cNvSpPr txBox="1">
            <a:spLocks/>
          </p:cNvSpPr>
          <p:nvPr/>
        </p:nvSpPr>
        <p:spPr>
          <a:xfrm>
            <a:off x="2555757" y="2159844"/>
            <a:ext cx="1926037" cy="567791"/>
          </a:xfrm>
          <a:prstGeom prst="rect">
            <a:avLst/>
          </a:prstGeom>
        </p:spPr>
        <p:txBody>
          <a:bodyPr vert="horz" lIns="91440" tIns="45720" rIns="91440" bIns="45720" rtlCol="0" anchor="t">
            <a:noAutofit/>
          </a:bodyPr>
          <a:lstStyle>
            <a:defPPr>
              <a:defRPr lang="en-US"/>
            </a:defPPr>
            <a:lvl1pPr algn="ctr" defTabSz="914355">
              <a:lnSpc>
                <a:spcPct val="90000"/>
              </a:lnSpc>
              <a:spcBef>
                <a:spcPct val="0"/>
              </a:spcBef>
              <a:buNone/>
              <a:defRPr sz="1100" b="0" kern="0" baseline="0">
                <a:ln w="0"/>
                <a:solidFill>
                  <a:schemeClr val="bg1"/>
                </a:solidFill>
                <a:latin typeface="+mj-lt"/>
                <a:ea typeface="+mj-ea"/>
                <a:cs typeface="+mj-cs"/>
              </a:defRPr>
            </a:lvl1pPr>
          </a:lstStyle>
          <a:p>
            <a:r>
              <a:rPr lang="en-US" sz="1400" b="1" dirty="0">
                <a:solidFill>
                  <a:schemeClr val="tx1"/>
                </a:solidFill>
              </a:rPr>
              <a:t>Conflicting stakeholder inputs (inconsistencies)</a:t>
            </a:r>
          </a:p>
        </p:txBody>
      </p:sp>
      <p:sp>
        <p:nvSpPr>
          <p:cNvPr id="41" name="Title 5">
            <a:extLst>
              <a:ext uri="{FF2B5EF4-FFF2-40B4-BE49-F238E27FC236}">
                <a16:creationId xmlns:a16="http://schemas.microsoft.com/office/drawing/2014/main" id="{EDA889AF-C0D3-23C3-573C-D28FE669C11F}"/>
              </a:ext>
            </a:extLst>
          </p:cNvPr>
          <p:cNvSpPr txBox="1">
            <a:spLocks/>
          </p:cNvSpPr>
          <p:nvPr/>
        </p:nvSpPr>
        <p:spPr>
          <a:xfrm>
            <a:off x="4712625" y="2159844"/>
            <a:ext cx="2038351" cy="567791"/>
          </a:xfrm>
          <a:prstGeom prst="rect">
            <a:avLst/>
          </a:prstGeom>
        </p:spPr>
        <p:txBody>
          <a:bodyPr vert="horz" lIns="91440" tIns="45720" rIns="91440" bIns="45720" rtlCol="0" anchor="t">
            <a:noAutofit/>
          </a:bodyPr>
          <a:lstStyle>
            <a:lvl1pPr algn="l" defTabSz="914355" rtl="0" eaLnBrk="1" latinLnBrk="0" hangingPunct="1">
              <a:lnSpc>
                <a:spcPct val="90000"/>
              </a:lnSpc>
              <a:spcBef>
                <a:spcPct val="0"/>
              </a:spcBef>
              <a:buNone/>
              <a:defRPr lang="en-IN" sz="2400" b="0" kern="0" baseline="0" dirty="0" smtClean="0">
                <a:solidFill>
                  <a:schemeClr val="bg1"/>
                </a:solidFill>
                <a:latin typeface="+mj-lt"/>
                <a:ea typeface="+mj-ea"/>
                <a:cs typeface="+mj-cs"/>
              </a:defRPr>
            </a:lvl1pPr>
          </a:lstStyle>
          <a:p>
            <a:pPr algn="ctr"/>
            <a:r>
              <a:rPr lang="en-US" sz="1400" b="1" dirty="0">
                <a:ln w="0"/>
                <a:solidFill>
                  <a:schemeClr val="tx1"/>
                </a:solidFill>
              </a:rPr>
              <a:t>No standard</a:t>
            </a:r>
          </a:p>
          <a:p>
            <a:pPr algn="ctr"/>
            <a:r>
              <a:rPr lang="en-US" sz="1400" b="1" dirty="0">
                <a:ln w="0"/>
                <a:solidFill>
                  <a:schemeClr val="tx1"/>
                </a:solidFill>
              </a:rPr>
              <a:t> format for BRD</a:t>
            </a:r>
          </a:p>
        </p:txBody>
      </p:sp>
      <p:sp>
        <p:nvSpPr>
          <p:cNvPr id="43" name="Title 5">
            <a:extLst>
              <a:ext uri="{FF2B5EF4-FFF2-40B4-BE49-F238E27FC236}">
                <a16:creationId xmlns:a16="http://schemas.microsoft.com/office/drawing/2014/main" id="{8A50BB89-1E7F-5762-27F1-7850D905BC04}"/>
              </a:ext>
            </a:extLst>
          </p:cNvPr>
          <p:cNvSpPr txBox="1">
            <a:spLocks/>
          </p:cNvSpPr>
          <p:nvPr/>
        </p:nvSpPr>
        <p:spPr>
          <a:xfrm>
            <a:off x="6944876" y="2159844"/>
            <a:ext cx="1926037" cy="567791"/>
          </a:xfrm>
          <a:prstGeom prst="rect">
            <a:avLst/>
          </a:prstGeom>
        </p:spPr>
        <p:txBody>
          <a:bodyPr vert="horz" lIns="91440" tIns="45720" rIns="91440" bIns="45720" rtlCol="0" anchor="t">
            <a:noAutofit/>
          </a:bodyPr>
          <a:lstStyle>
            <a:defPPr>
              <a:defRPr lang="en-US"/>
            </a:defPPr>
            <a:lvl1pPr algn="ctr" defTabSz="914355">
              <a:lnSpc>
                <a:spcPct val="90000"/>
              </a:lnSpc>
              <a:spcBef>
                <a:spcPct val="0"/>
              </a:spcBef>
              <a:buNone/>
              <a:defRPr sz="1100" b="0" kern="0" baseline="0">
                <a:ln w="0"/>
                <a:solidFill>
                  <a:schemeClr val="bg1"/>
                </a:solidFill>
                <a:latin typeface="+mj-lt"/>
                <a:ea typeface="+mj-ea"/>
                <a:cs typeface="+mj-cs"/>
              </a:defRPr>
            </a:lvl1pPr>
          </a:lstStyle>
          <a:p>
            <a:r>
              <a:rPr lang="en-US" sz="1400" b="1" dirty="0">
                <a:solidFill>
                  <a:schemeClr val="tx1"/>
                </a:solidFill>
              </a:rPr>
              <a:t>Manual elicitation &amp; documentation effort</a:t>
            </a:r>
          </a:p>
        </p:txBody>
      </p:sp>
      <p:sp>
        <p:nvSpPr>
          <p:cNvPr id="44" name="Google Shape;231;p7">
            <a:extLst>
              <a:ext uri="{FF2B5EF4-FFF2-40B4-BE49-F238E27FC236}">
                <a16:creationId xmlns:a16="http://schemas.microsoft.com/office/drawing/2014/main" id="{2CADB639-2AF5-7DC9-368F-E22AE6DED3F4}"/>
              </a:ext>
            </a:extLst>
          </p:cNvPr>
          <p:cNvSpPr/>
          <p:nvPr/>
        </p:nvSpPr>
        <p:spPr>
          <a:xfrm>
            <a:off x="1069180" y="1412343"/>
            <a:ext cx="606731" cy="606731"/>
          </a:xfrm>
          <a:prstGeom prst="ellipse">
            <a:avLst/>
          </a:prstGeom>
          <a:solidFill>
            <a:srgbClr val="FBB034"/>
          </a:solidFill>
          <a:ln w="25400">
            <a:solidFill>
              <a:schemeClr val="bg1"/>
            </a:solidFill>
          </a:ln>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lt1"/>
              </a:solidFill>
              <a:latin typeface="Arial"/>
              <a:ea typeface="Arial"/>
              <a:cs typeface="Arial"/>
              <a:sym typeface="Arial"/>
            </a:endParaRPr>
          </a:p>
        </p:txBody>
      </p:sp>
      <p:sp>
        <p:nvSpPr>
          <p:cNvPr id="45" name="Google Shape;231;p7">
            <a:extLst>
              <a:ext uri="{FF2B5EF4-FFF2-40B4-BE49-F238E27FC236}">
                <a16:creationId xmlns:a16="http://schemas.microsoft.com/office/drawing/2014/main" id="{57F0BB07-171C-DBE9-1A92-F959A40DEAFE}"/>
              </a:ext>
            </a:extLst>
          </p:cNvPr>
          <p:cNvSpPr/>
          <p:nvPr/>
        </p:nvSpPr>
        <p:spPr>
          <a:xfrm>
            <a:off x="3231467" y="1412343"/>
            <a:ext cx="606731" cy="606731"/>
          </a:xfrm>
          <a:prstGeom prst="ellipse">
            <a:avLst/>
          </a:prstGeom>
          <a:solidFill>
            <a:srgbClr val="FBB034"/>
          </a:solidFill>
          <a:ln w="25400">
            <a:solidFill>
              <a:schemeClr val="bg1"/>
            </a:solidFill>
          </a:ln>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lt1"/>
              </a:solidFill>
              <a:latin typeface="Arial"/>
              <a:ea typeface="Arial"/>
              <a:cs typeface="Arial"/>
              <a:sym typeface="Arial"/>
            </a:endParaRPr>
          </a:p>
        </p:txBody>
      </p:sp>
      <p:sp>
        <p:nvSpPr>
          <p:cNvPr id="46" name="Google Shape;231;p7">
            <a:extLst>
              <a:ext uri="{FF2B5EF4-FFF2-40B4-BE49-F238E27FC236}">
                <a16:creationId xmlns:a16="http://schemas.microsoft.com/office/drawing/2014/main" id="{C47D2971-2E11-7ADA-7024-40DA7918A98F}"/>
              </a:ext>
            </a:extLst>
          </p:cNvPr>
          <p:cNvSpPr/>
          <p:nvPr/>
        </p:nvSpPr>
        <p:spPr>
          <a:xfrm>
            <a:off x="5393754" y="1412343"/>
            <a:ext cx="606731" cy="606731"/>
          </a:xfrm>
          <a:prstGeom prst="ellipse">
            <a:avLst/>
          </a:prstGeom>
          <a:solidFill>
            <a:srgbClr val="FBB034"/>
          </a:solidFill>
          <a:ln w="25400">
            <a:solidFill>
              <a:schemeClr val="bg1"/>
            </a:solidFill>
          </a:ln>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lt1"/>
              </a:solidFill>
              <a:latin typeface="Arial"/>
              <a:ea typeface="Arial"/>
              <a:cs typeface="Arial"/>
              <a:sym typeface="Arial"/>
            </a:endParaRPr>
          </a:p>
        </p:txBody>
      </p:sp>
      <p:sp>
        <p:nvSpPr>
          <p:cNvPr id="47" name="Google Shape;231;p7">
            <a:extLst>
              <a:ext uri="{FF2B5EF4-FFF2-40B4-BE49-F238E27FC236}">
                <a16:creationId xmlns:a16="http://schemas.microsoft.com/office/drawing/2014/main" id="{1FA2AD2A-5B10-18D9-138A-23CC671805C3}"/>
              </a:ext>
            </a:extLst>
          </p:cNvPr>
          <p:cNvSpPr/>
          <p:nvPr/>
        </p:nvSpPr>
        <p:spPr>
          <a:xfrm>
            <a:off x="7588314" y="1412343"/>
            <a:ext cx="606731" cy="606731"/>
          </a:xfrm>
          <a:prstGeom prst="ellipse">
            <a:avLst/>
          </a:prstGeom>
          <a:solidFill>
            <a:srgbClr val="FBB034"/>
          </a:solidFill>
          <a:ln w="25400">
            <a:solidFill>
              <a:schemeClr val="bg1"/>
            </a:solidFill>
          </a:ln>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Calibri"/>
              <a:buNone/>
            </a:pPr>
            <a:endParaRPr sz="1400" b="0" i="0" u="none" strike="noStrike" cap="none">
              <a:solidFill>
                <a:schemeClr val="lt1"/>
              </a:solidFill>
              <a:latin typeface="Arial"/>
              <a:ea typeface="Arial"/>
              <a:cs typeface="Arial"/>
              <a:sym typeface="Arial"/>
            </a:endParaRPr>
          </a:p>
        </p:txBody>
      </p:sp>
      <p:pic>
        <p:nvPicPr>
          <p:cNvPr id="52" name="Picture 51">
            <a:extLst>
              <a:ext uri="{FF2B5EF4-FFF2-40B4-BE49-F238E27FC236}">
                <a16:creationId xmlns:a16="http://schemas.microsoft.com/office/drawing/2014/main" id="{FFE321E8-8EBD-3DD1-B1A1-AE41D697CE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1470" y="1521344"/>
            <a:ext cx="360000" cy="360000"/>
          </a:xfrm>
          <a:prstGeom prst="rect">
            <a:avLst/>
          </a:prstGeom>
        </p:spPr>
      </p:pic>
      <p:grpSp>
        <p:nvGrpSpPr>
          <p:cNvPr id="53" name="Group 52">
            <a:extLst>
              <a:ext uri="{FF2B5EF4-FFF2-40B4-BE49-F238E27FC236}">
                <a16:creationId xmlns:a16="http://schemas.microsoft.com/office/drawing/2014/main" id="{28921A2D-CA84-88F6-82BC-AB5BAB17D2F1}"/>
              </a:ext>
            </a:extLst>
          </p:cNvPr>
          <p:cNvGrpSpPr/>
          <p:nvPr/>
        </p:nvGrpSpPr>
        <p:grpSpPr>
          <a:xfrm>
            <a:off x="3332140" y="1554825"/>
            <a:ext cx="432000" cy="360000"/>
            <a:chOff x="810187" y="2488392"/>
            <a:chExt cx="438454" cy="334645"/>
          </a:xfrm>
        </p:grpSpPr>
        <p:grpSp>
          <p:nvGrpSpPr>
            <p:cNvPr id="54" name="Graphic 4">
              <a:extLst>
                <a:ext uri="{FF2B5EF4-FFF2-40B4-BE49-F238E27FC236}">
                  <a16:creationId xmlns:a16="http://schemas.microsoft.com/office/drawing/2014/main" id="{88BE5CFD-D3A3-678F-3A4F-07664CA45B7F}"/>
                </a:ext>
              </a:extLst>
            </p:cNvPr>
            <p:cNvGrpSpPr/>
            <p:nvPr/>
          </p:nvGrpSpPr>
          <p:grpSpPr>
            <a:xfrm>
              <a:off x="886626" y="2488392"/>
              <a:ext cx="233852" cy="48766"/>
              <a:chOff x="886626" y="2488392"/>
              <a:chExt cx="233852" cy="48766"/>
            </a:xfrm>
            <a:noFill/>
          </p:grpSpPr>
          <p:sp>
            <p:nvSpPr>
              <p:cNvPr id="71" name="Freeform: Shape 70">
                <a:extLst>
                  <a:ext uri="{FF2B5EF4-FFF2-40B4-BE49-F238E27FC236}">
                    <a16:creationId xmlns:a16="http://schemas.microsoft.com/office/drawing/2014/main" id="{E23A9455-DFA7-E8BE-0DDD-5570FDE37DAF}"/>
                  </a:ext>
                </a:extLst>
              </p:cNvPr>
              <p:cNvSpPr/>
              <p:nvPr/>
            </p:nvSpPr>
            <p:spPr>
              <a:xfrm rot="10800000">
                <a:off x="943558" y="2488467"/>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72" name="Freeform: Shape 71">
                <a:extLst>
                  <a:ext uri="{FF2B5EF4-FFF2-40B4-BE49-F238E27FC236}">
                    <a16:creationId xmlns:a16="http://schemas.microsoft.com/office/drawing/2014/main" id="{60B206C0-C850-83C5-48AA-EEF81B9F27EE}"/>
                  </a:ext>
                </a:extLst>
              </p:cNvPr>
              <p:cNvSpPr/>
              <p:nvPr/>
            </p:nvSpPr>
            <p:spPr>
              <a:xfrm>
                <a:off x="886626" y="2488392"/>
                <a:ext cx="7560" cy="48690"/>
              </a:xfrm>
              <a:custGeom>
                <a:avLst/>
                <a:gdLst>
                  <a:gd name="connsiteX0" fmla="*/ 0 w 7560"/>
                  <a:gd name="connsiteY0" fmla="*/ 0 h 48690"/>
                  <a:gd name="connsiteX1" fmla="*/ 0 w 7560"/>
                  <a:gd name="connsiteY1" fmla="*/ 48691 h 48690"/>
                </a:gdLst>
                <a:ahLst/>
                <a:cxnLst>
                  <a:cxn ang="0">
                    <a:pos x="connsiteX0" y="connsiteY0"/>
                  </a:cxn>
                  <a:cxn ang="0">
                    <a:pos x="connsiteX1" y="connsiteY1"/>
                  </a:cxn>
                </a:cxnLst>
                <a:rect l="l" t="t" r="r" b="b"/>
                <a:pathLst>
                  <a:path w="7560" h="48690">
                    <a:moveTo>
                      <a:pt x="0" y="0"/>
                    </a:moveTo>
                    <a:lnTo>
                      <a:pt x="0" y="48691"/>
                    </a:lnTo>
                  </a:path>
                </a:pathLst>
              </a:custGeom>
              <a:ln w="13970" cap="rnd">
                <a:solidFill>
                  <a:schemeClr val="tx1"/>
                </a:solidFill>
                <a:prstDash val="solid"/>
                <a:round/>
              </a:ln>
            </p:spPr>
            <p:txBody>
              <a:bodyPr rtlCol="0" anchor="ctr"/>
              <a:lstStyle/>
              <a:p>
                <a:endParaRPr lang="en-US"/>
              </a:p>
            </p:txBody>
          </p:sp>
          <p:sp>
            <p:nvSpPr>
              <p:cNvPr id="73" name="Freeform: Shape 72">
                <a:extLst>
                  <a:ext uri="{FF2B5EF4-FFF2-40B4-BE49-F238E27FC236}">
                    <a16:creationId xmlns:a16="http://schemas.microsoft.com/office/drawing/2014/main" id="{AFBFD9F9-1996-6D6B-68FA-A6A2FE22F0E1}"/>
                  </a:ext>
                </a:extLst>
              </p:cNvPr>
              <p:cNvSpPr/>
              <p:nvPr/>
            </p:nvSpPr>
            <p:spPr>
              <a:xfrm>
                <a:off x="1003741" y="2488392"/>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74" name="Freeform: Shape 73">
                <a:extLst>
                  <a:ext uri="{FF2B5EF4-FFF2-40B4-BE49-F238E27FC236}">
                    <a16:creationId xmlns:a16="http://schemas.microsoft.com/office/drawing/2014/main" id="{3FD2E437-46CC-9F5C-C8F9-1C5DF5F81165}"/>
                  </a:ext>
                </a:extLst>
              </p:cNvPr>
              <p:cNvSpPr/>
              <p:nvPr/>
            </p:nvSpPr>
            <p:spPr>
              <a:xfrm>
                <a:off x="915054" y="2488392"/>
                <a:ext cx="7560" cy="48690"/>
              </a:xfrm>
              <a:custGeom>
                <a:avLst/>
                <a:gdLst>
                  <a:gd name="connsiteX0" fmla="*/ 0 w 7560"/>
                  <a:gd name="connsiteY0" fmla="*/ 48691 h 48690"/>
                  <a:gd name="connsiteX1" fmla="*/ 0 w 7560"/>
                  <a:gd name="connsiteY1" fmla="*/ 0 h 48690"/>
                </a:gdLst>
                <a:ahLst/>
                <a:cxnLst>
                  <a:cxn ang="0">
                    <a:pos x="connsiteX0" y="connsiteY0"/>
                  </a:cxn>
                  <a:cxn ang="0">
                    <a:pos x="connsiteX1" y="connsiteY1"/>
                  </a:cxn>
                </a:cxnLst>
                <a:rect l="l" t="t" r="r" b="b"/>
                <a:pathLst>
                  <a:path w="7560" h="48690">
                    <a:moveTo>
                      <a:pt x="0" y="48691"/>
                    </a:moveTo>
                    <a:lnTo>
                      <a:pt x="0" y="0"/>
                    </a:lnTo>
                  </a:path>
                </a:pathLst>
              </a:custGeom>
              <a:ln w="13970" cap="rnd">
                <a:solidFill>
                  <a:schemeClr val="tx1"/>
                </a:solidFill>
                <a:prstDash val="solid"/>
                <a:round/>
              </a:ln>
            </p:spPr>
            <p:txBody>
              <a:bodyPr rtlCol="0" anchor="ctr"/>
              <a:lstStyle/>
              <a:p>
                <a:endParaRPr lang="en-US"/>
              </a:p>
            </p:txBody>
          </p:sp>
          <p:sp>
            <p:nvSpPr>
              <p:cNvPr id="75" name="Freeform: Shape 74">
                <a:extLst>
                  <a:ext uri="{FF2B5EF4-FFF2-40B4-BE49-F238E27FC236}">
                    <a16:creationId xmlns:a16="http://schemas.microsoft.com/office/drawing/2014/main" id="{0D58CD88-7113-11F2-83B5-7AC9BBA4D499}"/>
                  </a:ext>
                </a:extLst>
              </p:cNvPr>
              <p:cNvSpPr/>
              <p:nvPr/>
            </p:nvSpPr>
            <p:spPr>
              <a:xfrm rot="-10800000">
                <a:off x="1088799" y="2488467"/>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76" name="Freeform: Shape 75">
                <a:extLst>
                  <a:ext uri="{FF2B5EF4-FFF2-40B4-BE49-F238E27FC236}">
                    <a16:creationId xmlns:a16="http://schemas.microsoft.com/office/drawing/2014/main" id="{9BE3F389-C8C1-3176-90DD-5AA6D5418282}"/>
                  </a:ext>
                </a:extLst>
              </p:cNvPr>
              <p:cNvSpPr/>
              <p:nvPr/>
            </p:nvSpPr>
            <p:spPr>
              <a:xfrm>
                <a:off x="1060295" y="2488392"/>
                <a:ext cx="7560" cy="48690"/>
              </a:xfrm>
              <a:custGeom>
                <a:avLst/>
                <a:gdLst>
                  <a:gd name="connsiteX0" fmla="*/ 0 w 7560"/>
                  <a:gd name="connsiteY0" fmla="*/ 48691 h 48690"/>
                  <a:gd name="connsiteX1" fmla="*/ 0 w 7560"/>
                  <a:gd name="connsiteY1" fmla="*/ 0 h 48690"/>
                </a:gdLst>
                <a:ahLst/>
                <a:cxnLst>
                  <a:cxn ang="0">
                    <a:pos x="connsiteX0" y="connsiteY0"/>
                  </a:cxn>
                  <a:cxn ang="0">
                    <a:pos x="connsiteX1" y="connsiteY1"/>
                  </a:cxn>
                </a:cxnLst>
                <a:rect l="l" t="t" r="r" b="b"/>
                <a:pathLst>
                  <a:path w="7560" h="48690">
                    <a:moveTo>
                      <a:pt x="0" y="48691"/>
                    </a:moveTo>
                    <a:lnTo>
                      <a:pt x="0" y="0"/>
                    </a:lnTo>
                  </a:path>
                </a:pathLst>
              </a:custGeom>
              <a:ln w="13970" cap="rnd">
                <a:solidFill>
                  <a:schemeClr val="tx1"/>
                </a:solidFill>
                <a:prstDash val="solid"/>
                <a:round/>
              </a:ln>
            </p:spPr>
            <p:txBody>
              <a:bodyPr rtlCol="0" anchor="ctr"/>
              <a:lstStyle/>
              <a:p>
                <a:endParaRPr lang="en-US"/>
              </a:p>
            </p:txBody>
          </p:sp>
        </p:grpSp>
        <p:grpSp>
          <p:nvGrpSpPr>
            <p:cNvPr id="55" name="Graphic 4">
              <a:extLst>
                <a:ext uri="{FF2B5EF4-FFF2-40B4-BE49-F238E27FC236}">
                  <a16:creationId xmlns:a16="http://schemas.microsoft.com/office/drawing/2014/main" id="{76584A6E-29C9-FB5A-3DB7-490D3C5643C8}"/>
                </a:ext>
              </a:extLst>
            </p:cNvPr>
            <p:cNvGrpSpPr/>
            <p:nvPr/>
          </p:nvGrpSpPr>
          <p:grpSpPr>
            <a:xfrm>
              <a:off x="810187" y="2650040"/>
              <a:ext cx="148794" cy="48690"/>
              <a:chOff x="810187" y="2650040"/>
              <a:chExt cx="148794" cy="48690"/>
            </a:xfrm>
            <a:noFill/>
          </p:grpSpPr>
          <p:sp>
            <p:nvSpPr>
              <p:cNvPr id="67" name="Freeform: Shape 66">
                <a:extLst>
                  <a:ext uri="{FF2B5EF4-FFF2-40B4-BE49-F238E27FC236}">
                    <a16:creationId xmlns:a16="http://schemas.microsoft.com/office/drawing/2014/main" id="{6E77CFC2-C6AD-1776-7349-0808447A75E1}"/>
                  </a:ext>
                </a:extLst>
              </p:cNvPr>
              <p:cNvSpPr/>
              <p:nvPr/>
            </p:nvSpPr>
            <p:spPr>
              <a:xfrm rot="-10800000">
                <a:off x="867195" y="2650040"/>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68" name="Freeform: Shape 67">
                <a:extLst>
                  <a:ext uri="{FF2B5EF4-FFF2-40B4-BE49-F238E27FC236}">
                    <a16:creationId xmlns:a16="http://schemas.microsoft.com/office/drawing/2014/main" id="{8516F405-DE04-E769-B1C8-1A0CA48E0281}"/>
                  </a:ext>
                </a:extLst>
              </p:cNvPr>
              <p:cNvSpPr/>
              <p:nvPr/>
            </p:nvSpPr>
            <p:spPr>
              <a:xfrm>
                <a:off x="810187" y="2650040"/>
                <a:ext cx="7560" cy="48690"/>
              </a:xfrm>
              <a:custGeom>
                <a:avLst/>
                <a:gdLst>
                  <a:gd name="connsiteX0" fmla="*/ 0 w 7560"/>
                  <a:gd name="connsiteY0" fmla="*/ 0 h 48690"/>
                  <a:gd name="connsiteX1" fmla="*/ 0 w 7560"/>
                  <a:gd name="connsiteY1" fmla="*/ 48691 h 48690"/>
                </a:gdLst>
                <a:ahLst/>
                <a:cxnLst>
                  <a:cxn ang="0">
                    <a:pos x="connsiteX0" y="connsiteY0"/>
                  </a:cxn>
                  <a:cxn ang="0">
                    <a:pos x="connsiteX1" y="connsiteY1"/>
                  </a:cxn>
                </a:cxnLst>
                <a:rect l="l" t="t" r="r" b="b"/>
                <a:pathLst>
                  <a:path w="7560" h="48690">
                    <a:moveTo>
                      <a:pt x="0" y="0"/>
                    </a:moveTo>
                    <a:lnTo>
                      <a:pt x="0" y="48691"/>
                    </a:lnTo>
                  </a:path>
                </a:pathLst>
              </a:custGeom>
              <a:ln w="13970" cap="rnd">
                <a:solidFill>
                  <a:schemeClr val="tx1"/>
                </a:solidFill>
                <a:prstDash val="solid"/>
                <a:round/>
              </a:ln>
            </p:spPr>
            <p:txBody>
              <a:bodyPr rtlCol="0" anchor="ctr"/>
              <a:lstStyle/>
              <a:p>
                <a:endParaRPr lang="en-US"/>
              </a:p>
            </p:txBody>
          </p:sp>
          <p:sp>
            <p:nvSpPr>
              <p:cNvPr id="69" name="Freeform: Shape 68">
                <a:extLst>
                  <a:ext uri="{FF2B5EF4-FFF2-40B4-BE49-F238E27FC236}">
                    <a16:creationId xmlns:a16="http://schemas.microsoft.com/office/drawing/2014/main" id="{4365C0F8-C273-D5C5-C752-521876788B65}"/>
                  </a:ext>
                </a:extLst>
              </p:cNvPr>
              <p:cNvSpPr/>
              <p:nvPr/>
            </p:nvSpPr>
            <p:spPr>
              <a:xfrm>
                <a:off x="927302" y="2650040"/>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70" name="Freeform: Shape 69">
                <a:extLst>
                  <a:ext uri="{FF2B5EF4-FFF2-40B4-BE49-F238E27FC236}">
                    <a16:creationId xmlns:a16="http://schemas.microsoft.com/office/drawing/2014/main" id="{5AF38487-6286-81CA-4AC5-35A6AA55E692}"/>
                  </a:ext>
                </a:extLst>
              </p:cNvPr>
              <p:cNvSpPr/>
              <p:nvPr/>
            </p:nvSpPr>
            <p:spPr>
              <a:xfrm>
                <a:off x="838691" y="2650040"/>
                <a:ext cx="7560" cy="48690"/>
              </a:xfrm>
              <a:custGeom>
                <a:avLst/>
                <a:gdLst>
                  <a:gd name="connsiteX0" fmla="*/ 0 w 7560"/>
                  <a:gd name="connsiteY0" fmla="*/ 48691 h 48690"/>
                  <a:gd name="connsiteX1" fmla="*/ 0 w 7560"/>
                  <a:gd name="connsiteY1" fmla="*/ 0 h 48690"/>
                </a:gdLst>
                <a:ahLst/>
                <a:cxnLst>
                  <a:cxn ang="0">
                    <a:pos x="connsiteX0" y="connsiteY0"/>
                  </a:cxn>
                  <a:cxn ang="0">
                    <a:pos x="connsiteX1" y="connsiteY1"/>
                  </a:cxn>
                </a:cxnLst>
                <a:rect l="l" t="t" r="r" b="b"/>
                <a:pathLst>
                  <a:path w="7560" h="48690">
                    <a:moveTo>
                      <a:pt x="0" y="48691"/>
                    </a:moveTo>
                    <a:lnTo>
                      <a:pt x="0" y="0"/>
                    </a:lnTo>
                  </a:path>
                </a:pathLst>
              </a:custGeom>
              <a:ln w="13970" cap="rnd">
                <a:solidFill>
                  <a:schemeClr val="tx1"/>
                </a:solidFill>
                <a:prstDash val="solid"/>
                <a:round/>
              </a:ln>
            </p:spPr>
            <p:txBody>
              <a:bodyPr rtlCol="0" anchor="ctr"/>
              <a:lstStyle/>
              <a:p>
                <a:endParaRPr lang="en-US"/>
              </a:p>
            </p:txBody>
          </p:sp>
        </p:grpSp>
        <p:sp>
          <p:nvSpPr>
            <p:cNvPr id="56" name="Freeform: Shape 55">
              <a:extLst>
                <a:ext uri="{FF2B5EF4-FFF2-40B4-BE49-F238E27FC236}">
                  <a16:creationId xmlns:a16="http://schemas.microsoft.com/office/drawing/2014/main" id="{FE1B0FA7-4702-617D-2F58-D92C89AA3A09}"/>
                </a:ext>
              </a:extLst>
            </p:cNvPr>
            <p:cNvSpPr/>
            <p:nvPr/>
          </p:nvSpPr>
          <p:spPr>
            <a:xfrm>
              <a:off x="810187" y="2566570"/>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57" name="Freeform: Shape 56">
              <a:extLst>
                <a:ext uri="{FF2B5EF4-FFF2-40B4-BE49-F238E27FC236}">
                  <a16:creationId xmlns:a16="http://schemas.microsoft.com/office/drawing/2014/main" id="{25B560B1-4E5A-46F0-EB84-B9C0E1FC880A}"/>
                </a:ext>
              </a:extLst>
            </p:cNvPr>
            <p:cNvSpPr/>
            <p:nvPr/>
          </p:nvSpPr>
          <p:spPr>
            <a:xfrm>
              <a:off x="898874" y="2566570"/>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58" name="Freeform: Shape 57">
              <a:extLst>
                <a:ext uri="{FF2B5EF4-FFF2-40B4-BE49-F238E27FC236}">
                  <a16:creationId xmlns:a16="http://schemas.microsoft.com/office/drawing/2014/main" id="{A4E05AE4-2B45-E243-700A-C957AF8A3A9D}"/>
                </a:ext>
              </a:extLst>
            </p:cNvPr>
            <p:cNvSpPr/>
            <p:nvPr/>
          </p:nvSpPr>
          <p:spPr>
            <a:xfrm>
              <a:off x="870370" y="2566570"/>
              <a:ext cx="7560" cy="48690"/>
            </a:xfrm>
            <a:custGeom>
              <a:avLst/>
              <a:gdLst>
                <a:gd name="connsiteX0" fmla="*/ 0 w 7560"/>
                <a:gd name="connsiteY0" fmla="*/ 0 h 48690"/>
                <a:gd name="connsiteX1" fmla="*/ 0 w 7560"/>
                <a:gd name="connsiteY1" fmla="*/ 48691 h 48690"/>
              </a:gdLst>
              <a:ahLst/>
              <a:cxnLst>
                <a:cxn ang="0">
                  <a:pos x="connsiteX0" y="connsiteY0"/>
                </a:cxn>
                <a:cxn ang="0">
                  <a:pos x="connsiteX1" y="connsiteY1"/>
                </a:cxn>
              </a:cxnLst>
              <a:rect l="l" t="t" r="r" b="b"/>
              <a:pathLst>
                <a:path w="7560" h="48690">
                  <a:moveTo>
                    <a:pt x="0" y="0"/>
                  </a:moveTo>
                  <a:lnTo>
                    <a:pt x="0" y="48691"/>
                  </a:lnTo>
                </a:path>
              </a:pathLst>
            </a:custGeom>
            <a:ln w="13970" cap="rnd">
              <a:solidFill>
                <a:schemeClr val="tx1"/>
              </a:solidFill>
              <a:prstDash val="solid"/>
              <a:round/>
            </a:ln>
          </p:spPr>
          <p:txBody>
            <a:bodyPr rtlCol="0" anchor="ctr"/>
            <a:lstStyle/>
            <a:p>
              <a:endParaRPr lang="en-US"/>
            </a:p>
          </p:txBody>
        </p:sp>
        <p:sp>
          <p:nvSpPr>
            <p:cNvPr id="59" name="Freeform: Shape 58">
              <a:extLst>
                <a:ext uri="{FF2B5EF4-FFF2-40B4-BE49-F238E27FC236}">
                  <a16:creationId xmlns:a16="http://schemas.microsoft.com/office/drawing/2014/main" id="{43B02937-E9AD-56C0-4D8E-87CD8E7EBD3B}"/>
                </a:ext>
              </a:extLst>
            </p:cNvPr>
            <p:cNvSpPr/>
            <p:nvPr/>
          </p:nvSpPr>
          <p:spPr>
            <a:xfrm>
              <a:off x="959057" y="2566570"/>
              <a:ext cx="7560" cy="48690"/>
            </a:xfrm>
            <a:custGeom>
              <a:avLst/>
              <a:gdLst>
                <a:gd name="connsiteX0" fmla="*/ 0 w 7560"/>
                <a:gd name="connsiteY0" fmla="*/ 0 h 48690"/>
                <a:gd name="connsiteX1" fmla="*/ 0 w 7560"/>
                <a:gd name="connsiteY1" fmla="*/ 48691 h 48690"/>
              </a:gdLst>
              <a:ahLst/>
              <a:cxnLst>
                <a:cxn ang="0">
                  <a:pos x="connsiteX0" y="connsiteY0"/>
                </a:cxn>
                <a:cxn ang="0">
                  <a:pos x="connsiteX1" y="connsiteY1"/>
                </a:cxn>
              </a:cxnLst>
              <a:rect l="l" t="t" r="r" b="b"/>
              <a:pathLst>
                <a:path w="7560" h="48690">
                  <a:moveTo>
                    <a:pt x="0" y="0"/>
                  </a:moveTo>
                  <a:lnTo>
                    <a:pt x="0" y="48691"/>
                  </a:lnTo>
                </a:path>
              </a:pathLst>
            </a:custGeom>
            <a:ln w="13970" cap="rnd">
              <a:solidFill>
                <a:schemeClr val="tx1"/>
              </a:solidFill>
              <a:prstDash val="solid"/>
              <a:round/>
            </a:ln>
          </p:spPr>
          <p:txBody>
            <a:bodyPr rtlCol="0" anchor="ctr"/>
            <a:lstStyle/>
            <a:p>
              <a:endParaRPr lang="en-US"/>
            </a:p>
          </p:txBody>
        </p:sp>
        <p:sp>
          <p:nvSpPr>
            <p:cNvPr id="60" name="Freeform: Shape 59">
              <a:extLst>
                <a:ext uri="{FF2B5EF4-FFF2-40B4-BE49-F238E27FC236}">
                  <a16:creationId xmlns:a16="http://schemas.microsoft.com/office/drawing/2014/main" id="{60E8619E-5266-0A8E-B93A-91C9F8C7A469}"/>
                </a:ext>
              </a:extLst>
            </p:cNvPr>
            <p:cNvSpPr/>
            <p:nvPr/>
          </p:nvSpPr>
          <p:spPr>
            <a:xfrm rot="10800000">
              <a:off x="870370" y="2733510"/>
              <a:ext cx="31679" cy="48690"/>
            </a:xfrm>
            <a:custGeom>
              <a:avLst/>
              <a:gdLst>
                <a:gd name="connsiteX0" fmla="*/ 20338 w 31679"/>
                <a:gd name="connsiteY0" fmla="*/ 0 h 48690"/>
                <a:gd name="connsiteX1" fmla="*/ 31679 w 31679"/>
                <a:gd name="connsiteY1" fmla="*/ 11341 h 48690"/>
                <a:gd name="connsiteX2" fmla="*/ 31679 w 31679"/>
                <a:gd name="connsiteY2" fmla="*/ 37350 h 48690"/>
                <a:gd name="connsiteX3" fmla="*/ 20338 w 31679"/>
                <a:gd name="connsiteY3" fmla="*/ 48691 h 48690"/>
                <a:gd name="connsiteX4" fmla="*/ 11341 w 31679"/>
                <a:gd name="connsiteY4" fmla="*/ 48691 h 48690"/>
                <a:gd name="connsiteX5" fmla="*/ 0 w 31679"/>
                <a:gd name="connsiteY5" fmla="*/ 37350 h 48690"/>
                <a:gd name="connsiteX6" fmla="*/ 0 w 31679"/>
                <a:gd name="connsiteY6" fmla="*/ 11341 h 48690"/>
                <a:gd name="connsiteX7" fmla="*/ 11341 w 31679"/>
                <a:gd name="connsiteY7" fmla="*/ 0 h 48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79" h="48690">
                  <a:moveTo>
                    <a:pt x="20338" y="0"/>
                  </a:moveTo>
                  <a:cubicBezTo>
                    <a:pt x="26602" y="0"/>
                    <a:pt x="31679" y="5078"/>
                    <a:pt x="31679" y="11341"/>
                  </a:cubicBezTo>
                  <a:lnTo>
                    <a:pt x="31679" y="37350"/>
                  </a:lnTo>
                  <a:cubicBezTo>
                    <a:pt x="31679" y="43613"/>
                    <a:pt x="26602" y="48691"/>
                    <a:pt x="20338" y="48691"/>
                  </a:cubicBezTo>
                  <a:lnTo>
                    <a:pt x="11341" y="48691"/>
                  </a:lnTo>
                  <a:cubicBezTo>
                    <a:pt x="5078" y="48691"/>
                    <a:pt x="0" y="43613"/>
                    <a:pt x="0" y="37350"/>
                  </a:cubicBezTo>
                  <a:lnTo>
                    <a:pt x="0" y="11341"/>
                  </a:lnTo>
                  <a:cubicBezTo>
                    <a:pt x="0" y="5078"/>
                    <a:pt x="5078" y="0"/>
                    <a:pt x="11341" y="0"/>
                  </a:cubicBezTo>
                  <a:close/>
                </a:path>
              </a:pathLst>
            </a:custGeom>
            <a:noFill/>
            <a:ln w="13970" cap="rnd">
              <a:solidFill>
                <a:schemeClr val="tx1"/>
              </a:solidFill>
              <a:prstDash val="solid"/>
              <a:round/>
            </a:ln>
          </p:spPr>
          <p:txBody>
            <a:bodyPr rtlCol="0" anchor="ctr"/>
            <a:lstStyle/>
            <a:p>
              <a:endParaRPr lang="en-US"/>
            </a:p>
          </p:txBody>
        </p:sp>
        <p:sp>
          <p:nvSpPr>
            <p:cNvPr id="61" name="Freeform: Shape 60">
              <a:extLst>
                <a:ext uri="{FF2B5EF4-FFF2-40B4-BE49-F238E27FC236}">
                  <a16:creationId xmlns:a16="http://schemas.microsoft.com/office/drawing/2014/main" id="{2FBEDD69-0A30-CC74-AD7B-06CED46751BC}"/>
                </a:ext>
              </a:extLst>
            </p:cNvPr>
            <p:cNvSpPr/>
            <p:nvPr/>
          </p:nvSpPr>
          <p:spPr>
            <a:xfrm>
              <a:off x="930554" y="2733510"/>
              <a:ext cx="7560" cy="48690"/>
            </a:xfrm>
            <a:custGeom>
              <a:avLst/>
              <a:gdLst>
                <a:gd name="connsiteX0" fmla="*/ 0 w 7560"/>
                <a:gd name="connsiteY0" fmla="*/ 48691 h 48690"/>
                <a:gd name="connsiteX1" fmla="*/ 0 w 7560"/>
                <a:gd name="connsiteY1" fmla="*/ 0 h 48690"/>
              </a:gdLst>
              <a:ahLst/>
              <a:cxnLst>
                <a:cxn ang="0">
                  <a:pos x="connsiteX0" y="connsiteY0"/>
                </a:cxn>
                <a:cxn ang="0">
                  <a:pos x="connsiteX1" y="connsiteY1"/>
                </a:cxn>
              </a:cxnLst>
              <a:rect l="l" t="t" r="r" b="b"/>
              <a:pathLst>
                <a:path w="7560" h="48690">
                  <a:moveTo>
                    <a:pt x="0" y="48691"/>
                  </a:moveTo>
                  <a:lnTo>
                    <a:pt x="0" y="0"/>
                  </a:lnTo>
                </a:path>
              </a:pathLst>
            </a:custGeom>
            <a:ln w="13970" cap="rnd">
              <a:solidFill>
                <a:schemeClr val="tx1"/>
              </a:solidFill>
              <a:prstDash val="solid"/>
              <a:round/>
            </a:ln>
          </p:spPr>
          <p:txBody>
            <a:bodyPr rtlCol="0" anchor="ctr"/>
            <a:lstStyle/>
            <a:p>
              <a:endParaRPr lang="en-US"/>
            </a:p>
          </p:txBody>
        </p:sp>
        <p:sp>
          <p:nvSpPr>
            <p:cNvPr id="62" name="Freeform: Shape 61">
              <a:extLst>
                <a:ext uri="{FF2B5EF4-FFF2-40B4-BE49-F238E27FC236}">
                  <a16:creationId xmlns:a16="http://schemas.microsoft.com/office/drawing/2014/main" id="{9F4C489C-2C83-9CAE-BBD6-9B13BC8EC50C}"/>
                </a:ext>
              </a:extLst>
            </p:cNvPr>
            <p:cNvSpPr/>
            <p:nvPr/>
          </p:nvSpPr>
          <p:spPr>
            <a:xfrm>
              <a:off x="959057" y="2733510"/>
              <a:ext cx="7560" cy="48690"/>
            </a:xfrm>
            <a:custGeom>
              <a:avLst/>
              <a:gdLst>
                <a:gd name="connsiteX0" fmla="*/ 0 w 7560"/>
                <a:gd name="connsiteY0" fmla="*/ 0 h 48690"/>
                <a:gd name="connsiteX1" fmla="*/ 0 w 7560"/>
                <a:gd name="connsiteY1" fmla="*/ 48691 h 48690"/>
              </a:gdLst>
              <a:ahLst/>
              <a:cxnLst>
                <a:cxn ang="0">
                  <a:pos x="connsiteX0" y="connsiteY0"/>
                </a:cxn>
                <a:cxn ang="0">
                  <a:pos x="connsiteX1" y="connsiteY1"/>
                </a:cxn>
              </a:cxnLst>
              <a:rect l="l" t="t" r="r" b="b"/>
              <a:pathLst>
                <a:path w="7560" h="48690">
                  <a:moveTo>
                    <a:pt x="0" y="0"/>
                  </a:moveTo>
                  <a:lnTo>
                    <a:pt x="0" y="48691"/>
                  </a:lnTo>
                </a:path>
              </a:pathLst>
            </a:custGeom>
            <a:ln w="13970" cap="rnd">
              <a:solidFill>
                <a:schemeClr val="tx1"/>
              </a:solidFill>
              <a:prstDash val="solid"/>
              <a:round/>
            </a:ln>
          </p:spPr>
          <p:txBody>
            <a:bodyPr rtlCol="0" anchor="ctr"/>
            <a:lstStyle/>
            <a:p>
              <a:endParaRPr lang="en-US"/>
            </a:p>
          </p:txBody>
        </p:sp>
        <p:sp>
          <p:nvSpPr>
            <p:cNvPr id="63" name="Freeform: Shape 62">
              <a:extLst>
                <a:ext uri="{FF2B5EF4-FFF2-40B4-BE49-F238E27FC236}">
                  <a16:creationId xmlns:a16="http://schemas.microsoft.com/office/drawing/2014/main" id="{3AA79DF1-7AC2-195E-9B47-B80297591CF9}"/>
                </a:ext>
              </a:extLst>
            </p:cNvPr>
            <p:cNvSpPr/>
            <p:nvPr/>
          </p:nvSpPr>
          <p:spPr>
            <a:xfrm>
              <a:off x="988998" y="2566570"/>
              <a:ext cx="7560" cy="24345"/>
            </a:xfrm>
            <a:custGeom>
              <a:avLst/>
              <a:gdLst>
                <a:gd name="connsiteX0" fmla="*/ 0 w 7560"/>
                <a:gd name="connsiteY0" fmla="*/ 0 h 24345"/>
                <a:gd name="connsiteX1" fmla="*/ 0 w 7560"/>
                <a:gd name="connsiteY1" fmla="*/ 24346 h 24345"/>
              </a:gdLst>
              <a:ahLst/>
              <a:cxnLst>
                <a:cxn ang="0">
                  <a:pos x="connsiteX0" y="connsiteY0"/>
                </a:cxn>
                <a:cxn ang="0">
                  <a:pos x="connsiteX1" y="connsiteY1"/>
                </a:cxn>
              </a:cxnLst>
              <a:rect l="l" t="t" r="r" b="b"/>
              <a:pathLst>
                <a:path w="7560" h="24345">
                  <a:moveTo>
                    <a:pt x="0" y="0"/>
                  </a:moveTo>
                  <a:lnTo>
                    <a:pt x="0" y="24346"/>
                  </a:lnTo>
                </a:path>
              </a:pathLst>
            </a:custGeom>
            <a:ln w="13970" cap="rnd">
              <a:solidFill>
                <a:schemeClr val="tx1"/>
              </a:solidFill>
              <a:prstDash val="solid"/>
              <a:round/>
            </a:ln>
          </p:spPr>
          <p:txBody>
            <a:bodyPr rtlCol="0" anchor="ctr"/>
            <a:lstStyle/>
            <a:p>
              <a:endParaRPr lang="en-US"/>
            </a:p>
          </p:txBody>
        </p:sp>
        <p:sp>
          <p:nvSpPr>
            <p:cNvPr id="64" name="Freeform: Shape 63">
              <a:extLst>
                <a:ext uri="{FF2B5EF4-FFF2-40B4-BE49-F238E27FC236}">
                  <a16:creationId xmlns:a16="http://schemas.microsoft.com/office/drawing/2014/main" id="{930032F7-5988-1054-7C31-CB791B4A7353}"/>
                </a:ext>
              </a:extLst>
            </p:cNvPr>
            <p:cNvSpPr/>
            <p:nvPr/>
          </p:nvSpPr>
          <p:spPr>
            <a:xfrm>
              <a:off x="992249" y="2566570"/>
              <a:ext cx="209431" cy="209431"/>
            </a:xfrm>
            <a:custGeom>
              <a:avLst/>
              <a:gdLst>
                <a:gd name="connsiteX0" fmla="*/ 123996 w 209431"/>
                <a:gd name="connsiteY0" fmla="*/ 207617 h 209431"/>
                <a:gd name="connsiteX1" fmla="*/ 104716 w 209431"/>
                <a:gd name="connsiteY1" fmla="*/ 209432 h 209431"/>
                <a:gd name="connsiteX2" fmla="*/ 85436 w 209431"/>
                <a:gd name="connsiteY2" fmla="*/ 207617 h 209431"/>
                <a:gd name="connsiteX3" fmla="*/ 0 w 209431"/>
                <a:gd name="connsiteY3" fmla="*/ 104716 h 209431"/>
                <a:gd name="connsiteX4" fmla="*/ 104716 w 209431"/>
                <a:gd name="connsiteY4" fmla="*/ 0 h 209431"/>
                <a:gd name="connsiteX5" fmla="*/ 209432 w 209431"/>
                <a:gd name="connsiteY5" fmla="*/ 104716 h 209431"/>
                <a:gd name="connsiteX6" fmla="*/ 123996 w 209431"/>
                <a:gd name="connsiteY6" fmla="*/ 207617 h 20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431" h="209431">
                  <a:moveTo>
                    <a:pt x="123996" y="207617"/>
                  </a:moveTo>
                  <a:cubicBezTo>
                    <a:pt x="117720" y="208827"/>
                    <a:pt x="111294" y="209432"/>
                    <a:pt x="104716" y="209432"/>
                  </a:cubicBezTo>
                  <a:cubicBezTo>
                    <a:pt x="98138" y="209432"/>
                    <a:pt x="91636" y="208751"/>
                    <a:pt x="85436" y="207617"/>
                  </a:cubicBezTo>
                  <a:cubicBezTo>
                    <a:pt x="36821" y="198620"/>
                    <a:pt x="0" y="155977"/>
                    <a:pt x="0" y="104716"/>
                  </a:cubicBezTo>
                  <a:cubicBezTo>
                    <a:pt x="0" y="46876"/>
                    <a:pt x="46876" y="0"/>
                    <a:pt x="104716" y="0"/>
                  </a:cubicBezTo>
                  <a:cubicBezTo>
                    <a:pt x="162555" y="0"/>
                    <a:pt x="209432" y="46876"/>
                    <a:pt x="209432" y="104716"/>
                  </a:cubicBezTo>
                  <a:cubicBezTo>
                    <a:pt x="209432" y="155902"/>
                    <a:pt x="172611" y="198620"/>
                    <a:pt x="123996" y="207617"/>
                  </a:cubicBezTo>
                  <a:close/>
                </a:path>
              </a:pathLst>
            </a:custGeom>
            <a:noFill/>
            <a:ln w="13970" cap="rnd">
              <a:solidFill>
                <a:schemeClr val="tx1"/>
              </a:solidFill>
              <a:prstDash val="solid"/>
              <a:round/>
            </a:ln>
          </p:spPr>
          <p:txBody>
            <a:bodyPr rtlCol="0" anchor="ctr"/>
            <a:lstStyle/>
            <a:p>
              <a:endParaRPr lang="en-US"/>
            </a:p>
          </p:txBody>
        </p:sp>
        <p:sp>
          <p:nvSpPr>
            <p:cNvPr id="65" name="Freeform: Shape 64">
              <a:extLst>
                <a:ext uri="{FF2B5EF4-FFF2-40B4-BE49-F238E27FC236}">
                  <a16:creationId xmlns:a16="http://schemas.microsoft.com/office/drawing/2014/main" id="{945D57D0-181D-1699-B4ED-D73E5BD4AE19}"/>
                </a:ext>
              </a:extLst>
            </p:cNvPr>
            <p:cNvSpPr/>
            <p:nvPr/>
          </p:nvSpPr>
          <p:spPr>
            <a:xfrm>
              <a:off x="1096965" y="2600215"/>
              <a:ext cx="71070" cy="71070"/>
            </a:xfrm>
            <a:custGeom>
              <a:avLst/>
              <a:gdLst>
                <a:gd name="connsiteX0" fmla="*/ 0 w 71070"/>
                <a:gd name="connsiteY0" fmla="*/ 0 h 71070"/>
                <a:gd name="connsiteX1" fmla="*/ 71071 w 71070"/>
                <a:gd name="connsiteY1" fmla="*/ 71071 h 71070"/>
              </a:gdLst>
              <a:ahLst/>
              <a:cxnLst>
                <a:cxn ang="0">
                  <a:pos x="connsiteX0" y="connsiteY0"/>
                </a:cxn>
                <a:cxn ang="0">
                  <a:pos x="connsiteX1" y="connsiteY1"/>
                </a:cxn>
              </a:cxnLst>
              <a:rect l="l" t="t" r="r" b="b"/>
              <a:pathLst>
                <a:path w="71070" h="71070">
                  <a:moveTo>
                    <a:pt x="0" y="0"/>
                  </a:moveTo>
                  <a:cubicBezTo>
                    <a:pt x="39240" y="0"/>
                    <a:pt x="71071" y="31831"/>
                    <a:pt x="71071" y="71071"/>
                  </a:cubicBezTo>
                </a:path>
              </a:pathLst>
            </a:custGeom>
            <a:noFill/>
            <a:ln w="13970" cap="rnd">
              <a:solidFill>
                <a:schemeClr val="tx1"/>
              </a:solidFill>
              <a:prstDash val="solid"/>
              <a:round/>
            </a:ln>
          </p:spPr>
          <p:txBody>
            <a:bodyPr rtlCol="0" anchor="ctr"/>
            <a:lstStyle/>
            <a:p>
              <a:endParaRPr lang="en-US"/>
            </a:p>
          </p:txBody>
        </p:sp>
        <p:sp>
          <p:nvSpPr>
            <p:cNvPr id="66" name="Freeform: Shape 65">
              <a:extLst>
                <a:ext uri="{FF2B5EF4-FFF2-40B4-BE49-F238E27FC236}">
                  <a16:creationId xmlns:a16="http://schemas.microsoft.com/office/drawing/2014/main" id="{38C07C11-EE24-7588-A866-4BA82341222A}"/>
                </a:ext>
              </a:extLst>
            </p:cNvPr>
            <p:cNvSpPr/>
            <p:nvPr/>
          </p:nvSpPr>
          <p:spPr>
            <a:xfrm>
              <a:off x="1155560" y="2729956"/>
              <a:ext cx="93081" cy="93081"/>
            </a:xfrm>
            <a:custGeom>
              <a:avLst/>
              <a:gdLst>
                <a:gd name="connsiteX0" fmla="*/ 83773 w 93081"/>
                <a:gd name="connsiteY0" fmla="*/ 83697 h 93081"/>
                <a:gd name="connsiteX1" fmla="*/ 38333 w 93081"/>
                <a:gd name="connsiteY1" fmla="*/ 83697 h 93081"/>
                <a:gd name="connsiteX2" fmla="*/ 15877 w 93081"/>
                <a:gd name="connsiteY2" fmla="*/ 54210 h 93081"/>
                <a:gd name="connsiteX3" fmla="*/ 0 w 93081"/>
                <a:gd name="connsiteY3" fmla="*/ 28126 h 93081"/>
                <a:gd name="connsiteX4" fmla="*/ 15424 w 93081"/>
                <a:gd name="connsiteY4" fmla="*/ 15424 h 93081"/>
                <a:gd name="connsiteX5" fmla="*/ 28126 w 93081"/>
                <a:gd name="connsiteY5" fmla="*/ 0 h 93081"/>
                <a:gd name="connsiteX6" fmla="*/ 54210 w 93081"/>
                <a:gd name="connsiteY6" fmla="*/ 15877 h 93081"/>
                <a:gd name="connsiteX7" fmla="*/ 83697 w 93081"/>
                <a:gd name="connsiteY7" fmla="*/ 38333 h 93081"/>
                <a:gd name="connsiteX8" fmla="*/ 83697 w 93081"/>
                <a:gd name="connsiteY8" fmla="*/ 83773 h 9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081" h="93081">
                  <a:moveTo>
                    <a:pt x="83773" y="83697"/>
                  </a:moveTo>
                  <a:cubicBezTo>
                    <a:pt x="71146" y="96248"/>
                    <a:pt x="50808" y="96172"/>
                    <a:pt x="38333" y="83697"/>
                  </a:cubicBezTo>
                  <a:cubicBezTo>
                    <a:pt x="33872" y="79161"/>
                    <a:pt x="24950" y="67744"/>
                    <a:pt x="15877" y="54210"/>
                  </a:cubicBezTo>
                  <a:cubicBezTo>
                    <a:pt x="10283" y="45893"/>
                    <a:pt x="4688" y="36821"/>
                    <a:pt x="0" y="28126"/>
                  </a:cubicBezTo>
                  <a:cubicBezTo>
                    <a:pt x="5444" y="24421"/>
                    <a:pt x="10585" y="20187"/>
                    <a:pt x="15424" y="15424"/>
                  </a:cubicBezTo>
                  <a:cubicBezTo>
                    <a:pt x="20187" y="10585"/>
                    <a:pt x="24421" y="5444"/>
                    <a:pt x="28126" y="0"/>
                  </a:cubicBezTo>
                  <a:cubicBezTo>
                    <a:pt x="36821" y="4612"/>
                    <a:pt x="45894" y="10207"/>
                    <a:pt x="54210" y="15877"/>
                  </a:cubicBezTo>
                  <a:cubicBezTo>
                    <a:pt x="67744" y="24950"/>
                    <a:pt x="79236" y="33872"/>
                    <a:pt x="83697" y="38333"/>
                  </a:cubicBezTo>
                  <a:cubicBezTo>
                    <a:pt x="96172" y="50808"/>
                    <a:pt x="96248" y="71222"/>
                    <a:pt x="83697" y="83773"/>
                  </a:cubicBezTo>
                  <a:close/>
                </a:path>
              </a:pathLst>
            </a:custGeom>
            <a:noFill/>
            <a:ln w="13970" cap="rnd">
              <a:solidFill>
                <a:schemeClr val="tx1"/>
              </a:solidFill>
              <a:prstDash val="solid"/>
              <a:round/>
            </a:ln>
          </p:spPr>
          <p:txBody>
            <a:bodyPr rtlCol="0" anchor="ctr"/>
            <a:lstStyle/>
            <a:p>
              <a:endParaRPr lang="en-US"/>
            </a:p>
          </p:txBody>
        </p:sp>
      </p:grpSp>
      <p:grpSp>
        <p:nvGrpSpPr>
          <p:cNvPr id="77" name="Group 76">
            <a:extLst>
              <a:ext uri="{FF2B5EF4-FFF2-40B4-BE49-F238E27FC236}">
                <a16:creationId xmlns:a16="http://schemas.microsoft.com/office/drawing/2014/main" id="{84914F14-0739-EFE5-E8DC-78C7FF287F54}"/>
              </a:ext>
            </a:extLst>
          </p:cNvPr>
          <p:cNvGrpSpPr/>
          <p:nvPr/>
        </p:nvGrpSpPr>
        <p:grpSpPr>
          <a:xfrm>
            <a:off x="5517119" y="1537347"/>
            <a:ext cx="360000" cy="360000"/>
            <a:chOff x="5528222" y="1652102"/>
            <a:chExt cx="436403" cy="436479"/>
          </a:xfrm>
        </p:grpSpPr>
        <p:sp>
          <p:nvSpPr>
            <p:cNvPr id="78" name="Freeform: Shape 77">
              <a:extLst>
                <a:ext uri="{FF2B5EF4-FFF2-40B4-BE49-F238E27FC236}">
                  <a16:creationId xmlns:a16="http://schemas.microsoft.com/office/drawing/2014/main" id="{7CDCC3E8-F2FD-E9E5-A817-6A136D15A34D}"/>
                </a:ext>
              </a:extLst>
            </p:cNvPr>
            <p:cNvSpPr/>
            <p:nvPr/>
          </p:nvSpPr>
          <p:spPr>
            <a:xfrm>
              <a:off x="5528222" y="1808684"/>
              <a:ext cx="279897" cy="279897"/>
            </a:xfrm>
            <a:custGeom>
              <a:avLst/>
              <a:gdLst>
                <a:gd name="connsiteX0" fmla="*/ 279897 w 279897"/>
                <a:gd name="connsiteY0" fmla="*/ 162328 h 279897"/>
                <a:gd name="connsiteX1" fmla="*/ 279897 w 279897"/>
                <a:gd name="connsiteY1" fmla="*/ 117569 h 279897"/>
                <a:gd name="connsiteX2" fmla="*/ 245269 w 279897"/>
                <a:gd name="connsiteY2" fmla="*/ 112806 h 279897"/>
                <a:gd name="connsiteX3" fmla="*/ 233626 w 279897"/>
                <a:gd name="connsiteY3" fmla="*/ 84604 h 279897"/>
                <a:gd name="connsiteX4" fmla="*/ 254720 w 279897"/>
                <a:gd name="connsiteY4" fmla="*/ 56781 h 279897"/>
                <a:gd name="connsiteX5" fmla="*/ 223117 w 279897"/>
                <a:gd name="connsiteY5" fmla="*/ 25177 h 279897"/>
                <a:gd name="connsiteX6" fmla="*/ 195293 w 279897"/>
                <a:gd name="connsiteY6" fmla="*/ 46272 h 279897"/>
                <a:gd name="connsiteX7" fmla="*/ 167092 w 279897"/>
                <a:gd name="connsiteY7" fmla="*/ 34628 h 279897"/>
                <a:gd name="connsiteX8" fmla="*/ 162328 w 279897"/>
                <a:gd name="connsiteY8" fmla="*/ 0 h 279897"/>
                <a:gd name="connsiteX9" fmla="*/ 117569 w 279897"/>
                <a:gd name="connsiteY9" fmla="*/ 0 h 279897"/>
                <a:gd name="connsiteX10" fmla="*/ 112806 w 279897"/>
                <a:gd name="connsiteY10" fmla="*/ 34628 h 279897"/>
                <a:gd name="connsiteX11" fmla="*/ 84604 w 279897"/>
                <a:gd name="connsiteY11" fmla="*/ 46272 h 279897"/>
                <a:gd name="connsiteX12" fmla="*/ 56781 w 279897"/>
                <a:gd name="connsiteY12" fmla="*/ 25177 h 279897"/>
                <a:gd name="connsiteX13" fmla="*/ 25177 w 279897"/>
                <a:gd name="connsiteY13" fmla="*/ 56781 h 279897"/>
                <a:gd name="connsiteX14" fmla="*/ 46272 w 279897"/>
                <a:gd name="connsiteY14" fmla="*/ 84604 h 279897"/>
                <a:gd name="connsiteX15" fmla="*/ 34628 w 279897"/>
                <a:gd name="connsiteY15" fmla="*/ 112806 h 279897"/>
                <a:gd name="connsiteX16" fmla="*/ 0 w 279897"/>
                <a:gd name="connsiteY16" fmla="*/ 117569 h 279897"/>
                <a:gd name="connsiteX17" fmla="*/ 0 w 279897"/>
                <a:gd name="connsiteY17" fmla="*/ 162328 h 279897"/>
                <a:gd name="connsiteX18" fmla="*/ 34628 w 279897"/>
                <a:gd name="connsiteY18" fmla="*/ 167092 h 279897"/>
                <a:gd name="connsiteX19" fmla="*/ 46272 w 279897"/>
                <a:gd name="connsiteY19" fmla="*/ 195293 h 279897"/>
                <a:gd name="connsiteX20" fmla="*/ 25177 w 279897"/>
                <a:gd name="connsiteY20" fmla="*/ 223117 h 279897"/>
                <a:gd name="connsiteX21" fmla="*/ 56781 w 279897"/>
                <a:gd name="connsiteY21" fmla="*/ 254720 h 279897"/>
                <a:gd name="connsiteX22" fmla="*/ 84604 w 279897"/>
                <a:gd name="connsiteY22" fmla="*/ 233626 h 279897"/>
                <a:gd name="connsiteX23" fmla="*/ 112806 w 279897"/>
                <a:gd name="connsiteY23" fmla="*/ 245269 h 279897"/>
                <a:gd name="connsiteX24" fmla="*/ 117569 w 279897"/>
                <a:gd name="connsiteY24" fmla="*/ 279897 h 279897"/>
                <a:gd name="connsiteX25" fmla="*/ 162328 w 279897"/>
                <a:gd name="connsiteY25" fmla="*/ 279897 h 279897"/>
                <a:gd name="connsiteX26" fmla="*/ 167092 w 279897"/>
                <a:gd name="connsiteY26" fmla="*/ 245269 h 279897"/>
                <a:gd name="connsiteX27" fmla="*/ 195293 w 279897"/>
                <a:gd name="connsiteY27" fmla="*/ 233626 h 279897"/>
                <a:gd name="connsiteX28" fmla="*/ 223117 w 279897"/>
                <a:gd name="connsiteY28" fmla="*/ 254720 h 279897"/>
                <a:gd name="connsiteX29" fmla="*/ 254720 w 279897"/>
                <a:gd name="connsiteY29" fmla="*/ 223117 h 279897"/>
                <a:gd name="connsiteX30" fmla="*/ 233626 w 279897"/>
                <a:gd name="connsiteY30" fmla="*/ 195293 h 279897"/>
                <a:gd name="connsiteX31" fmla="*/ 245269 w 279897"/>
                <a:gd name="connsiteY31" fmla="*/ 167092 h 279897"/>
                <a:gd name="connsiteX32" fmla="*/ 279897 w 279897"/>
                <a:gd name="connsiteY32" fmla="*/ 162328 h 27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79897" h="279897">
                  <a:moveTo>
                    <a:pt x="279897" y="162328"/>
                  </a:moveTo>
                  <a:lnTo>
                    <a:pt x="279897" y="117569"/>
                  </a:lnTo>
                  <a:lnTo>
                    <a:pt x="245269" y="112806"/>
                  </a:lnTo>
                  <a:cubicBezTo>
                    <a:pt x="242699" y="102750"/>
                    <a:pt x="238767" y="93299"/>
                    <a:pt x="233626" y="84604"/>
                  </a:cubicBezTo>
                  <a:lnTo>
                    <a:pt x="254720" y="56781"/>
                  </a:lnTo>
                  <a:lnTo>
                    <a:pt x="223117" y="25177"/>
                  </a:lnTo>
                  <a:lnTo>
                    <a:pt x="195293" y="46272"/>
                  </a:lnTo>
                  <a:cubicBezTo>
                    <a:pt x="186598" y="41130"/>
                    <a:pt x="177147" y="37199"/>
                    <a:pt x="167092" y="34628"/>
                  </a:cubicBezTo>
                  <a:lnTo>
                    <a:pt x="162328" y="0"/>
                  </a:lnTo>
                  <a:lnTo>
                    <a:pt x="117569" y="0"/>
                  </a:lnTo>
                  <a:lnTo>
                    <a:pt x="112806" y="34628"/>
                  </a:lnTo>
                  <a:cubicBezTo>
                    <a:pt x="102750" y="37199"/>
                    <a:pt x="93299" y="41130"/>
                    <a:pt x="84604" y="46272"/>
                  </a:cubicBezTo>
                  <a:lnTo>
                    <a:pt x="56781" y="25177"/>
                  </a:lnTo>
                  <a:lnTo>
                    <a:pt x="25177" y="56781"/>
                  </a:lnTo>
                  <a:lnTo>
                    <a:pt x="46272" y="84604"/>
                  </a:lnTo>
                  <a:cubicBezTo>
                    <a:pt x="41130" y="93299"/>
                    <a:pt x="37199" y="102750"/>
                    <a:pt x="34628" y="112806"/>
                  </a:cubicBezTo>
                  <a:lnTo>
                    <a:pt x="0" y="117569"/>
                  </a:lnTo>
                  <a:lnTo>
                    <a:pt x="0" y="162328"/>
                  </a:lnTo>
                  <a:lnTo>
                    <a:pt x="34628" y="167092"/>
                  </a:lnTo>
                  <a:cubicBezTo>
                    <a:pt x="37199" y="177147"/>
                    <a:pt x="41130" y="186598"/>
                    <a:pt x="46272" y="195293"/>
                  </a:cubicBezTo>
                  <a:lnTo>
                    <a:pt x="25177" y="223117"/>
                  </a:lnTo>
                  <a:lnTo>
                    <a:pt x="56781" y="254720"/>
                  </a:lnTo>
                  <a:lnTo>
                    <a:pt x="84604" y="233626"/>
                  </a:lnTo>
                  <a:cubicBezTo>
                    <a:pt x="93299" y="238767"/>
                    <a:pt x="102750" y="242699"/>
                    <a:pt x="112806" y="245269"/>
                  </a:cubicBezTo>
                  <a:lnTo>
                    <a:pt x="117569" y="279897"/>
                  </a:lnTo>
                  <a:lnTo>
                    <a:pt x="162328" y="279897"/>
                  </a:lnTo>
                  <a:lnTo>
                    <a:pt x="167092" y="245269"/>
                  </a:lnTo>
                  <a:cubicBezTo>
                    <a:pt x="177147" y="242699"/>
                    <a:pt x="186598" y="238767"/>
                    <a:pt x="195293" y="233626"/>
                  </a:cubicBezTo>
                  <a:lnTo>
                    <a:pt x="223117" y="254720"/>
                  </a:lnTo>
                  <a:lnTo>
                    <a:pt x="254720" y="223117"/>
                  </a:lnTo>
                  <a:lnTo>
                    <a:pt x="233626" y="195293"/>
                  </a:lnTo>
                  <a:cubicBezTo>
                    <a:pt x="238767" y="186598"/>
                    <a:pt x="242699" y="177147"/>
                    <a:pt x="245269" y="167092"/>
                  </a:cubicBezTo>
                  <a:lnTo>
                    <a:pt x="279897" y="162328"/>
                  </a:lnTo>
                  <a:close/>
                </a:path>
              </a:pathLst>
            </a:custGeom>
            <a:noFill/>
            <a:ln w="15875" cap="rnd">
              <a:solidFill>
                <a:schemeClr val="tx1"/>
              </a:solidFill>
              <a:prstDash val="solid"/>
              <a:round/>
            </a:ln>
          </p:spPr>
          <p:txBody>
            <a:bodyPr rtlCol="0" anchor="ctr"/>
            <a:lstStyle/>
            <a:p>
              <a:endParaRPr lang="en-US"/>
            </a:p>
          </p:txBody>
        </p:sp>
        <p:sp>
          <p:nvSpPr>
            <p:cNvPr id="79" name="Freeform: Shape 78">
              <a:extLst>
                <a:ext uri="{FF2B5EF4-FFF2-40B4-BE49-F238E27FC236}">
                  <a16:creationId xmlns:a16="http://schemas.microsoft.com/office/drawing/2014/main" id="{89755F08-BD9D-6A07-9326-F036FA669EF6}"/>
                </a:ext>
              </a:extLst>
            </p:cNvPr>
            <p:cNvSpPr/>
            <p:nvPr/>
          </p:nvSpPr>
          <p:spPr>
            <a:xfrm>
              <a:off x="5613733" y="1894347"/>
              <a:ext cx="108723" cy="108723"/>
            </a:xfrm>
            <a:custGeom>
              <a:avLst/>
              <a:gdLst>
                <a:gd name="connsiteX0" fmla="*/ 108723 w 108723"/>
                <a:gd name="connsiteY0" fmla="*/ 54362 h 108723"/>
                <a:gd name="connsiteX1" fmla="*/ 54362 w 108723"/>
                <a:gd name="connsiteY1" fmla="*/ 108723 h 108723"/>
                <a:gd name="connsiteX2" fmla="*/ 0 w 108723"/>
                <a:gd name="connsiteY2" fmla="*/ 54362 h 108723"/>
                <a:gd name="connsiteX3" fmla="*/ 54362 w 108723"/>
                <a:gd name="connsiteY3" fmla="*/ 0 h 108723"/>
                <a:gd name="connsiteX4" fmla="*/ 108723 w 108723"/>
                <a:gd name="connsiteY4" fmla="*/ 54362 h 108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23" h="108723">
                  <a:moveTo>
                    <a:pt x="108723" y="54362"/>
                  </a:moveTo>
                  <a:cubicBezTo>
                    <a:pt x="108723" y="84385"/>
                    <a:pt x="84385" y="108723"/>
                    <a:pt x="54362" y="108723"/>
                  </a:cubicBezTo>
                  <a:cubicBezTo>
                    <a:pt x="24338" y="108723"/>
                    <a:pt x="0" y="84385"/>
                    <a:pt x="0" y="54362"/>
                  </a:cubicBezTo>
                  <a:cubicBezTo>
                    <a:pt x="0" y="24338"/>
                    <a:pt x="24338" y="0"/>
                    <a:pt x="54362" y="0"/>
                  </a:cubicBezTo>
                  <a:cubicBezTo>
                    <a:pt x="84385" y="0"/>
                    <a:pt x="108723" y="24338"/>
                    <a:pt x="108723" y="54362"/>
                  </a:cubicBezTo>
                  <a:close/>
                </a:path>
              </a:pathLst>
            </a:custGeom>
            <a:noFill/>
            <a:ln w="15875" cap="rnd">
              <a:solidFill>
                <a:schemeClr val="tx1"/>
              </a:solidFill>
              <a:prstDash val="solid"/>
              <a:round/>
            </a:ln>
          </p:spPr>
          <p:txBody>
            <a:bodyPr rtlCol="0" anchor="ctr"/>
            <a:lstStyle/>
            <a:p>
              <a:endParaRPr lang="en-US"/>
            </a:p>
          </p:txBody>
        </p:sp>
        <p:grpSp>
          <p:nvGrpSpPr>
            <p:cNvPr id="80" name="Graphic 4">
              <a:extLst>
                <a:ext uri="{FF2B5EF4-FFF2-40B4-BE49-F238E27FC236}">
                  <a16:creationId xmlns:a16="http://schemas.microsoft.com/office/drawing/2014/main" id="{4A15A028-127B-D726-8B11-4411ECACD342}"/>
                </a:ext>
              </a:extLst>
            </p:cNvPr>
            <p:cNvGrpSpPr/>
            <p:nvPr/>
          </p:nvGrpSpPr>
          <p:grpSpPr>
            <a:xfrm>
              <a:off x="5684577" y="1652102"/>
              <a:ext cx="280048" cy="280048"/>
              <a:chOff x="5684577" y="1652102"/>
              <a:chExt cx="280048" cy="280048"/>
            </a:xfrm>
            <a:noFill/>
          </p:grpSpPr>
          <p:sp>
            <p:nvSpPr>
              <p:cNvPr id="85" name="Freeform: Shape 84">
                <a:extLst>
                  <a:ext uri="{FF2B5EF4-FFF2-40B4-BE49-F238E27FC236}">
                    <a16:creationId xmlns:a16="http://schemas.microsoft.com/office/drawing/2014/main" id="{0AE03015-6BDF-3AA8-0741-4265AB947737}"/>
                  </a:ext>
                </a:extLst>
              </p:cNvPr>
              <p:cNvSpPr/>
              <p:nvPr/>
            </p:nvSpPr>
            <p:spPr>
              <a:xfrm>
                <a:off x="5684577" y="1652102"/>
                <a:ext cx="280048" cy="280048"/>
              </a:xfrm>
              <a:custGeom>
                <a:avLst/>
                <a:gdLst>
                  <a:gd name="connsiteX0" fmla="*/ 0 w 280048"/>
                  <a:gd name="connsiteY0" fmla="*/ 133825 h 280048"/>
                  <a:gd name="connsiteX1" fmla="*/ 0 w 280048"/>
                  <a:gd name="connsiteY1" fmla="*/ 117645 h 280048"/>
                  <a:gd name="connsiteX2" fmla="*/ 34628 w 280048"/>
                  <a:gd name="connsiteY2" fmla="*/ 112881 h 280048"/>
                  <a:gd name="connsiteX3" fmla="*/ 46272 w 280048"/>
                  <a:gd name="connsiteY3" fmla="*/ 84680 h 280048"/>
                  <a:gd name="connsiteX4" fmla="*/ 25253 w 280048"/>
                  <a:gd name="connsiteY4" fmla="*/ 56857 h 280048"/>
                  <a:gd name="connsiteX5" fmla="*/ 56856 w 280048"/>
                  <a:gd name="connsiteY5" fmla="*/ 25177 h 280048"/>
                  <a:gd name="connsiteX6" fmla="*/ 84680 w 280048"/>
                  <a:gd name="connsiteY6" fmla="*/ 46272 h 280048"/>
                  <a:gd name="connsiteX7" fmla="*/ 112881 w 280048"/>
                  <a:gd name="connsiteY7" fmla="*/ 34628 h 280048"/>
                  <a:gd name="connsiteX8" fmla="*/ 117645 w 280048"/>
                  <a:gd name="connsiteY8" fmla="*/ 0 h 280048"/>
                  <a:gd name="connsiteX9" fmla="*/ 162404 w 280048"/>
                  <a:gd name="connsiteY9" fmla="*/ 0 h 280048"/>
                  <a:gd name="connsiteX10" fmla="*/ 167167 w 280048"/>
                  <a:gd name="connsiteY10" fmla="*/ 34628 h 280048"/>
                  <a:gd name="connsiteX11" fmla="*/ 195369 w 280048"/>
                  <a:gd name="connsiteY11" fmla="*/ 46272 h 280048"/>
                  <a:gd name="connsiteX12" fmla="*/ 223192 w 280048"/>
                  <a:gd name="connsiteY12" fmla="*/ 25177 h 280048"/>
                  <a:gd name="connsiteX13" fmla="*/ 254871 w 280048"/>
                  <a:gd name="connsiteY13" fmla="*/ 56857 h 280048"/>
                  <a:gd name="connsiteX14" fmla="*/ 233777 w 280048"/>
                  <a:gd name="connsiteY14" fmla="*/ 84680 h 280048"/>
                  <a:gd name="connsiteX15" fmla="*/ 245420 w 280048"/>
                  <a:gd name="connsiteY15" fmla="*/ 112881 h 280048"/>
                  <a:gd name="connsiteX16" fmla="*/ 280049 w 280048"/>
                  <a:gd name="connsiteY16" fmla="*/ 117645 h 280048"/>
                  <a:gd name="connsiteX17" fmla="*/ 280049 w 280048"/>
                  <a:gd name="connsiteY17" fmla="*/ 162404 h 280048"/>
                  <a:gd name="connsiteX18" fmla="*/ 245420 w 280048"/>
                  <a:gd name="connsiteY18" fmla="*/ 167167 h 280048"/>
                  <a:gd name="connsiteX19" fmla="*/ 233777 w 280048"/>
                  <a:gd name="connsiteY19" fmla="*/ 195369 h 280048"/>
                  <a:gd name="connsiteX20" fmla="*/ 254871 w 280048"/>
                  <a:gd name="connsiteY20" fmla="*/ 223192 h 280048"/>
                  <a:gd name="connsiteX21" fmla="*/ 223192 w 280048"/>
                  <a:gd name="connsiteY21" fmla="*/ 254796 h 280048"/>
                  <a:gd name="connsiteX22" fmla="*/ 195369 w 280048"/>
                  <a:gd name="connsiteY22" fmla="*/ 233777 h 280048"/>
                  <a:gd name="connsiteX23" fmla="*/ 167167 w 280048"/>
                  <a:gd name="connsiteY23" fmla="*/ 245421 h 280048"/>
                  <a:gd name="connsiteX24" fmla="*/ 162404 w 280048"/>
                  <a:gd name="connsiteY24" fmla="*/ 280049 h 280048"/>
                  <a:gd name="connsiteX25" fmla="*/ 146224 w 280048"/>
                  <a:gd name="connsiteY25" fmla="*/ 280049 h 2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0048" h="280048">
                    <a:moveTo>
                      <a:pt x="0" y="133825"/>
                    </a:moveTo>
                    <a:lnTo>
                      <a:pt x="0" y="117645"/>
                    </a:lnTo>
                    <a:lnTo>
                      <a:pt x="34628" y="112881"/>
                    </a:lnTo>
                    <a:cubicBezTo>
                      <a:pt x="37199" y="102826"/>
                      <a:pt x="41130" y="93375"/>
                      <a:pt x="46272" y="84680"/>
                    </a:cubicBezTo>
                    <a:lnTo>
                      <a:pt x="25253" y="56857"/>
                    </a:lnTo>
                    <a:lnTo>
                      <a:pt x="56856" y="25177"/>
                    </a:lnTo>
                    <a:lnTo>
                      <a:pt x="84680" y="46272"/>
                    </a:lnTo>
                    <a:cubicBezTo>
                      <a:pt x="93375" y="41130"/>
                      <a:pt x="102825" y="37199"/>
                      <a:pt x="112881" y="34628"/>
                    </a:cubicBezTo>
                    <a:lnTo>
                      <a:pt x="117645" y="0"/>
                    </a:lnTo>
                    <a:lnTo>
                      <a:pt x="162404" y="0"/>
                    </a:lnTo>
                    <a:lnTo>
                      <a:pt x="167167" y="34628"/>
                    </a:lnTo>
                    <a:cubicBezTo>
                      <a:pt x="177223" y="37199"/>
                      <a:pt x="186674" y="41130"/>
                      <a:pt x="195369" y="46272"/>
                    </a:cubicBezTo>
                    <a:lnTo>
                      <a:pt x="223192" y="25177"/>
                    </a:lnTo>
                    <a:lnTo>
                      <a:pt x="254871" y="56857"/>
                    </a:lnTo>
                    <a:lnTo>
                      <a:pt x="233777" y="84680"/>
                    </a:lnTo>
                    <a:cubicBezTo>
                      <a:pt x="238918" y="93375"/>
                      <a:pt x="242850" y="102826"/>
                      <a:pt x="245420" y="112881"/>
                    </a:cubicBezTo>
                    <a:lnTo>
                      <a:pt x="280049" y="117645"/>
                    </a:lnTo>
                    <a:lnTo>
                      <a:pt x="280049" y="162404"/>
                    </a:lnTo>
                    <a:lnTo>
                      <a:pt x="245420" y="167167"/>
                    </a:lnTo>
                    <a:cubicBezTo>
                      <a:pt x="242850" y="177223"/>
                      <a:pt x="238918" y="186674"/>
                      <a:pt x="233777" y="195369"/>
                    </a:cubicBezTo>
                    <a:lnTo>
                      <a:pt x="254871" y="223192"/>
                    </a:lnTo>
                    <a:lnTo>
                      <a:pt x="223192" y="254796"/>
                    </a:lnTo>
                    <a:lnTo>
                      <a:pt x="195369" y="233777"/>
                    </a:lnTo>
                    <a:cubicBezTo>
                      <a:pt x="186674" y="238918"/>
                      <a:pt x="177223" y="242850"/>
                      <a:pt x="167167" y="245421"/>
                    </a:cubicBezTo>
                    <a:lnTo>
                      <a:pt x="162404" y="280049"/>
                    </a:lnTo>
                    <a:lnTo>
                      <a:pt x="146224" y="280049"/>
                    </a:lnTo>
                  </a:path>
                </a:pathLst>
              </a:custGeom>
              <a:noFill/>
              <a:ln w="15875" cap="rnd">
                <a:solidFill>
                  <a:schemeClr val="tx1"/>
                </a:solidFill>
                <a:prstDash val="solid"/>
                <a:round/>
              </a:ln>
            </p:spPr>
            <p:txBody>
              <a:bodyPr rtlCol="0" anchor="ctr"/>
              <a:lstStyle/>
              <a:p>
                <a:endParaRPr lang="en-US"/>
              </a:p>
            </p:txBody>
          </p:sp>
          <p:sp>
            <p:nvSpPr>
              <p:cNvPr id="86" name="Freeform: Shape 85">
                <a:extLst>
                  <a:ext uri="{FF2B5EF4-FFF2-40B4-BE49-F238E27FC236}">
                    <a16:creationId xmlns:a16="http://schemas.microsoft.com/office/drawing/2014/main" id="{F13D4465-A9FC-ACC1-D9A6-16045681308E}"/>
                  </a:ext>
                </a:extLst>
              </p:cNvPr>
              <p:cNvSpPr/>
              <p:nvPr/>
            </p:nvSpPr>
            <p:spPr>
              <a:xfrm>
                <a:off x="5770240" y="1737764"/>
                <a:ext cx="108723" cy="108723"/>
              </a:xfrm>
              <a:custGeom>
                <a:avLst/>
                <a:gdLst>
                  <a:gd name="connsiteX0" fmla="*/ 108723 w 108723"/>
                  <a:gd name="connsiteY0" fmla="*/ 54362 h 108723"/>
                  <a:gd name="connsiteX1" fmla="*/ 54361 w 108723"/>
                  <a:gd name="connsiteY1" fmla="*/ 108723 h 108723"/>
                  <a:gd name="connsiteX2" fmla="*/ 0 w 108723"/>
                  <a:gd name="connsiteY2" fmla="*/ 54361 h 108723"/>
                  <a:gd name="connsiteX3" fmla="*/ 54361 w 108723"/>
                  <a:gd name="connsiteY3" fmla="*/ 0 h 108723"/>
                  <a:gd name="connsiteX4" fmla="*/ 108723 w 108723"/>
                  <a:gd name="connsiteY4" fmla="*/ 54362 h 108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23" h="108723">
                    <a:moveTo>
                      <a:pt x="108723" y="54362"/>
                    </a:moveTo>
                    <a:cubicBezTo>
                      <a:pt x="108723" y="84385"/>
                      <a:pt x="84384" y="108723"/>
                      <a:pt x="54361" y="108723"/>
                    </a:cubicBezTo>
                    <a:cubicBezTo>
                      <a:pt x="24338" y="108723"/>
                      <a:pt x="0" y="84385"/>
                      <a:pt x="0" y="54361"/>
                    </a:cubicBezTo>
                    <a:cubicBezTo>
                      <a:pt x="0" y="24338"/>
                      <a:pt x="24338" y="0"/>
                      <a:pt x="54361" y="0"/>
                    </a:cubicBezTo>
                    <a:cubicBezTo>
                      <a:pt x="84384" y="0"/>
                      <a:pt x="108723" y="24338"/>
                      <a:pt x="108723" y="54362"/>
                    </a:cubicBezTo>
                    <a:close/>
                  </a:path>
                </a:pathLst>
              </a:custGeom>
              <a:noFill/>
              <a:ln w="15875" cap="rnd">
                <a:solidFill>
                  <a:schemeClr val="tx1"/>
                </a:solidFill>
                <a:prstDash val="solid"/>
                <a:round/>
              </a:ln>
            </p:spPr>
            <p:txBody>
              <a:bodyPr rtlCol="0" anchor="ctr"/>
              <a:lstStyle/>
              <a:p>
                <a:endParaRPr lang="en-US"/>
              </a:p>
            </p:txBody>
          </p:sp>
        </p:grpSp>
        <p:sp>
          <p:nvSpPr>
            <p:cNvPr id="81" name="Freeform: Shape 80">
              <a:extLst>
                <a:ext uri="{FF2B5EF4-FFF2-40B4-BE49-F238E27FC236}">
                  <a16:creationId xmlns:a16="http://schemas.microsoft.com/office/drawing/2014/main" id="{2995448B-5EE5-250E-9869-774B120BE27B}"/>
                </a:ext>
              </a:extLst>
            </p:cNvPr>
            <p:cNvSpPr/>
            <p:nvPr/>
          </p:nvSpPr>
          <p:spPr>
            <a:xfrm>
              <a:off x="5838287" y="2037547"/>
              <a:ext cx="20791" cy="41583"/>
            </a:xfrm>
            <a:custGeom>
              <a:avLst/>
              <a:gdLst>
                <a:gd name="connsiteX0" fmla="*/ 20792 w 20791"/>
                <a:gd name="connsiteY0" fmla="*/ 41584 h 41583"/>
                <a:gd name="connsiteX1" fmla="*/ 0 w 20791"/>
                <a:gd name="connsiteY1" fmla="*/ 20792 h 41583"/>
                <a:gd name="connsiteX2" fmla="*/ 20792 w 20791"/>
                <a:gd name="connsiteY2" fmla="*/ 0 h 41583"/>
              </a:gdLst>
              <a:ahLst/>
              <a:cxnLst>
                <a:cxn ang="0">
                  <a:pos x="connsiteX0" y="connsiteY0"/>
                </a:cxn>
                <a:cxn ang="0">
                  <a:pos x="connsiteX1" y="connsiteY1"/>
                </a:cxn>
                <a:cxn ang="0">
                  <a:pos x="connsiteX2" y="connsiteY2"/>
                </a:cxn>
              </a:cxnLst>
              <a:rect l="l" t="t" r="r" b="b"/>
              <a:pathLst>
                <a:path w="20791" h="41583">
                  <a:moveTo>
                    <a:pt x="20792" y="41584"/>
                  </a:moveTo>
                  <a:lnTo>
                    <a:pt x="0" y="20792"/>
                  </a:lnTo>
                  <a:lnTo>
                    <a:pt x="20792" y="0"/>
                  </a:lnTo>
                </a:path>
              </a:pathLst>
            </a:custGeom>
            <a:noFill/>
            <a:ln w="15875" cap="rnd">
              <a:solidFill>
                <a:schemeClr val="tx1"/>
              </a:solidFill>
              <a:prstDash val="solid"/>
              <a:round/>
            </a:ln>
          </p:spPr>
          <p:txBody>
            <a:bodyPr rtlCol="0" anchor="ctr"/>
            <a:lstStyle/>
            <a:p>
              <a:endParaRPr lang="en-US"/>
            </a:p>
          </p:txBody>
        </p:sp>
        <p:sp>
          <p:nvSpPr>
            <p:cNvPr id="82" name="Freeform: Shape 81">
              <a:extLst>
                <a:ext uri="{FF2B5EF4-FFF2-40B4-BE49-F238E27FC236}">
                  <a16:creationId xmlns:a16="http://schemas.microsoft.com/office/drawing/2014/main" id="{50B65922-C5C3-361A-181D-89F78B6CA74E}"/>
                </a:ext>
              </a:extLst>
            </p:cNvPr>
            <p:cNvSpPr/>
            <p:nvPr/>
          </p:nvSpPr>
          <p:spPr>
            <a:xfrm>
              <a:off x="5564513" y="1682496"/>
              <a:ext cx="89745" cy="89745"/>
            </a:xfrm>
            <a:custGeom>
              <a:avLst/>
              <a:gdLst>
                <a:gd name="connsiteX0" fmla="*/ 0 w 89745"/>
                <a:gd name="connsiteY0" fmla="*/ 89746 h 89745"/>
                <a:gd name="connsiteX1" fmla="*/ 0 w 89745"/>
                <a:gd name="connsiteY1" fmla="*/ 18221 h 89745"/>
                <a:gd name="connsiteX2" fmla="*/ 18221 w 89745"/>
                <a:gd name="connsiteY2" fmla="*/ 0 h 89745"/>
                <a:gd name="connsiteX3" fmla="*/ 89746 w 89745"/>
                <a:gd name="connsiteY3" fmla="*/ 0 h 89745"/>
              </a:gdLst>
              <a:ahLst/>
              <a:cxnLst>
                <a:cxn ang="0">
                  <a:pos x="connsiteX0" y="connsiteY0"/>
                </a:cxn>
                <a:cxn ang="0">
                  <a:pos x="connsiteX1" y="connsiteY1"/>
                </a:cxn>
                <a:cxn ang="0">
                  <a:pos x="connsiteX2" y="connsiteY2"/>
                </a:cxn>
                <a:cxn ang="0">
                  <a:pos x="connsiteX3" y="connsiteY3"/>
                </a:cxn>
              </a:cxnLst>
              <a:rect l="l" t="t" r="r" b="b"/>
              <a:pathLst>
                <a:path w="89745" h="89745">
                  <a:moveTo>
                    <a:pt x="0" y="89746"/>
                  </a:moveTo>
                  <a:lnTo>
                    <a:pt x="0" y="18221"/>
                  </a:lnTo>
                  <a:cubicBezTo>
                    <a:pt x="0" y="8166"/>
                    <a:pt x="8166" y="0"/>
                    <a:pt x="18221" y="0"/>
                  </a:cubicBezTo>
                  <a:lnTo>
                    <a:pt x="89746" y="0"/>
                  </a:lnTo>
                </a:path>
              </a:pathLst>
            </a:custGeom>
            <a:noFill/>
            <a:ln w="15875" cap="rnd">
              <a:solidFill>
                <a:schemeClr val="tx1"/>
              </a:solidFill>
              <a:prstDash val="solid"/>
              <a:round/>
            </a:ln>
          </p:spPr>
          <p:txBody>
            <a:bodyPr rtlCol="0" anchor="ctr"/>
            <a:lstStyle/>
            <a:p>
              <a:endParaRPr lang="en-US"/>
            </a:p>
          </p:txBody>
        </p:sp>
        <p:sp>
          <p:nvSpPr>
            <p:cNvPr id="83" name="Freeform: Shape 82">
              <a:extLst>
                <a:ext uri="{FF2B5EF4-FFF2-40B4-BE49-F238E27FC236}">
                  <a16:creationId xmlns:a16="http://schemas.microsoft.com/office/drawing/2014/main" id="{13777D9F-F9BE-FAA1-6ED8-69CAB3E66704}"/>
                </a:ext>
              </a:extLst>
            </p:cNvPr>
            <p:cNvSpPr/>
            <p:nvPr/>
          </p:nvSpPr>
          <p:spPr>
            <a:xfrm>
              <a:off x="5637550" y="1661704"/>
              <a:ext cx="20791" cy="41583"/>
            </a:xfrm>
            <a:custGeom>
              <a:avLst/>
              <a:gdLst>
                <a:gd name="connsiteX0" fmla="*/ 0 w 20791"/>
                <a:gd name="connsiteY0" fmla="*/ 0 h 41583"/>
                <a:gd name="connsiteX1" fmla="*/ 20792 w 20791"/>
                <a:gd name="connsiteY1" fmla="*/ 20792 h 41583"/>
                <a:gd name="connsiteX2" fmla="*/ 0 w 20791"/>
                <a:gd name="connsiteY2" fmla="*/ 41584 h 41583"/>
              </a:gdLst>
              <a:ahLst/>
              <a:cxnLst>
                <a:cxn ang="0">
                  <a:pos x="connsiteX0" y="connsiteY0"/>
                </a:cxn>
                <a:cxn ang="0">
                  <a:pos x="connsiteX1" y="connsiteY1"/>
                </a:cxn>
                <a:cxn ang="0">
                  <a:pos x="connsiteX2" y="connsiteY2"/>
                </a:cxn>
              </a:cxnLst>
              <a:rect l="l" t="t" r="r" b="b"/>
              <a:pathLst>
                <a:path w="20791" h="41583">
                  <a:moveTo>
                    <a:pt x="0" y="0"/>
                  </a:moveTo>
                  <a:lnTo>
                    <a:pt x="20792" y="20792"/>
                  </a:lnTo>
                  <a:lnTo>
                    <a:pt x="0" y="41584"/>
                  </a:lnTo>
                </a:path>
              </a:pathLst>
            </a:custGeom>
            <a:noFill/>
            <a:ln w="15875" cap="rnd">
              <a:solidFill>
                <a:schemeClr val="tx1"/>
              </a:solidFill>
              <a:prstDash val="solid"/>
              <a:round/>
            </a:ln>
          </p:spPr>
          <p:txBody>
            <a:bodyPr rtlCol="0" anchor="ctr"/>
            <a:lstStyle/>
            <a:p>
              <a:endParaRPr lang="en-US"/>
            </a:p>
          </p:txBody>
        </p:sp>
        <p:sp>
          <p:nvSpPr>
            <p:cNvPr id="84" name="Freeform: Shape 83">
              <a:extLst>
                <a:ext uri="{FF2B5EF4-FFF2-40B4-BE49-F238E27FC236}">
                  <a16:creationId xmlns:a16="http://schemas.microsoft.com/office/drawing/2014/main" id="{C40A59E2-0B64-F09F-6E14-161F331D8D31}"/>
                </a:ext>
              </a:extLst>
            </p:cNvPr>
            <p:cNvSpPr/>
            <p:nvPr/>
          </p:nvSpPr>
          <p:spPr>
            <a:xfrm>
              <a:off x="5842369" y="1968593"/>
              <a:ext cx="89745" cy="89745"/>
            </a:xfrm>
            <a:custGeom>
              <a:avLst/>
              <a:gdLst>
                <a:gd name="connsiteX0" fmla="*/ 89746 w 89745"/>
                <a:gd name="connsiteY0" fmla="*/ 0 h 89745"/>
                <a:gd name="connsiteX1" fmla="*/ 89746 w 89745"/>
                <a:gd name="connsiteY1" fmla="*/ 71524 h 89745"/>
                <a:gd name="connsiteX2" fmla="*/ 71524 w 89745"/>
                <a:gd name="connsiteY2" fmla="*/ 89746 h 89745"/>
                <a:gd name="connsiteX3" fmla="*/ 0 w 89745"/>
                <a:gd name="connsiteY3" fmla="*/ 89746 h 89745"/>
              </a:gdLst>
              <a:ahLst/>
              <a:cxnLst>
                <a:cxn ang="0">
                  <a:pos x="connsiteX0" y="connsiteY0"/>
                </a:cxn>
                <a:cxn ang="0">
                  <a:pos x="connsiteX1" y="connsiteY1"/>
                </a:cxn>
                <a:cxn ang="0">
                  <a:pos x="connsiteX2" y="connsiteY2"/>
                </a:cxn>
                <a:cxn ang="0">
                  <a:pos x="connsiteX3" y="connsiteY3"/>
                </a:cxn>
              </a:cxnLst>
              <a:rect l="l" t="t" r="r" b="b"/>
              <a:pathLst>
                <a:path w="89745" h="89745">
                  <a:moveTo>
                    <a:pt x="89746" y="0"/>
                  </a:moveTo>
                  <a:lnTo>
                    <a:pt x="89746" y="71524"/>
                  </a:lnTo>
                  <a:cubicBezTo>
                    <a:pt x="89746" y="81580"/>
                    <a:pt x="81580" y="89746"/>
                    <a:pt x="71524" y="89746"/>
                  </a:cubicBezTo>
                  <a:lnTo>
                    <a:pt x="0" y="89746"/>
                  </a:lnTo>
                </a:path>
              </a:pathLst>
            </a:custGeom>
            <a:noFill/>
            <a:ln w="15875" cap="rnd">
              <a:solidFill>
                <a:schemeClr val="tx1"/>
              </a:solidFill>
              <a:prstDash val="solid"/>
              <a:round/>
            </a:ln>
          </p:spPr>
          <p:txBody>
            <a:bodyPr rtlCol="0" anchor="ctr"/>
            <a:lstStyle/>
            <a:p>
              <a:endParaRPr lang="en-US"/>
            </a:p>
          </p:txBody>
        </p:sp>
      </p:grpSp>
      <p:pic>
        <p:nvPicPr>
          <p:cNvPr id="87" name="Picture 86">
            <a:extLst>
              <a:ext uri="{FF2B5EF4-FFF2-40B4-BE49-F238E27FC236}">
                <a16:creationId xmlns:a16="http://schemas.microsoft.com/office/drawing/2014/main" id="{85FDE9E5-04A3-9570-EB7F-3156ACAE71D9}"/>
              </a:ext>
            </a:extLst>
          </p:cNvPr>
          <p:cNvPicPr>
            <a:picLocks noChangeAspect="1"/>
          </p:cNvPicPr>
          <p:nvPr/>
        </p:nvPicPr>
        <p:blipFill>
          <a:blip r:embed="rId3">
            <a:biLevel thresh="25000"/>
          </a:blip>
          <a:stretch>
            <a:fillRect/>
          </a:stretch>
        </p:blipFill>
        <p:spPr>
          <a:xfrm>
            <a:off x="7727894" y="1529198"/>
            <a:ext cx="360000" cy="360000"/>
          </a:xfrm>
          <a:prstGeom prst="rect">
            <a:avLst/>
          </a:prstGeom>
        </p:spPr>
      </p:pic>
    </p:spTree>
    <p:extLst>
      <p:ext uri="{BB962C8B-B14F-4D97-AF65-F5344CB8AC3E}">
        <p14:creationId xmlns:p14="http://schemas.microsoft.com/office/powerpoint/2010/main" val="3601670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A588B-80F7-0D02-0C3B-512879301372}"/>
            </a:ext>
          </a:extLst>
        </p:cNvPr>
        <p:cNvGrpSpPr/>
        <p:nvPr/>
      </p:nvGrpSpPr>
      <p:grpSpPr>
        <a:xfrm>
          <a:off x="0" y="0"/>
          <a:ext cx="0" cy="0"/>
          <a:chOff x="0" y="0"/>
          <a:chExt cx="0" cy="0"/>
        </a:xfrm>
      </p:grpSpPr>
      <p:sp>
        <p:nvSpPr>
          <p:cNvPr id="35" name="Rounded Rectangle 34">
            <a:extLst>
              <a:ext uri="{FF2B5EF4-FFF2-40B4-BE49-F238E27FC236}">
                <a16:creationId xmlns:a16="http://schemas.microsoft.com/office/drawing/2014/main" id="{D4116CF3-B722-740E-40E3-2A5B02F263D6}"/>
              </a:ext>
            </a:extLst>
          </p:cNvPr>
          <p:cNvSpPr/>
          <p:nvPr/>
        </p:nvSpPr>
        <p:spPr>
          <a:xfrm>
            <a:off x="5715031" y="3001497"/>
            <a:ext cx="3067863" cy="1604627"/>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614"/>
          </a:p>
        </p:txBody>
      </p:sp>
      <p:sp>
        <p:nvSpPr>
          <p:cNvPr id="43" name="Circular Arrow 42">
            <a:extLst>
              <a:ext uri="{FF2B5EF4-FFF2-40B4-BE49-F238E27FC236}">
                <a16:creationId xmlns:a16="http://schemas.microsoft.com/office/drawing/2014/main" id="{43081178-37FC-6A9A-CBAE-BBF903F3F445}"/>
              </a:ext>
            </a:extLst>
          </p:cNvPr>
          <p:cNvSpPr/>
          <p:nvPr/>
        </p:nvSpPr>
        <p:spPr>
          <a:xfrm>
            <a:off x="6547184" y="534287"/>
            <a:ext cx="1387025" cy="1371782"/>
          </a:xfrm>
          <a:prstGeom prst="circularArrow">
            <a:avLst>
              <a:gd name="adj1" fmla="val 4234"/>
              <a:gd name="adj2" fmla="val 1142319"/>
              <a:gd name="adj3" fmla="val 20509065"/>
              <a:gd name="adj4" fmla="val 12499816"/>
              <a:gd name="adj5" fmla="val 8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a:solidFill>
                <a:schemeClr val="tx1"/>
              </a:solidFill>
            </a:endParaRPr>
          </a:p>
        </p:txBody>
      </p:sp>
      <p:sp>
        <p:nvSpPr>
          <p:cNvPr id="42" name="Circular Arrow 41">
            <a:extLst>
              <a:ext uri="{FF2B5EF4-FFF2-40B4-BE49-F238E27FC236}">
                <a16:creationId xmlns:a16="http://schemas.microsoft.com/office/drawing/2014/main" id="{5BDE56E9-2FAE-C437-3AAF-47788B6BC64B}"/>
              </a:ext>
            </a:extLst>
          </p:cNvPr>
          <p:cNvSpPr/>
          <p:nvPr/>
        </p:nvSpPr>
        <p:spPr>
          <a:xfrm>
            <a:off x="2912323" y="537376"/>
            <a:ext cx="1387025" cy="1371782"/>
          </a:xfrm>
          <a:prstGeom prst="circularArrow">
            <a:avLst>
              <a:gd name="adj1" fmla="val 4234"/>
              <a:gd name="adj2" fmla="val 1142319"/>
              <a:gd name="adj3" fmla="val 20509065"/>
              <a:gd name="adj4" fmla="val 12499816"/>
              <a:gd name="adj5" fmla="val 8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a:solidFill>
                <a:schemeClr val="tx1"/>
              </a:solidFill>
            </a:endParaRPr>
          </a:p>
        </p:txBody>
      </p:sp>
      <p:sp>
        <p:nvSpPr>
          <p:cNvPr id="2" name="Title 1">
            <a:extLst>
              <a:ext uri="{FF2B5EF4-FFF2-40B4-BE49-F238E27FC236}">
                <a16:creationId xmlns:a16="http://schemas.microsoft.com/office/drawing/2014/main" id="{A88CD91B-2A00-424C-174A-D2913EBBC4EB}"/>
              </a:ext>
            </a:extLst>
          </p:cNvPr>
          <p:cNvSpPr>
            <a:spLocks noGrp="1"/>
          </p:cNvSpPr>
          <p:nvPr>
            <p:ph type="title"/>
          </p:nvPr>
        </p:nvSpPr>
        <p:spPr/>
        <p:txBody>
          <a:bodyPr/>
          <a:lstStyle/>
          <a:p>
            <a:r>
              <a:rPr lang="en-US" dirty="0"/>
              <a:t>Development Approach</a:t>
            </a:r>
          </a:p>
        </p:txBody>
      </p:sp>
      <p:sp>
        <p:nvSpPr>
          <p:cNvPr id="3" name="Footer Placeholder 2">
            <a:extLst>
              <a:ext uri="{FF2B5EF4-FFF2-40B4-BE49-F238E27FC236}">
                <a16:creationId xmlns:a16="http://schemas.microsoft.com/office/drawing/2014/main" id="{C77D7A2B-4C39-94A0-C9CA-A12EF7110967}"/>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585505FB-CA16-62EF-938F-8C6AF2981A59}"/>
              </a:ext>
            </a:extLst>
          </p:cNvPr>
          <p:cNvSpPr>
            <a:spLocks noGrp="1"/>
          </p:cNvSpPr>
          <p:nvPr>
            <p:ph type="sldNum" sz="quarter" idx="12"/>
          </p:nvPr>
        </p:nvSpPr>
        <p:spPr/>
        <p:txBody>
          <a:bodyPr/>
          <a:lstStyle/>
          <a:p>
            <a:fld id="{662A0901-ACEF-4BE9-9C8C-C119B421173E}" type="slidenum">
              <a:rPr lang="en-IN" smtClean="0"/>
              <a:t>5</a:t>
            </a:fld>
            <a:endParaRPr lang="en-IN"/>
          </a:p>
        </p:txBody>
      </p:sp>
      <p:sp>
        <p:nvSpPr>
          <p:cNvPr id="7" name="Rounded Rectangle 6">
            <a:extLst>
              <a:ext uri="{FF2B5EF4-FFF2-40B4-BE49-F238E27FC236}">
                <a16:creationId xmlns:a16="http://schemas.microsoft.com/office/drawing/2014/main" id="{D5CD1FAF-A712-1F15-F480-594B6C56E08C}"/>
              </a:ext>
            </a:extLst>
          </p:cNvPr>
          <p:cNvSpPr/>
          <p:nvPr/>
        </p:nvSpPr>
        <p:spPr>
          <a:xfrm>
            <a:off x="175202" y="1138051"/>
            <a:ext cx="1697448" cy="1304212"/>
          </a:xfrm>
          <a:prstGeom prst="roundRect">
            <a:avLst/>
          </a:prstGeom>
          <a:solidFill>
            <a:srgbClr val="00206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marL="214313" indent="-214313">
              <a:buFont typeface="Arial" panose="020B0604020202020204" pitchFamily="34" charset="0"/>
              <a:buChar char="•"/>
            </a:pPr>
            <a:r>
              <a:rPr lang="en-US" sz="1050" dirty="0">
                <a:solidFill>
                  <a:schemeClr val="bg1"/>
                </a:solidFill>
              </a:rPr>
              <a:t>Documentation</a:t>
            </a:r>
          </a:p>
          <a:p>
            <a:pPr marL="214313" indent="-214313">
              <a:buFont typeface="Arial" panose="020B0604020202020204" pitchFamily="34" charset="0"/>
              <a:buChar char="•"/>
            </a:pPr>
            <a:r>
              <a:rPr lang="en-US" sz="1050" dirty="0">
                <a:solidFill>
                  <a:schemeClr val="bg1"/>
                </a:solidFill>
              </a:rPr>
              <a:t>Consolidation</a:t>
            </a:r>
          </a:p>
          <a:p>
            <a:pPr marL="214313" indent="-214313">
              <a:buFont typeface="Arial" panose="020B0604020202020204" pitchFamily="34" charset="0"/>
              <a:buChar char="•"/>
            </a:pPr>
            <a:r>
              <a:rPr lang="en-US" sz="1050" dirty="0">
                <a:solidFill>
                  <a:schemeClr val="bg1"/>
                </a:solidFill>
              </a:rPr>
              <a:t>Recommendations</a:t>
            </a:r>
          </a:p>
          <a:p>
            <a:pPr marL="214313" indent="-214313">
              <a:buFont typeface="Arial" panose="020B0604020202020204" pitchFamily="34" charset="0"/>
              <a:buChar char="•"/>
            </a:pPr>
            <a:r>
              <a:rPr lang="en-US" sz="1050" dirty="0">
                <a:solidFill>
                  <a:schemeClr val="bg1"/>
                </a:solidFill>
              </a:rPr>
              <a:t>Prototype</a:t>
            </a:r>
          </a:p>
          <a:p>
            <a:pPr marL="214313" indent="-214313">
              <a:buFont typeface="Arial" panose="020B0604020202020204" pitchFamily="34" charset="0"/>
              <a:buChar char="•"/>
            </a:pPr>
            <a:r>
              <a:rPr lang="en-US" sz="1050" dirty="0">
                <a:solidFill>
                  <a:schemeClr val="bg1"/>
                </a:solidFill>
              </a:rPr>
              <a:t>Entire team</a:t>
            </a:r>
          </a:p>
          <a:p>
            <a:endParaRPr lang="en-US" sz="1050" dirty="0">
              <a:solidFill>
                <a:schemeClr val="bg1"/>
              </a:solidFill>
            </a:endParaRPr>
          </a:p>
        </p:txBody>
      </p:sp>
      <p:sp>
        <p:nvSpPr>
          <p:cNvPr id="14" name="Rounded Rectangle 13">
            <a:extLst>
              <a:ext uri="{FF2B5EF4-FFF2-40B4-BE49-F238E27FC236}">
                <a16:creationId xmlns:a16="http://schemas.microsoft.com/office/drawing/2014/main" id="{BFA4E86A-5920-8E38-DC67-26F5F5CDDBA1}"/>
              </a:ext>
            </a:extLst>
          </p:cNvPr>
          <p:cNvSpPr/>
          <p:nvPr/>
        </p:nvSpPr>
        <p:spPr>
          <a:xfrm>
            <a:off x="1949239" y="1145841"/>
            <a:ext cx="1697448" cy="1304212"/>
          </a:xfrm>
          <a:prstGeom prst="roundRect">
            <a:avLst/>
          </a:prstGeom>
          <a:solidFill>
            <a:srgbClr val="005EBE"/>
          </a:solidFill>
          <a:ln w="1270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128588" indent="-128588">
              <a:buFont typeface="Arial" panose="020B0604020202020204" pitchFamily="34" charset="0"/>
              <a:buChar char="•"/>
            </a:pPr>
            <a:r>
              <a:rPr lang="en-US" sz="900" dirty="0">
                <a:solidFill>
                  <a:schemeClr val="bg1"/>
                </a:solidFill>
              </a:rPr>
              <a:t>AI rules for Story creation</a:t>
            </a:r>
          </a:p>
          <a:p>
            <a:pPr marL="128588" indent="-128588">
              <a:buFont typeface="Arial" panose="020B0604020202020204" pitchFamily="34" charset="0"/>
              <a:buChar char="•"/>
            </a:pPr>
            <a:r>
              <a:rPr lang="en-US" sz="900" dirty="0">
                <a:solidFill>
                  <a:schemeClr val="bg1"/>
                </a:solidFill>
              </a:rPr>
              <a:t>Story creation prompts</a:t>
            </a:r>
          </a:p>
          <a:p>
            <a:pPr marL="128588" indent="-128588">
              <a:buFont typeface="Arial" panose="020B0604020202020204" pitchFamily="34" charset="0"/>
              <a:buChar char="•"/>
            </a:pPr>
            <a:r>
              <a:rPr lang="en-US" sz="900" dirty="0">
                <a:solidFill>
                  <a:schemeClr val="bg1"/>
                </a:solidFill>
              </a:rPr>
              <a:t>High Level discussion – GHCP with IDE</a:t>
            </a:r>
          </a:p>
          <a:p>
            <a:pPr marL="128588" indent="-128588">
              <a:buFont typeface="Arial" panose="020B0604020202020204" pitchFamily="34" charset="0"/>
              <a:buChar char="•"/>
            </a:pPr>
            <a:r>
              <a:rPr lang="en-US" sz="900" dirty="0">
                <a:solidFill>
                  <a:schemeClr val="bg1"/>
                </a:solidFill>
              </a:rPr>
              <a:t>Create userstory.md files</a:t>
            </a:r>
            <a:endParaRPr sz="900" dirty="0">
              <a:solidFill>
                <a:schemeClr val="bg1"/>
              </a:solidFill>
            </a:endParaRPr>
          </a:p>
        </p:txBody>
      </p:sp>
      <p:sp>
        <p:nvSpPr>
          <p:cNvPr id="15" name="Rounded Rectangle 14">
            <a:extLst>
              <a:ext uri="{FF2B5EF4-FFF2-40B4-BE49-F238E27FC236}">
                <a16:creationId xmlns:a16="http://schemas.microsoft.com/office/drawing/2014/main" id="{50E0D2E4-F17E-242C-7306-CBA5FEC2B5A6}"/>
              </a:ext>
            </a:extLst>
          </p:cNvPr>
          <p:cNvSpPr/>
          <p:nvPr/>
        </p:nvSpPr>
        <p:spPr>
          <a:xfrm>
            <a:off x="3723276" y="1145841"/>
            <a:ext cx="1697448" cy="1304212"/>
          </a:xfrm>
          <a:prstGeom prst="roundRect">
            <a:avLst/>
          </a:prstGeom>
          <a:solidFill>
            <a:srgbClr val="3399FF"/>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marL="128588" indent="-128588">
              <a:buFont typeface="Arial" panose="020B0604020202020204" pitchFamily="34" charset="0"/>
              <a:buChar char="•"/>
            </a:pPr>
            <a:r>
              <a:rPr lang="en-US" sz="900" dirty="0">
                <a:solidFill>
                  <a:schemeClr val="bg1"/>
                </a:solidFill>
              </a:rPr>
              <a:t>Developer</a:t>
            </a:r>
          </a:p>
          <a:p>
            <a:pPr marL="128588" indent="-128588">
              <a:buFont typeface="Arial" panose="020B0604020202020204" pitchFamily="34" charset="0"/>
              <a:buChar char="•"/>
            </a:pPr>
            <a:r>
              <a:rPr lang="en-US" sz="900" dirty="0">
                <a:solidFill>
                  <a:schemeClr val="bg1"/>
                </a:solidFill>
              </a:rPr>
              <a:t>AI rules for development</a:t>
            </a:r>
          </a:p>
          <a:p>
            <a:pPr marL="128588" indent="-128588">
              <a:buFont typeface="Arial" panose="020B0604020202020204" pitchFamily="34" charset="0"/>
              <a:buChar char="•"/>
            </a:pPr>
            <a:r>
              <a:rPr lang="en-US" sz="900" dirty="0">
                <a:solidFill>
                  <a:schemeClr val="bg1"/>
                </a:solidFill>
              </a:rPr>
              <a:t>Implementation Plan prompts</a:t>
            </a:r>
          </a:p>
          <a:p>
            <a:pPr marL="128588" indent="-128588">
              <a:buFont typeface="Arial" panose="020B0604020202020204" pitchFamily="34" charset="0"/>
              <a:buChar char="•"/>
            </a:pPr>
            <a:r>
              <a:rPr lang="en-US" sz="900" dirty="0">
                <a:solidFill>
                  <a:schemeClr val="bg1"/>
                </a:solidFill>
              </a:rPr>
              <a:t>GHCP in IDE</a:t>
            </a:r>
          </a:p>
          <a:p>
            <a:pPr marL="128588" indent="-128588">
              <a:buFont typeface="Arial" panose="020B0604020202020204" pitchFamily="34" charset="0"/>
              <a:buChar char="•"/>
            </a:pPr>
            <a:r>
              <a:rPr lang="en-US" sz="900" dirty="0">
                <a:solidFill>
                  <a:schemeClr val="bg1"/>
                </a:solidFill>
              </a:rPr>
              <a:t>Story details</a:t>
            </a:r>
          </a:p>
          <a:p>
            <a:pPr marL="128588" indent="-128588">
              <a:buFont typeface="Arial" panose="020B0604020202020204" pitchFamily="34" charset="0"/>
              <a:buChar char="•"/>
            </a:pPr>
            <a:r>
              <a:rPr lang="en-US" sz="900" dirty="0">
                <a:solidFill>
                  <a:schemeClr val="bg1"/>
                </a:solidFill>
              </a:rPr>
              <a:t>Preconditions,</a:t>
            </a:r>
          </a:p>
          <a:p>
            <a:pPr marL="128588" indent="-128588">
              <a:buFont typeface="Arial" panose="020B0604020202020204" pitchFamily="34" charset="0"/>
              <a:buChar char="•"/>
            </a:pPr>
            <a:r>
              <a:rPr lang="en-US" sz="900" dirty="0">
                <a:solidFill>
                  <a:schemeClr val="bg1"/>
                </a:solidFill>
              </a:rPr>
              <a:t>Create im_plan.md file</a:t>
            </a:r>
            <a:endParaRPr sz="900" dirty="0">
              <a:solidFill>
                <a:schemeClr val="bg1"/>
              </a:solidFill>
            </a:endParaRPr>
          </a:p>
        </p:txBody>
      </p:sp>
      <p:sp>
        <p:nvSpPr>
          <p:cNvPr id="16" name="Rounded Rectangle 15">
            <a:extLst>
              <a:ext uri="{FF2B5EF4-FFF2-40B4-BE49-F238E27FC236}">
                <a16:creationId xmlns:a16="http://schemas.microsoft.com/office/drawing/2014/main" id="{11915883-CE22-6E5A-A3F0-90C1F560B95B}"/>
              </a:ext>
            </a:extLst>
          </p:cNvPr>
          <p:cNvSpPr/>
          <p:nvPr/>
        </p:nvSpPr>
        <p:spPr>
          <a:xfrm>
            <a:off x="5497313" y="1145841"/>
            <a:ext cx="1697448" cy="1304212"/>
          </a:xfrm>
          <a:prstGeom prst="roundRect">
            <a:avLst/>
          </a:prstGeom>
          <a:solidFill>
            <a:srgbClr val="00994C"/>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marL="214313" indent="-214313">
              <a:buFont typeface="Arial" panose="020B0604020202020204" pitchFamily="34" charset="0"/>
              <a:buChar char="•"/>
            </a:pPr>
            <a:r>
              <a:rPr lang="en-US" sz="900">
                <a:solidFill>
                  <a:schemeClr val="bg1"/>
                </a:solidFill>
              </a:rPr>
              <a:t>Developer</a:t>
            </a:r>
          </a:p>
          <a:p>
            <a:pPr marL="214313" indent="-214313">
              <a:buFont typeface="Arial" panose="020B0604020202020204" pitchFamily="34" charset="0"/>
              <a:buChar char="•"/>
            </a:pPr>
            <a:r>
              <a:rPr lang="en-US" sz="900">
                <a:solidFill>
                  <a:schemeClr val="bg1"/>
                </a:solidFill>
              </a:rPr>
              <a:t>AI rules for development</a:t>
            </a:r>
          </a:p>
          <a:p>
            <a:pPr marL="214313" indent="-214313">
              <a:buFont typeface="Arial" panose="020B0604020202020204" pitchFamily="34" charset="0"/>
              <a:buChar char="•"/>
            </a:pPr>
            <a:r>
              <a:rPr lang="en-US" sz="900">
                <a:solidFill>
                  <a:schemeClr val="bg1"/>
                </a:solidFill>
              </a:rPr>
              <a:t>Coding prompts</a:t>
            </a:r>
          </a:p>
          <a:p>
            <a:pPr marL="214313" indent="-214313">
              <a:buFont typeface="Arial" panose="020B0604020202020204" pitchFamily="34" charset="0"/>
              <a:buChar char="•"/>
            </a:pPr>
            <a:r>
              <a:rPr lang="en-US" sz="900">
                <a:solidFill>
                  <a:schemeClr val="bg1"/>
                </a:solidFill>
              </a:rPr>
              <a:t>GHCP in IDE</a:t>
            </a:r>
          </a:p>
          <a:p>
            <a:pPr marL="214313" indent="-214313">
              <a:buFont typeface="Arial" panose="020B0604020202020204" pitchFamily="34" charset="0"/>
              <a:buChar char="•"/>
            </a:pPr>
            <a:r>
              <a:rPr lang="en-US" sz="900">
                <a:solidFill>
                  <a:schemeClr val="bg1"/>
                </a:solidFill>
              </a:rPr>
              <a:t>Implementation plan</a:t>
            </a:r>
          </a:p>
          <a:p>
            <a:pPr marL="214313" indent="-214313">
              <a:buFont typeface="Arial" panose="020B0604020202020204" pitchFamily="34" charset="0"/>
              <a:buChar char="•"/>
            </a:pPr>
            <a:r>
              <a:rPr lang="en-US" sz="900">
                <a:solidFill>
                  <a:schemeClr val="bg1"/>
                </a:solidFill>
              </a:rPr>
              <a:t>Review and refine prompts</a:t>
            </a:r>
          </a:p>
          <a:p>
            <a:pPr marL="214313" indent="-214313">
              <a:buFont typeface="Arial" panose="020B0604020202020204" pitchFamily="34" charset="0"/>
              <a:buChar char="•"/>
            </a:pPr>
            <a:r>
              <a:rPr lang="en-US" sz="900">
                <a:solidFill>
                  <a:schemeClr val="bg1"/>
                </a:solidFill>
              </a:rPr>
              <a:t>Status tracking</a:t>
            </a:r>
            <a:endParaRPr sz="900">
              <a:solidFill>
                <a:schemeClr val="bg1"/>
              </a:solidFill>
            </a:endParaRPr>
          </a:p>
        </p:txBody>
      </p:sp>
      <p:sp>
        <p:nvSpPr>
          <p:cNvPr id="17" name="Rounded Rectangle 16">
            <a:extLst>
              <a:ext uri="{FF2B5EF4-FFF2-40B4-BE49-F238E27FC236}">
                <a16:creationId xmlns:a16="http://schemas.microsoft.com/office/drawing/2014/main" id="{1A2880BD-4EFB-9B80-8278-CB7294CFB395}"/>
              </a:ext>
            </a:extLst>
          </p:cNvPr>
          <p:cNvSpPr/>
          <p:nvPr/>
        </p:nvSpPr>
        <p:spPr>
          <a:xfrm>
            <a:off x="7271352" y="1145841"/>
            <a:ext cx="1697448" cy="1304212"/>
          </a:xfrm>
          <a:prstGeom prst="roundRect">
            <a:avLst/>
          </a:prstGeom>
          <a:solidFill>
            <a:srgbClr val="43943A"/>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marL="214313" indent="-214313">
              <a:buFont typeface="Arial" panose="020B0604020202020204" pitchFamily="34" charset="0"/>
              <a:buChar char="•"/>
            </a:pPr>
            <a:r>
              <a:rPr lang="en-US" sz="1050">
                <a:solidFill>
                  <a:schemeClr val="bg1"/>
                </a:solidFill>
              </a:rPr>
              <a:t>AI review for Pull Request</a:t>
            </a:r>
          </a:p>
          <a:p>
            <a:pPr marL="214313" indent="-214313">
              <a:buFont typeface="Arial" panose="020B0604020202020204" pitchFamily="34" charset="0"/>
              <a:buChar char="•"/>
            </a:pPr>
            <a:r>
              <a:rPr lang="en-US" sz="1050">
                <a:solidFill>
                  <a:schemeClr val="bg1"/>
                </a:solidFill>
              </a:rPr>
              <a:t>AI analysis for build failures</a:t>
            </a:r>
          </a:p>
          <a:p>
            <a:pPr marL="214313" indent="-214313">
              <a:buFont typeface="Arial" panose="020B0604020202020204" pitchFamily="34" charset="0"/>
              <a:buChar char="•"/>
            </a:pPr>
            <a:r>
              <a:rPr lang="en-US" sz="1050">
                <a:solidFill>
                  <a:schemeClr val="bg1"/>
                </a:solidFill>
              </a:rPr>
              <a:t>AI analysis for deployment failures</a:t>
            </a:r>
            <a:endParaRPr sz="1050">
              <a:solidFill>
                <a:schemeClr val="bg1"/>
              </a:solidFill>
            </a:endParaRPr>
          </a:p>
        </p:txBody>
      </p:sp>
      <p:sp>
        <p:nvSpPr>
          <p:cNvPr id="37" name="Rounded Rectangle 36">
            <a:extLst>
              <a:ext uri="{FF2B5EF4-FFF2-40B4-BE49-F238E27FC236}">
                <a16:creationId xmlns:a16="http://schemas.microsoft.com/office/drawing/2014/main" id="{9F86BEA4-5ECB-DE4A-64E0-A75A6FE4B1B1}"/>
              </a:ext>
            </a:extLst>
          </p:cNvPr>
          <p:cNvSpPr/>
          <p:nvPr/>
        </p:nvSpPr>
        <p:spPr>
          <a:xfrm>
            <a:off x="2466060" y="794182"/>
            <a:ext cx="1032359" cy="427396"/>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14">
                <a:solidFill>
                  <a:schemeClr val="tx1"/>
                </a:solidFill>
              </a:rPr>
              <a:t>Story Creation</a:t>
            </a:r>
            <a:endParaRPr sz="614">
              <a:solidFill>
                <a:schemeClr val="tx1"/>
              </a:solidFill>
            </a:endParaRPr>
          </a:p>
        </p:txBody>
      </p:sp>
      <p:sp>
        <p:nvSpPr>
          <p:cNvPr id="39" name="Rounded Rectangle 38">
            <a:extLst>
              <a:ext uri="{FF2B5EF4-FFF2-40B4-BE49-F238E27FC236}">
                <a16:creationId xmlns:a16="http://schemas.microsoft.com/office/drawing/2014/main" id="{9C46D0C2-1C55-B2A2-3077-F85EC438AD03}"/>
              </a:ext>
            </a:extLst>
          </p:cNvPr>
          <p:cNvSpPr/>
          <p:nvPr/>
        </p:nvSpPr>
        <p:spPr>
          <a:xfrm>
            <a:off x="6034876" y="794181"/>
            <a:ext cx="1032359" cy="427396"/>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14">
                <a:solidFill>
                  <a:schemeClr val="tx1"/>
                </a:solidFill>
              </a:rPr>
              <a:t>AI coding</a:t>
            </a:r>
            <a:endParaRPr sz="614">
              <a:solidFill>
                <a:schemeClr val="tx1"/>
              </a:solidFill>
            </a:endParaRPr>
          </a:p>
        </p:txBody>
      </p:sp>
      <p:sp>
        <p:nvSpPr>
          <p:cNvPr id="40" name="Rounded Rectangle 39">
            <a:extLst>
              <a:ext uri="{FF2B5EF4-FFF2-40B4-BE49-F238E27FC236}">
                <a16:creationId xmlns:a16="http://schemas.microsoft.com/office/drawing/2014/main" id="{AB6C9E35-40C9-FE1F-A8E0-94807B8F22D1}"/>
              </a:ext>
            </a:extLst>
          </p:cNvPr>
          <p:cNvSpPr/>
          <p:nvPr/>
        </p:nvSpPr>
        <p:spPr>
          <a:xfrm>
            <a:off x="7750535" y="2395623"/>
            <a:ext cx="1032359" cy="427396"/>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14">
                <a:solidFill>
                  <a:schemeClr val="tx1"/>
                </a:solidFill>
              </a:rPr>
              <a:t>AI in CI/CD</a:t>
            </a:r>
            <a:endParaRPr sz="614">
              <a:solidFill>
                <a:schemeClr val="tx1"/>
              </a:solidFill>
            </a:endParaRPr>
          </a:p>
        </p:txBody>
      </p:sp>
      <p:sp>
        <p:nvSpPr>
          <p:cNvPr id="44" name="Circular Arrow 43">
            <a:extLst>
              <a:ext uri="{FF2B5EF4-FFF2-40B4-BE49-F238E27FC236}">
                <a16:creationId xmlns:a16="http://schemas.microsoft.com/office/drawing/2014/main" id="{CA0A56B5-BA08-CFCB-FE37-1DF7D07AB10D}"/>
              </a:ext>
            </a:extLst>
          </p:cNvPr>
          <p:cNvSpPr/>
          <p:nvPr/>
        </p:nvSpPr>
        <p:spPr>
          <a:xfrm flipV="1">
            <a:off x="998137" y="1764162"/>
            <a:ext cx="1387025" cy="1371782"/>
          </a:xfrm>
          <a:prstGeom prst="circularArrow">
            <a:avLst>
              <a:gd name="adj1" fmla="val 4234"/>
              <a:gd name="adj2" fmla="val 1142319"/>
              <a:gd name="adj3" fmla="val 20509065"/>
              <a:gd name="adj4" fmla="val 12499816"/>
              <a:gd name="adj5" fmla="val 8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a:solidFill>
                <a:schemeClr val="tx1"/>
              </a:solidFill>
            </a:endParaRPr>
          </a:p>
        </p:txBody>
      </p:sp>
      <p:sp>
        <p:nvSpPr>
          <p:cNvPr id="45" name="Circular Arrow 44">
            <a:extLst>
              <a:ext uri="{FF2B5EF4-FFF2-40B4-BE49-F238E27FC236}">
                <a16:creationId xmlns:a16="http://schemas.microsoft.com/office/drawing/2014/main" id="{15159D60-C4A3-9A88-60A2-B978585B72FC}"/>
              </a:ext>
            </a:extLst>
          </p:cNvPr>
          <p:cNvSpPr/>
          <p:nvPr/>
        </p:nvSpPr>
        <p:spPr>
          <a:xfrm flipV="1">
            <a:off x="4612629" y="1756372"/>
            <a:ext cx="1387025" cy="1371782"/>
          </a:xfrm>
          <a:prstGeom prst="circularArrow">
            <a:avLst>
              <a:gd name="adj1" fmla="val 4234"/>
              <a:gd name="adj2" fmla="val 1142319"/>
              <a:gd name="adj3" fmla="val 20509065"/>
              <a:gd name="adj4" fmla="val 12499816"/>
              <a:gd name="adj5" fmla="val 8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a:solidFill>
                <a:schemeClr val="tx1"/>
              </a:solidFill>
            </a:endParaRPr>
          </a:p>
        </p:txBody>
      </p:sp>
      <p:sp>
        <p:nvSpPr>
          <p:cNvPr id="36" name="Rounded Rectangle 35">
            <a:extLst>
              <a:ext uri="{FF2B5EF4-FFF2-40B4-BE49-F238E27FC236}">
                <a16:creationId xmlns:a16="http://schemas.microsoft.com/office/drawing/2014/main" id="{8657E256-559B-E790-A67A-217AEC881103}"/>
              </a:ext>
            </a:extLst>
          </p:cNvPr>
          <p:cNvSpPr/>
          <p:nvPr/>
        </p:nvSpPr>
        <p:spPr>
          <a:xfrm>
            <a:off x="633535" y="2375454"/>
            <a:ext cx="1032359" cy="427396"/>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14">
                <a:solidFill>
                  <a:schemeClr val="tx1"/>
                </a:solidFill>
              </a:rPr>
              <a:t>Transcript</a:t>
            </a:r>
            <a:endParaRPr sz="614">
              <a:solidFill>
                <a:schemeClr val="tx1"/>
              </a:solidFill>
            </a:endParaRPr>
          </a:p>
        </p:txBody>
      </p:sp>
      <p:sp>
        <p:nvSpPr>
          <p:cNvPr id="38" name="Rounded Rectangle 37">
            <a:extLst>
              <a:ext uri="{FF2B5EF4-FFF2-40B4-BE49-F238E27FC236}">
                <a16:creationId xmlns:a16="http://schemas.microsoft.com/office/drawing/2014/main" id="{3880C7C4-FFC3-D165-DD71-C31417660C86}"/>
              </a:ext>
            </a:extLst>
          </p:cNvPr>
          <p:cNvSpPr/>
          <p:nvPr/>
        </p:nvSpPr>
        <p:spPr>
          <a:xfrm>
            <a:off x="4159199" y="2395623"/>
            <a:ext cx="1032359" cy="427396"/>
          </a:xfrm>
          <a:prstGeom prst="roundRect">
            <a:avLst/>
          </a:prstGeom>
          <a:solidFill>
            <a:srgbClr val="F0F0F0"/>
          </a:solidFill>
          <a:ln w="12700">
            <a:solidFill>
              <a:srgbClr val="339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14">
                <a:solidFill>
                  <a:schemeClr val="tx1"/>
                </a:solidFill>
              </a:rPr>
              <a:t>Implementation Plan</a:t>
            </a:r>
            <a:endParaRPr sz="614">
              <a:solidFill>
                <a:schemeClr val="tx1"/>
              </a:solidFill>
            </a:endParaRPr>
          </a:p>
        </p:txBody>
      </p:sp>
      <p:sp>
        <p:nvSpPr>
          <p:cNvPr id="5" name="TextBox 4">
            <a:extLst>
              <a:ext uri="{FF2B5EF4-FFF2-40B4-BE49-F238E27FC236}">
                <a16:creationId xmlns:a16="http://schemas.microsoft.com/office/drawing/2014/main" id="{1A1020D3-258E-763A-2A8D-E0C8CC2FD6CA}"/>
              </a:ext>
            </a:extLst>
          </p:cNvPr>
          <p:cNvSpPr txBox="1"/>
          <p:nvPr/>
        </p:nvSpPr>
        <p:spPr>
          <a:xfrm>
            <a:off x="1708319" y="3174582"/>
            <a:ext cx="2375458" cy="323165"/>
          </a:xfrm>
          <a:prstGeom prst="rect">
            <a:avLst/>
          </a:prstGeom>
          <a:noFill/>
        </p:spPr>
        <p:txBody>
          <a:bodyPr wrap="none">
            <a:spAutoFit/>
          </a:bodyPr>
          <a:lstStyle/>
          <a:p>
            <a:pPr>
              <a:defRPr sz="2000" b="1">
                <a:solidFill>
                  <a:srgbClr val="003366"/>
                </a:solidFill>
              </a:defRPr>
            </a:pPr>
            <a:r>
              <a:rPr sz="1500"/>
              <a:t>Specialized Prompts Library</a:t>
            </a:r>
          </a:p>
        </p:txBody>
      </p:sp>
      <p:sp>
        <p:nvSpPr>
          <p:cNvPr id="6" name="Rounded Rectangle 5">
            <a:extLst>
              <a:ext uri="{FF2B5EF4-FFF2-40B4-BE49-F238E27FC236}">
                <a16:creationId xmlns:a16="http://schemas.microsoft.com/office/drawing/2014/main" id="{F72B42AE-0994-4A2F-19CD-CA228B09F8E6}"/>
              </a:ext>
            </a:extLst>
          </p:cNvPr>
          <p:cNvSpPr/>
          <p:nvPr/>
        </p:nvSpPr>
        <p:spPr>
          <a:xfrm>
            <a:off x="199471" y="3539180"/>
            <a:ext cx="2606201" cy="445770"/>
          </a:xfrm>
          <a:prstGeom prst="roundRect">
            <a:avLst/>
          </a:prstGeom>
          <a:solidFill>
            <a:srgbClr val="F0F0F0"/>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614"/>
          </a:p>
        </p:txBody>
      </p:sp>
      <p:sp>
        <p:nvSpPr>
          <p:cNvPr id="12" name="TextBox 11">
            <a:extLst>
              <a:ext uri="{FF2B5EF4-FFF2-40B4-BE49-F238E27FC236}">
                <a16:creationId xmlns:a16="http://schemas.microsoft.com/office/drawing/2014/main" id="{AC79ABF4-E8CF-EB66-869E-51E0F519C1D6}"/>
              </a:ext>
            </a:extLst>
          </p:cNvPr>
          <p:cNvSpPr txBox="1"/>
          <p:nvPr/>
        </p:nvSpPr>
        <p:spPr>
          <a:xfrm>
            <a:off x="336632" y="3579481"/>
            <a:ext cx="2273379" cy="392415"/>
          </a:xfrm>
          <a:prstGeom prst="rect">
            <a:avLst/>
          </a:prstGeom>
          <a:noFill/>
        </p:spPr>
        <p:txBody>
          <a:bodyPr wrap="none">
            <a:spAutoFit/>
          </a:bodyPr>
          <a:lstStyle/>
          <a:p>
            <a:pPr>
              <a:defRPr sz="1100" b="1">
                <a:solidFill>
                  <a:srgbClr val="003366"/>
                </a:solidFill>
              </a:defRPr>
            </a:pPr>
            <a:r>
              <a:rPr sz="1050"/>
              <a:t>generate-stories-from-transcript</a:t>
            </a:r>
          </a:p>
          <a:p>
            <a:pPr>
              <a:defRPr sz="900">
                <a:solidFill>
                  <a:srgbClr val="646464"/>
                </a:solidFill>
              </a:defRPr>
            </a:pPr>
            <a:r>
              <a:rPr sz="900"/>
              <a:t>Extract user stories from meeting transcripts</a:t>
            </a:r>
          </a:p>
        </p:txBody>
      </p:sp>
      <p:sp>
        <p:nvSpPr>
          <p:cNvPr id="13" name="Rounded Rectangle 12">
            <a:extLst>
              <a:ext uri="{FF2B5EF4-FFF2-40B4-BE49-F238E27FC236}">
                <a16:creationId xmlns:a16="http://schemas.microsoft.com/office/drawing/2014/main" id="{B5786BEE-1F26-A471-226A-841B9E250A4D}"/>
              </a:ext>
            </a:extLst>
          </p:cNvPr>
          <p:cNvSpPr/>
          <p:nvPr/>
        </p:nvSpPr>
        <p:spPr>
          <a:xfrm>
            <a:off x="199471" y="4053530"/>
            <a:ext cx="2606201" cy="445770"/>
          </a:xfrm>
          <a:prstGeom prst="roundRect">
            <a:avLst/>
          </a:prstGeom>
          <a:solidFill>
            <a:srgbClr val="F0F0F0"/>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614"/>
          </a:p>
        </p:txBody>
      </p:sp>
      <p:sp>
        <p:nvSpPr>
          <p:cNvPr id="18" name="TextBox 17">
            <a:extLst>
              <a:ext uri="{FF2B5EF4-FFF2-40B4-BE49-F238E27FC236}">
                <a16:creationId xmlns:a16="http://schemas.microsoft.com/office/drawing/2014/main" id="{B8FAF1FE-082A-7C44-45D2-BEF2BE9D4F75}"/>
              </a:ext>
            </a:extLst>
          </p:cNvPr>
          <p:cNvSpPr txBox="1"/>
          <p:nvPr/>
        </p:nvSpPr>
        <p:spPr>
          <a:xfrm>
            <a:off x="336632" y="4089080"/>
            <a:ext cx="2528256" cy="392415"/>
          </a:xfrm>
          <a:prstGeom prst="rect">
            <a:avLst/>
          </a:prstGeom>
          <a:noFill/>
        </p:spPr>
        <p:txBody>
          <a:bodyPr wrap="none">
            <a:spAutoFit/>
          </a:bodyPr>
          <a:lstStyle/>
          <a:p>
            <a:pPr>
              <a:defRPr sz="1100" b="1">
                <a:solidFill>
                  <a:srgbClr val="003366"/>
                </a:solidFill>
              </a:defRPr>
            </a:pPr>
            <a:r>
              <a:rPr sz="1050"/>
              <a:t>generate-ai-rules</a:t>
            </a:r>
          </a:p>
          <a:p>
            <a:pPr>
              <a:defRPr sz="900">
                <a:solidFill>
                  <a:srgbClr val="646464"/>
                </a:solidFill>
              </a:defRPr>
            </a:pPr>
            <a:r>
              <a:rPr sz="900"/>
              <a:t>Create development guidelines and best practices</a:t>
            </a:r>
          </a:p>
        </p:txBody>
      </p:sp>
      <p:sp>
        <p:nvSpPr>
          <p:cNvPr id="19" name="Rounded Rectangle 18">
            <a:extLst>
              <a:ext uri="{FF2B5EF4-FFF2-40B4-BE49-F238E27FC236}">
                <a16:creationId xmlns:a16="http://schemas.microsoft.com/office/drawing/2014/main" id="{1D5C48D8-22B8-9E17-27A5-2FCFF1421D66}"/>
              </a:ext>
            </a:extLst>
          </p:cNvPr>
          <p:cNvSpPr/>
          <p:nvPr/>
        </p:nvSpPr>
        <p:spPr>
          <a:xfrm>
            <a:off x="2875010" y="3539180"/>
            <a:ext cx="2606201" cy="445770"/>
          </a:xfrm>
          <a:prstGeom prst="roundRect">
            <a:avLst/>
          </a:prstGeom>
          <a:solidFill>
            <a:srgbClr val="F0F0F0"/>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614"/>
          </a:p>
        </p:txBody>
      </p:sp>
      <p:sp>
        <p:nvSpPr>
          <p:cNvPr id="20" name="TextBox 19">
            <a:extLst>
              <a:ext uri="{FF2B5EF4-FFF2-40B4-BE49-F238E27FC236}">
                <a16:creationId xmlns:a16="http://schemas.microsoft.com/office/drawing/2014/main" id="{C48E7521-86D3-1122-D053-43CF33008D46}"/>
              </a:ext>
            </a:extLst>
          </p:cNvPr>
          <p:cNvSpPr txBox="1"/>
          <p:nvPr/>
        </p:nvSpPr>
        <p:spPr>
          <a:xfrm>
            <a:off x="3012170" y="3574672"/>
            <a:ext cx="2419252" cy="392415"/>
          </a:xfrm>
          <a:prstGeom prst="rect">
            <a:avLst/>
          </a:prstGeom>
          <a:noFill/>
        </p:spPr>
        <p:txBody>
          <a:bodyPr wrap="none">
            <a:spAutoFit/>
          </a:bodyPr>
          <a:lstStyle/>
          <a:p>
            <a:pPr>
              <a:defRPr sz="1100" b="1">
                <a:solidFill>
                  <a:srgbClr val="003366"/>
                </a:solidFill>
              </a:defRPr>
            </a:pPr>
            <a:r>
              <a:rPr sz="1050"/>
              <a:t>generate-implementation-plan</a:t>
            </a:r>
          </a:p>
          <a:p>
            <a:pPr>
              <a:defRPr sz="900">
                <a:solidFill>
                  <a:srgbClr val="646464"/>
                </a:solidFill>
              </a:defRPr>
            </a:pPr>
            <a:r>
              <a:rPr sz="900"/>
              <a:t>Plan component architecture and requirements</a:t>
            </a:r>
          </a:p>
        </p:txBody>
      </p:sp>
      <p:sp>
        <p:nvSpPr>
          <p:cNvPr id="21" name="Rounded Rectangle 20">
            <a:extLst>
              <a:ext uri="{FF2B5EF4-FFF2-40B4-BE49-F238E27FC236}">
                <a16:creationId xmlns:a16="http://schemas.microsoft.com/office/drawing/2014/main" id="{E73D35D3-B35A-6607-D02B-F54765C91EA2}"/>
              </a:ext>
            </a:extLst>
          </p:cNvPr>
          <p:cNvSpPr/>
          <p:nvPr/>
        </p:nvSpPr>
        <p:spPr>
          <a:xfrm>
            <a:off x="2875009" y="4053530"/>
            <a:ext cx="2606201" cy="445770"/>
          </a:xfrm>
          <a:prstGeom prst="roundRect">
            <a:avLst/>
          </a:prstGeom>
          <a:solidFill>
            <a:srgbClr val="F0F0F0"/>
          </a:solidFill>
          <a:ln w="127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614"/>
          </a:p>
        </p:txBody>
      </p:sp>
      <p:sp>
        <p:nvSpPr>
          <p:cNvPr id="22" name="TextBox 21">
            <a:extLst>
              <a:ext uri="{FF2B5EF4-FFF2-40B4-BE49-F238E27FC236}">
                <a16:creationId xmlns:a16="http://schemas.microsoft.com/office/drawing/2014/main" id="{7583E7A7-D903-9064-60DF-6DA7D237432C}"/>
              </a:ext>
            </a:extLst>
          </p:cNvPr>
          <p:cNvSpPr txBox="1"/>
          <p:nvPr/>
        </p:nvSpPr>
        <p:spPr>
          <a:xfrm>
            <a:off x="3012170" y="4091749"/>
            <a:ext cx="2297424" cy="392415"/>
          </a:xfrm>
          <a:prstGeom prst="rect">
            <a:avLst/>
          </a:prstGeom>
          <a:noFill/>
        </p:spPr>
        <p:txBody>
          <a:bodyPr wrap="none">
            <a:spAutoFit/>
          </a:bodyPr>
          <a:lstStyle/>
          <a:p>
            <a:pPr>
              <a:defRPr sz="1100" b="1">
                <a:solidFill>
                  <a:srgbClr val="003366"/>
                </a:solidFill>
              </a:defRPr>
            </a:pPr>
            <a:r>
              <a:rPr sz="1050"/>
              <a:t>execute-implementation-plan</a:t>
            </a:r>
          </a:p>
          <a:p>
            <a:pPr>
              <a:defRPr sz="900">
                <a:solidFill>
                  <a:srgbClr val="646464"/>
                </a:solidFill>
              </a:defRPr>
            </a:pPr>
            <a:r>
              <a:rPr sz="900"/>
              <a:t>Implement tasks following defined standards</a:t>
            </a:r>
          </a:p>
        </p:txBody>
      </p:sp>
      <p:sp>
        <p:nvSpPr>
          <p:cNvPr id="23" name="TextBox 22">
            <a:extLst>
              <a:ext uri="{FF2B5EF4-FFF2-40B4-BE49-F238E27FC236}">
                <a16:creationId xmlns:a16="http://schemas.microsoft.com/office/drawing/2014/main" id="{B997E0DF-AD2B-A4A0-334B-8883D0665179}"/>
              </a:ext>
            </a:extLst>
          </p:cNvPr>
          <p:cNvSpPr txBox="1"/>
          <p:nvPr/>
        </p:nvSpPr>
        <p:spPr>
          <a:xfrm>
            <a:off x="5761629" y="3056421"/>
            <a:ext cx="2375137" cy="323165"/>
          </a:xfrm>
          <a:prstGeom prst="rect">
            <a:avLst/>
          </a:prstGeom>
          <a:noFill/>
        </p:spPr>
        <p:txBody>
          <a:bodyPr wrap="none">
            <a:spAutoFit/>
          </a:bodyPr>
          <a:lstStyle/>
          <a:p>
            <a:pPr>
              <a:defRPr sz="2000" b="1">
                <a:solidFill>
                  <a:srgbClr val="003366"/>
                </a:solidFill>
              </a:defRPr>
            </a:pPr>
            <a:r>
              <a:rPr sz="1500"/>
              <a:t>Tools &amp; Generated Artifacts</a:t>
            </a:r>
          </a:p>
        </p:txBody>
      </p:sp>
      <p:sp>
        <p:nvSpPr>
          <p:cNvPr id="29" name="TextBox 28">
            <a:extLst>
              <a:ext uri="{FF2B5EF4-FFF2-40B4-BE49-F238E27FC236}">
                <a16:creationId xmlns:a16="http://schemas.microsoft.com/office/drawing/2014/main" id="{B95A58CA-0878-B5F7-A76B-670BCCD57C95}"/>
              </a:ext>
            </a:extLst>
          </p:cNvPr>
          <p:cNvSpPr txBox="1"/>
          <p:nvPr/>
        </p:nvSpPr>
        <p:spPr>
          <a:xfrm>
            <a:off x="5783611" y="3400381"/>
            <a:ext cx="1245854" cy="392415"/>
          </a:xfrm>
          <a:prstGeom prst="rect">
            <a:avLst/>
          </a:prstGeom>
          <a:noFill/>
        </p:spPr>
        <p:txBody>
          <a:bodyPr wrap="none">
            <a:spAutoFit/>
          </a:bodyPr>
          <a:lstStyle/>
          <a:p>
            <a:pPr>
              <a:defRPr sz="1100" b="1">
                <a:solidFill>
                  <a:srgbClr val="003366"/>
                </a:solidFill>
              </a:defRPr>
            </a:pPr>
            <a:r>
              <a:rPr sz="1050"/>
              <a:t>[AI] GitHub Copilot</a:t>
            </a:r>
          </a:p>
          <a:p>
            <a:pPr>
              <a:defRPr sz="900">
                <a:solidFill>
                  <a:srgbClr val="646464"/>
                </a:solidFill>
              </a:defRPr>
            </a:pPr>
            <a:r>
              <a:rPr sz="900"/>
              <a:t>AI pair programmer</a:t>
            </a:r>
          </a:p>
        </p:txBody>
      </p:sp>
      <p:sp>
        <p:nvSpPr>
          <p:cNvPr id="31" name="TextBox 30">
            <a:extLst>
              <a:ext uri="{FF2B5EF4-FFF2-40B4-BE49-F238E27FC236}">
                <a16:creationId xmlns:a16="http://schemas.microsoft.com/office/drawing/2014/main" id="{2536D81F-273D-D735-0AEE-9E2473895E0A}"/>
              </a:ext>
            </a:extLst>
          </p:cNvPr>
          <p:cNvSpPr txBox="1"/>
          <p:nvPr/>
        </p:nvSpPr>
        <p:spPr>
          <a:xfrm>
            <a:off x="5783612" y="3747505"/>
            <a:ext cx="1640193" cy="392415"/>
          </a:xfrm>
          <a:prstGeom prst="rect">
            <a:avLst/>
          </a:prstGeom>
          <a:noFill/>
        </p:spPr>
        <p:txBody>
          <a:bodyPr wrap="none">
            <a:spAutoFit/>
          </a:bodyPr>
          <a:lstStyle/>
          <a:p>
            <a:pPr>
              <a:defRPr sz="1100" b="1">
                <a:solidFill>
                  <a:srgbClr val="003366"/>
                </a:solidFill>
              </a:defRPr>
            </a:pPr>
            <a:r>
              <a:rPr sz="1050"/>
              <a:t>[IP] Implementation Plans</a:t>
            </a:r>
          </a:p>
          <a:p>
            <a:pPr>
              <a:defRPr sz="900">
                <a:solidFill>
                  <a:srgbClr val="646464"/>
                </a:solidFill>
              </a:defRPr>
            </a:pPr>
            <a:r>
              <a:rPr sz="900"/>
              <a:t>Architecture &amp; tasks</a:t>
            </a:r>
          </a:p>
        </p:txBody>
      </p:sp>
      <p:sp>
        <p:nvSpPr>
          <p:cNvPr id="32" name="TextBox 31">
            <a:extLst>
              <a:ext uri="{FF2B5EF4-FFF2-40B4-BE49-F238E27FC236}">
                <a16:creationId xmlns:a16="http://schemas.microsoft.com/office/drawing/2014/main" id="{8DE03DBF-A250-3B9C-12F6-BB3C8793C52F}"/>
              </a:ext>
            </a:extLst>
          </p:cNvPr>
          <p:cNvSpPr txBox="1"/>
          <p:nvPr/>
        </p:nvSpPr>
        <p:spPr>
          <a:xfrm>
            <a:off x="7447116" y="3400380"/>
            <a:ext cx="1327608" cy="392415"/>
          </a:xfrm>
          <a:prstGeom prst="rect">
            <a:avLst/>
          </a:prstGeom>
          <a:noFill/>
        </p:spPr>
        <p:txBody>
          <a:bodyPr wrap="none">
            <a:spAutoFit/>
          </a:bodyPr>
          <a:lstStyle/>
          <a:p>
            <a:pPr>
              <a:defRPr sz="1100" b="1">
                <a:solidFill>
                  <a:srgbClr val="003366"/>
                </a:solidFill>
              </a:defRPr>
            </a:pPr>
            <a:r>
              <a:rPr sz="1050"/>
              <a:t>[AR] AI Rules</a:t>
            </a:r>
          </a:p>
          <a:p>
            <a:pPr>
              <a:defRPr sz="900">
                <a:solidFill>
                  <a:srgbClr val="646464"/>
                </a:solidFill>
              </a:defRPr>
            </a:pPr>
            <a:r>
              <a:rPr sz="900"/>
              <a:t>Development guidelines</a:t>
            </a:r>
          </a:p>
        </p:txBody>
      </p:sp>
      <p:sp>
        <p:nvSpPr>
          <p:cNvPr id="33" name="TextBox 32">
            <a:extLst>
              <a:ext uri="{FF2B5EF4-FFF2-40B4-BE49-F238E27FC236}">
                <a16:creationId xmlns:a16="http://schemas.microsoft.com/office/drawing/2014/main" id="{32961656-5A51-0BF3-6B37-E7930924656E}"/>
              </a:ext>
            </a:extLst>
          </p:cNvPr>
          <p:cNvSpPr txBox="1"/>
          <p:nvPr/>
        </p:nvSpPr>
        <p:spPr>
          <a:xfrm>
            <a:off x="5783612" y="4192915"/>
            <a:ext cx="1364476" cy="392415"/>
          </a:xfrm>
          <a:prstGeom prst="rect">
            <a:avLst/>
          </a:prstGeom>
          <a:noFill/>
        </p:spPr>
        <p:txBody>
          <a:bodyPr wrap="none">
            <a:spAutoFit/>
          </a:bodyPr>
          <a:lstStyle/>
          <a:p>
            <a:pPr>
              <a:defRPr sz="1100" b="1">
                <a:solidFill>
                  <a:srgbClr val="003366"/>
                </a:solidFill>
              </a:defRPr>
            </a:pPr>
            <a:r>
              <a:rPr sz="1050"/>
              <a:t>[CG] Generated Code</a:t>
            </a:r>
          </a:p>
          <a:p>
            <a:pPr>
              <a:defRPr sz="900">
                <a:solidFill>
                  <a:srgbClr val="646464"/>
                </a:solidFill>
              </a:defRPr>
            </a:pPr>
            <a:r>
              <a:rPr sz="900"/>
              <a:t>Components &amp; utilities</a:t>
            </a:r>
          </a:p>
        </p:txBody>
      </p:sp>
      <p:sp>
        <p:nvSpPr>
          <p:cNvPr id="34" name="TextBox 33">
            <a:extLst>
              <a:ext uri="{FF2B5EF4-FFF2-40B4-BE49-F238E27FC236}">
                <a16:creationId xmlns:a16="http://schemas.microsoft.com/office/drawing/2014/main" id="{3402C68F-8A86-6E08-F612-AEEE1BD989E9}"/>
              </a:ext>
            </a:extLst>
          </p:cNvPr>
          <p:cNvSpPr txBox="1"/>
          <p:nvPr/>
        </p:nvSpPr>
        <p:spPr>
          <a:xfrm>
            <a:off x="7445911" y="3747505"/>
            <a:ext cx="1364476" cy="392415"/>
          </a:xfrm>
          <a:prstGeom prst="rect">
            <a:avLst/>
          </a:prstGeom>
          <a:noFill/>
        </p:spPr>
        <p:txBody>
          <a:bodyPr wrap="none">
            <a:spAutoFit/>
          </a:bodyPr>
          <a:lstStyle/>
          <a:p>
            <a:pPr>
              <a:defRPr sz="1100" b="1">
                <a:solidFill>
                  <a:srgbClr val="003366"/>
                </a:solidFill>
              </a:defRPr>
            </a:pPr>
            <a:r>
              <a:rPr sz="1050"/>
              <a:t>[US] User Stories</a:t>
            </a:r>
          </a:p>
          <a:p>
            <a:pPr>
              <a:defRPr sz="900">
                <a:solidFill>
                  <a:srgbClr val="646464"/>
                </a:solidFill>
              </a:defRPr>
            </a:pPr>
            <a:r>
              <a:rPr sz="900"/>
              <a:t>INVEST-compliant stories</a:t>
            </a:r>
          </a:p>
        </p:txBody>
      </p:sp>
    </p:spTree>
    <p:extLst>
      <p:ext uri="{BB962C8B-B14F-4D97-AF65-F5344CB8AC3E}">
        <p14:creationId xmlns:p14="http://schemas.microsoft.com/office/powerpoint/2010/main" val="3602658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4EAD-849E-3B99-CE48-315CE424AFEE}"/>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96868929-D70B-5638-38F7-D3B4AB2BFC1B}"/>
              </a:ext>
            </a:extLst>
          </p:cNvPr>
          <p:cNvSpPr/>
          <p:nvPr/>
        </p:nvSpPr>
        <p:spPr>
          <a:xfrm>
            <a:off x="7762875" y="2021590"/>
            <a:ext cx="1028700" cy="99783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a:extLst>
              <a:ext uri="{FF2B5EF4-FFF2-40B4-BE49-F238E27FC236}">
                <a16:creationId xmlns:a16="http://schemas.microsoft.com/office/drawing/2014/main" id="{4DA03405-8DE5-5421-53B8-13E619E3B506}"/>
              </a:ext>
            </a:extLst>
          </p:cNvPr>
          <p:cNvSpPr>
            <a:spLocks noGrp="1"/>
          </p:cNvSpPr>
          <p:nvPr>
            <p:ph type="title"/>
          </p:nvPr>
        </p:nvSpPr>
        <p:spPr/>
        <p:txBody>
          <a:bodyPr/>
          <a:lstStyle/>
          <a:p>
            <a:r>
              <a:rPr lang="en-US" dirty="0"/>
              <a:t>Functional Architecture</a:t>
            </a:r>
          </a:p>
        </p:txBody>
      </p:sp>
      <p:sp>
        <p:nvSpPr>
          <p:cNvPr id="3" name="Footer Placeholder 2">
            <a:extLst>
              <a:ext uri="{FF2B5EF4-FFF2-40B4-BE49-F238E27FC236}">
                <a16:creationId xmlns:a16="http://schemas.microsoft.com/office/drawing/2014/main" id="{8DAA4163-0A92-CE1C-66AE-8A009A461669}"/>
              </a:ext>
            </a:extLst>
          </p:cNvPr>
          <p:cNvSpPr>
            <a:spLocks noGrp="1"/>
          </p:cNvSpPr>
          <p:nvPr>
            <p:ph type="ftr" sz="quarter" idx="11"/>
          </p:nvPr>
        </p:nvSpPr>
        <p:spPr/>
        <p:txBody>
          <a:bodyPr/>
          <a:lstStyle/>
          <a:p>
            <a:r>
              <a:rPr lang="en-US" dirty="0"/>
              <a:t>TCS-confidential</a:t>
            </a:r>
            <a:endParaRPr lang="en-IN" dirty="0"/>
          </a:p>
        </p:txBody>
      </p:sp>
      <p:sp>
        <p:nvSpPr>
          <p:cNvPr id="4" name="Slide Number Placeholder 3">
            <a:extLst>
              <a:ext uri="{FF2B5EF4-FFF2-40B4-BE49-F238E27FC236}">
                <a16:creationId xmlns:a16="http://schemas.microsoft.com/office/drawing/2014/main" id="{F571C26A-8D0A-BEF5-5253-E1FBAB1104CA}"/>
              </a:ext>
            </a:extLst>
          </p:cNvPr>
          <p:cNvSpPr>
            <a:spLocks noGrp="1"/>
          </p:cNvSpPr>
          <p:nvPr>
            <p:ph type="sldNum" sz="quarter" idx="12"/>
          </p:nvPr>
        </p:nvSpPr>
        <p:spPr/>
        <p:txBody>
          <a:bodyPr/>
          <a:lstStyle/>
          <a:p>
            <a:fld id="{662A0901-ACEF-4BE9-9C8C-C119B421173E}" type="slidenum">
              <a:rPr lang="en-IN" smtClean="0"/>
              <a:t>6</a:t>
            </a:fld>
            <a:endParaRPr lang="en-IN"/>
          </a:p>
        </p:txBody>
      </p:sp>
      <p:sp>
        <p:nvSpPr>
          <p:cNvPr id="6" name="Rectangle 5">
            <a:extLst>
              <a:ext uri="{FF2B5EF4-FFF2-40B4-BE49-F238E27FC236}">
                <a16:creationId xmlns:a16="http://schemas.microsoft.com/office/drawing/2014/main" id="{EB609D3D-51E1-05D4-2072-EFF6AD6C27BE}"/>
              </a:ext>
            </a:extLst>
          </p:cNvPr>
          <p:cNvSpPr/>
          <p:nvPr/>
        </p:nvSpPr>
        <p:spPr>
          <a:xfrm>
            <a:off x="1804536" y="1057275"/>
            <a:ext cx="5534928" cy="2941167"/>
          </a:xfrm>
          <a:prstGeom prst="rect">
            <a:avLst/>
          </a:prstGeom>
          <a:solidFill>
            <a:schemeClr val="bg1"/>
          </a:solidFill>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t"/>
          <a:lstStyle/>
          <a:p>
            <a:pPr algn="ctr"/>
            <a:r>
              <a:rPr lang="en-US" sz="1800" b="1" dirty="0">
                <a:solidFill>
                  <a:schemeClr val="tx1"/>
                </a:solidFill>
              </a:rPr>
              <a:t>Business Analysis Requirements Clarification Agent</a:t>
            </a:r>
            <a:endParaRPr lang="en-SG" sz="1800" b="1" dirty="0">
              <a:solidFill>
                <a:schemeClr val="tx1"/>
              </a:solidFill>
            </a:endParaRPr>
          </a:p>
        </p:txBody>
      </p:sp>
      <p:sp>
        <p:nvSpPr>
          <p:cNvPr id="7" name="Rectangle 6">
            <a:extLst>
              <a:ext uri="{FF2B5EF4-FFF2-40B4-BE49-F238E27FC236}">
                <a16:creationId xmlns:a16="http://schemas.microsoft.com/office/drawing/2014/main" id="{6855391B-1D98-82C1-FDA6-951319995644}"/>
              </a:ext>
            </a:extLst>
          </p:cNvPr>
          <p:cNvSpPr/>
          <p:nvPr/>
        </p:nvSpPr>
        <p:spPr>
          <a:xfrm>
            <a:off x="3371049" y="165416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Requirements document Upload </a:t>
            </a:r>
            <a:endParaRPr lang="en-SG" sz="1100" b="1" dirty="0">
              <a:solidFill>
                <a:schemeClr val="bg1"/>
              </a:solidFill>
            </a:endParaRPr>
          </a:p>
        </p:txBody>
      </p:sp>
      <p:sp>
        <p:nvSpPr>
          <p:cNvPr id="8" name="Rectangle 7">
            <a:extLst>
              <a:ext uri="{FF2B5EF4-FFF2-40B4-BE49-F238E27FC236}">
                <a16:creationId xmlns:a16="http://schemas.microsoft.com/office/drawing/2014/main" id="{94704CEF-9D31-6E23-4662-AB93BED082CE}"/>
              </a:ext>
            </a:extLst>
          </p:cNvPr>
          <p:cNvSpPr/>
          <p:nvPr/>
        </p:nvSpPr>
        <p:spPr>
          <a:xfrm>
            <a:off x="3385300" y="283350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Admin functions</a:t>
            </a:r>
            <a:endParaRPr lang="en-SG" sz="1100" b="1" dirty="0">
              <a:solidFill>
                <a:schemeClr val="bg1"/>
              </a:solidFill>
            </a:endParaRPr>
          </a:p>
        </p:txBody>
      </p:sp>
      <p:sp>
        <p:nvSpPr>
          <p:cNvPr id="9" name="Rectangle 8">
            <a:extLst>
              <a:ext uri="{FF2B5EF4-FFF2-40B4-BE49-F238E27FC236}">
                <a16:creationId xmlns:a16="http://schemas.microsoft.com/office/drawing/2014/main" id="{29F757DD-9B1F-59A2-05B2-D1FF51F3FFFF}"/>
              </a:ext>
            </a:extLst>
          </p:cNvPr>
          <p:cNvSpPr/>
          <p:nvPr/>
        </p:nvSpPr>
        <p:spPr>
          <a:xfrm>
            <a:off x="4704641" y="165416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Stakeholders’ communication log upload</a:t>
            </a:r>
            <a:endParaRPr lang="en-SG" sz="1100" b="1" dirty="0">
              <a:solidFill>
                <a:schemeClr val="bg1"/>
              </a:solidFill>
            </a:endParaRPr>
          </a:p>
        </p:txBody>
      </p:sp>
      <p:sp>
        <p:nvSpPr>
          <p:cNvPr id="10" name="Rectangle 9">
            <a:extLst>
              <a:ext uri="{FF2B5EF4-FFF2-40B4-BE49-F238E27FC236}">
                <a16:creationId xmlns:a16="http://schemas.microsoft.com/office/drawing/2014/main" id="{4229ACE7-ED88-9609-BED5-9A13DCB99529}"/>
              </a:ext>
            </a:extLst>
          </p:cNvPr>
          <p:cNvSpPr/>
          <p:nvPr/>
        </p:nvSpPr>
        <p:spPr>
          <a:xfrm>
            <a:off x="6038233" y="165416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Requirements summary</a:t>
            </a:r>
            <a:endParaRPr lang="en-SG" sz="1100" b="1" dirty="0">
              <a:solidFill>
                <a:schemeClr val="bg1"/>
              </a:solidFill>
            </a:endParaRPr>
          </a:p>
        </p:txBody>
      </p:sp>
      <p:sp>
        <p:nvSpPr>
          <p:cNvPr id="11" name="Rectangle 10">
            <a:extLst>
              <a:ext uri="{FF2B5EF4-FFF2-40B4-BE49-F238E27FC236}">
                <a16:creationId xmlns:a16="http://schemas.microsoft.com/office/drawing/2014/main" id="{3D35DC77-3EC4-CA49-B008-F3E0E25F26E1}"/>
              </a:ext>
            </a:extLst>
          </p:cNvPr>
          <p:cNvSpPr/>
          <p:nvPr/>
        </p:nvSpPr>
        <p:spPr>
          <a:xfrm>
            <a:off x="4711767" y="283350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Chat history and session management</a:t>
            </a:r>
            <a:endParaRPr lang="en-SG" sz="1100" b="1" dirty="0">
              <a:solidFill>
                <a:schemeClr val="bg1"/>
              </a:solidFill>
            </a:endParaRPr>
          </a:p>
        </p:txBody>
      </p:sp>
      <p:sp>
        <p:nvSpPr>
          <p:cNvPr id="12" name="Rectangle 11">
            <a:extLst>
              <a:ext uri="{FF2B5EF4-FFF2-40B4-BE49-F238E27FC236}">
                <a16:creationId xmlns:a16="http://schemas.microsoft.com/office/drawing/2014/main" id="{0104FB51-BDED-F89C-5111-EF83E590732E}"/>
              </a:ext>
            </a:extLst>
          </p:cNvPr>
          <p:cNvSpPr/>
          <p:nvPr/>
        </p:nvSpPr>
        <p:spPr>
          <a:xfrm>
            <a:off x="6038233" y="283350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Domain specific template</a:t>
            </a:r>
            <a:endParaRPr lang="en-SG" sz="1100" b="1" dirty="0">
              <a:solidFill>
                <a:schemeClr val="bg1"/>
              </a:solidFill>
            </a:endParaRPr>
          </a:p>
        </p:txBody>
      </p:sp>
      <p:cxnSp>
        <p:nvCxnSpPr>
          <p:cNvPr id="15" name="Straight Arrow Connector 14">
            <a:extLst>
              <a:ext uri="{FF2B5EF4-FFF2-40B4-BE49-F238E27FC236}">
                <a16:creationId xmlns:a16="http://schemas.microsoft.com/office/drawing/2014/main" id="{FFC2DF0C-7C7B-9291-D48D-A9CB9B917CF1}"/>
              </a:ext>
            </a:extLst>
          </p:cNvPr>
          <p:cNvCxnSpPr>
            <a:cxnSpLocks/>
            <a:stCxn id="7" idx="2"/>
            <a:endCxn id="8" idx="0"/>
          </p:cNvCxnSpPr>
          <p:nvPr/>
        </p:nvCxnSpPr>
        <p:spPr>
          <a:xfrm>
            <a:off x="3929049" y="2446165"/>
            <a:ext cx="14251" cy="387340"/>
          </a:xfrm>
          <a:prstGeom prst="straightConnector1">
            <a:avLst/>
          </a:prstGeom>
          <a:ln>
            <a:no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0C15783-FB7B-0D8D-1A1B-BC2608B0A9C4}"/>
              </a:ext>
            </a:extLst>
          </p:cNvPr>
          <p:cNvCxnSpPr>
            <a:cxnSpLocks/>
            <a:stCxn id="9" idx="2"/>
            <a:endCxn id="11" idx="0"/>
          </p:cNvCxnSpPr>
          <p:nvPr/>
        </p:nvCxnSpPr>
        <p:spPr>
          <a:xfrm>
            <a:off x="5262641" y="2446165"/>
            <a:ext cx="7126" cy="387340"/>
          </a:xfrm>
          <a:prstGeom prst="straightConnector1">
            <a:avLst/>
          </a:prstGeom>
          <a:ln>
            <a:no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6DE2C49-AD6F-BCCC-0A6E-16BC7FD73B0E}"/>
              </a:ext>
            </a:extLst>
          </p:cNvPr>
          <p:cNvCxnSpPr>
            <a:cxnSpLocks/>
            <a:stCxn id="10" idx="2"/>
            <a:endCxn id="12" idx="0"/>
          </p:cNvCxnSpPr>
          <p:nvPr/>
        </p:nvCxnSpPr>
        <p:spPr>
          <a:xfrm>
            <a:off x="6596233" y="2446165"/>
            <a:ext cx="0" cy="387340"/>
          </a:xfrm>
          <a:prstGeom prst="straightConnector1">
            <a:avLst/>
          </a:prstGeom>
          <a:ln>
            <a:noFill/>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EDFE0269-6EBE-F05C-4DD1-8B14811CA461}"/>
              </a:ext>
            </a:extLst>
          </p:cNvPr>
          <p:cNvSpPr/>
          <p:nvPr/>
        </p:nvSpPr>
        <p:spPr>
          <a:xfrm>
            <a:off x="2070917" y="165416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Interactive Chatbot</a:t>
            </a:r>
            <a:endParaRPr lang="en-SG" sz="1100" b="1" dirty="0">
              <a:solidFill>
                <a:schemeClr val="bg1"/>
              </a:solidFill>
            </a:endParaRPr>
          </a:p>
        </p:txBody>
      </p:sp>
      <p:sp>
        <p:nvSpPr>
          <p:cNvPr id="26" name="Rectangle 25">
            <a:extLst>
              <a:ext uri="{FF2B5EF4-FFF2-40B4-BE49-F238E27FC236}">
                <a16:creationId xmlns:a16="http://schemas.microsoft.com/office/drawing/2014/main" id="{8A459C98-A52F-F4DA-C450-7E325749E554}"/>
              </a:ext>
            </a:extLst>
          </p:cNvPr>
          <p:cNvSpPr/>
          <p:nvPr/>
        </p:nvSpPr>
        <p:spPr>
          <a:xfrm>
            <a:off x="2070917" y="2833505"/>
            <a:ext cx="1116000" cy="792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dirty="0">
                <a:solidFill>
                  <a:schemeClr val="bg1"/>
                </a:solidFill>
              </a:rPr>
              <a:t>Export structured BRD</a:t>
            </a:r>
            <a:endParaRPr lang="en-SG" sz="1100" b="1" dirty="0">
              <a:solidFill>
                <a:schemeClr val="bg1"/>
              </a:solidFill>
            </a:endParaRPr>
          </a:p>
        </p:txBody>
      </p:sp>
      <p:pic>
        <p:nvPicPr>
          <p:cNvPr id="19" name="Picture 4" descr="Admin - Free people icons">
            <a:extLst>
              <a:ext uri="{FF2B5EF4-FFF2-40B4-BE49-F238E27FC236}">
                <a16:creationId xmlns:a16="http://schemas.microsoft.com/office/drawing/2014/main" id="{B07C6594-610E-83B8-0D3A-01A1A2448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424" y="2203416"/>
            <a:ext cx="662995" cy="66299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516C5A3-25E9-AC55-B376-36DFCC1D524E}"/>
              </a:ext>
            </a:extLst>
          </p:cNvPr>
          <p:cNvSpPr txBox="1"/>
          <p:nvPr/>
        </p:nvSpPr>
        <p:spPr>
          <a:xfrm>
            <a:off x="506424" y="2967552"/>
            <a:ext cx="712545" cy="369332"/>
          </a:xfrm>
          <a:prstGeom prst="rect">
            <a:avLst/>
          </a:prstGeom>
          <a:noFill/>
        </p:spPr>
        <p:txBody>
          <a:bodyPr wrap="square" rtlCol="0">
            <a:spAutoFit/>
          </a:bodyPr>
          <a:lstStyle/>
          <a:p>
            <a:pPr algn="ctr"/>
            <a:r>
              <a:rPr lang="en-GB" sz="900" dirty="0"/>
              <a:t>Business Analysts</a:t>
            </a:r>
          </a:p>
        </p:txBody>
      </p:sp>
      <p:sp>
        <p:nvSpPr>
          <p:cNvPr id="21" name="Cylinder 20">
            <a:extLst>
              <a:ext uri="{FF2B5EF4-FFF2-40B4-BE49-F238E27FC236}">
                <a16:creationId xmlns:a16="http://schemas.microsoft.com/office/drawing/2014/main" id="{A8E5AC86-8CB2-6436-3704-2311C63EC6EF}"/>
              </a:ext>
            </a:extLst>
          </p:cNvPr>
          <p:cNvSpPr/>
          <p:nvPr/>
        </p:nvSpPr>
        <p:spPr>
          <a:xfrm>
            <a:off x="4377892" y="4331941"/>
            <a:ext cx="391025" cy="473430"/>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TextBox 21">
            <a:extLst>
              <a:ext uri="{FF2B5EF4-FFF2-40B4-BE49-F238E27FC236}">
                <a16:creationId xmlns:a16="http://schemas.microsoft.com/office/drawing/2014/main" id="{9312708B-0BEC-3F95-AF64-81CD5578EBE3}"/>
              </a:ext>
            </a:extLst>
          </p:cNvPr>
          <p:cNvSpPr txBox="1"/>
          <p:nvPr/>
        </p:nvSpPr>
        <p:spPr>
          <a:xfrm>
            <a:off x="3572776" y="4304346"/>
            <a:ext cx="712545" cy="369332"/>
          </a:xfrm>
          <a:prstGeom prst="rect">
            <a:avLst/>
          </a:prstGeom>
          <a:noFill/>
        </p:spPr>
        <p:txBody>
          <a:bodyPr wrap="square" rtlCol="0">
            <a:spAutoFit/>
          </a:bodyPr>
          <a:lstStyle/>
          <a:p>
            <a:pPr algn="ctr"/>
            <a:r>
              <a:rPr lang="en-GB" sz="900" dirty="0" err="1"/>
              <a:t>Sqlite</a:t>
            </a:r>
            <a:r>
              <a:rPr lang="en-GB" sz="900" dirty="0"/>
              <a:t> Database</a:t>
            </a:r>
          </a:p>
        </p:txBody>
      </p:sp>
      <p:cxnSp>
        <p:nvCxnSpPr>
          <p:cNvPr id="24" name="Straight Arrow Connector 23">
            <a:extLst>
              <a:ext uri="{FF2B5EF4-FFF2-40B4-BE49-F238E27FC236}">
                <a16:creationId xmlns:a16="http://schemas.microsoft.com/office/drawing/2014/main" id="{C388A23B-AE93-69D7-91EB-3FC194730243}"/>
              </a:ext>
            </a:extLst>
          </p:cNvPr>
          <p:cNvCxnSpPr>
            <a:cxnSpLocks/>
            <a:stCxn id="19" idx="3"/>
            <a:endCxn id="6" idx="1"/>
          </p:cNvCxnSpPr>
          <p:nvPr/>
        </p:nvCxnSpPr>
        <p:spPr>
          <a:xfrm flipV="1">
            <a:off x="1169419" y="2527859"/>
            <a:ext cx="635117" cy="705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2E35B0D-5438-9FF9-3BB9-0E95DCE5CCC6}"/>
              </a:ext>
            </a:extLst>
          </p:cNvPr>
          <p:cNvCxnSpPr>
            <a:cxnSpLocks/>
            <a:stCxn id="21" idx="1"/>
            <a:endCxn id="6" idx="2"/>
          </p:cNvCxnSpPr>
          <p:nvPr/>
        </p:nvCxnSpPr>
        <p:spPr>
          <a:xfrm flipH="1" flipV="1">
            <a:off x="4572000" y="3998442"/>
            <a:ext cx="1405" cy="3334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70078F8F-FE96-CB8F-4B49-2B63750DF9A8}"/>
              </a:ext>
            </a:extLst>
          </p:cNvPr>
          <p:cNvGrpSpPr/>
          <p:nvPr/>
        </p:nvGrpSpPr>
        <p:grpSpPr>
          <a:xfrm>
            <a:off x="8046022" y="2315469"/>
            <a:ext cx="393300" cy="438888"/>
            <a:chOff x="6342045" y="905153"/>
            <a:chExt cx="393300" cy="438888"/>
          </a:xfrm>
        </p:grpSpPr>
        <p:grpSp>
          <p:nvGrpSpPr>
            <p:cNvPr id="33" name="Graphic 4">
              <a:extLst>
                <a:ext uri="{FF2B5EF4-FFF2-40B4-BE49-F238E27FC236}">
                  <a16:creationId xmlns:a16="http://schemas.microsoft.com/office/drawing/2014/main" id="{2721CBFD-07C6-14BC-A83E-60EAE3E131F7}"/>
                </a:ext>
              </a:extLst>
            </p:cNvPr>
            <p:cNvGrpSpPr/>
            <p:nvPr/>
          </p:nvGrpSpPr>
          <p:grpSpPr>
            <a:xfrm>
              <a:off x="6342045" y="905153"/>
              <a:ext cx="393300" cy="438888"/>
              <a:chOff x="6342045" y="905153"/>
              <a:chExt cx="393300" cy="438888"/>
            </a:xfrm>
            <a:noFill/>
          </p:grpSpPr>
          <p:sp>
            <p:nvSpPr>
              <p:cNvPr id="55" name="Freeform: Shape 54">
                <a:extLst>
                  <a:ext uri="{FF2B5EF4-FFF2-40B4-BE49-F238E27FC236}">
                    <a16:creationId xmlns:a16="http://schemas.microsoft.com/office/drawing/2014/main" id="{4BD9D560-1CE7-BE4D-1A0B-2472718FBD03}"/>
                  </a:ext>
                </a:extLst>
              </p:cNvPr>
              <p:cNvSpPr/>
              <p:nvPr/>
            </p:nvSpPr>
            <p:spPr>
              <a:xfrm>
                <a:off x="6342045" y="905153"/>
                <a:ext cx="393300" cy="438888"/>
              </a:xfrm>
              <a:custGeom>
                <a:avLst/>
                <a:gdLst>
                  <a:gd name="connsiteX0" fmla="*/ 249972 w 393300"/>
                  <a:gd name="connsiteY0" fmla="*/ 438888 h 438888"/>
                  <a:gd name="connsiteX1" fmla="*/ 58408 w 393300"/>
                  <a:gd name="connsiteY1" fmla="*/ 438888 h 438888"/>
                  <a:gd name="connsiteX2" fmla="*/ 58408 w 393300"/>
                  <a:gd name="connsiteY2" fmla="*/ 301722 h 438888"/>
                  <a:gd name="connsiteX3" fmla="*/ 0 w 393300"/>
                  <a:gd name="connsiteY3" fmla="*/ 173331 h 438888"/>
                  <a:gd name="connsiteX4" fmla="*/ 177719 w 393300"/>
                  <a:gd name="connsiteY4" fmla="*/ 0 h 438888"/>
                  <a:gd name="connsiteX5" fmla="*/ 355287 w 393300"/>
                  <a:gd name="connsiteY5" fmla="*/ 173331 h 438888"/>
                  <a:gd name="connsiteX6" fmla="*/ 354152 w 393300"/>
                  <a:gd name="connsiteY6" fmla="*/ 193002 h 438888"/>
                  <a:gd name="connsiteX7" fmla="*/ 355968 w 393300"/>
                  <a:gd name="connsiteY7" fmla="*/ 202308 h 438888"/>
                  <a:gd name="connsiteX8" fmla="*/ 391603 w 393300"/>
                  <a:gd name="connsiteY8" fmla="*/ 264801 h 438888"/>
                  <a:gd name="connsiteX9" fmla="*/ 383280 w 393300"/>
                  <a:gd name="connsiteY9" fmla="*/ 283337 h 438888"/>
                  <a:gd name="connsiteX10" fmla="*/ 346662 w 393300"/>
                  <a:gd name="connsiteY10" fmla="*/ 290903 h 438888"/>
                  <a:gd name="connsiteX11" fmla="*/ 346662 w 393300"/>
                  <a:gd name="connsiteY11" fmla="*/ 350218 h 438888"/>
                  <a:gd name="connsiteX12" fmla="*/ 327975 w 393300"/>
                  <a:gd name="connsiteY12" fmla="*/ 368754 h 438888"/>
                  <a:gd name="connsiteX13" fmla="*/ 249821 w 393300"/>
                  <a:gd name="connsiteY13" fmla="*/ 368754 h 43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300" h="438888">
                    <a:moveTo>
                      <a:pt x="249972" y="438888"/>
                    </a:moveTo>
                    <a:lnTo>
                      <a:pt x="58408" y="438888"/>
                    </a:lnTo>
                    <a:lnTo>
                      <a:pt x="58408" y="301722"/>
                    </a:lnTo>
                    <a:cubicBezTo>
                      <a:pt x="22546" y="270021"/>
                      <a:pt x="0" y="224173"/>
                      <a:pt x="0" y="173331"/>
                    </a:cubicBezTo>
                    <a:cubicBezTo>
                      <a:pt x="0" y="77549"/>
                      <a:pt x="79592" y="0"/>
                      <a:pt x="177719" y="0"/>
                    </a:cubicBezTo>
                    <a:cubicBezTo>
                      <a:pt x="275847" y="0"/>
                      <a:pt x="355287" y="77549"/>
                      <a:pt x="355287" y="173331"/>
                    </a:cubicBezTo>
                    <a:cubicBezTo>
                      <a:pt x="355287" y="179913"/>
                      <a:pt x="354909" y="186495"/>
                      <a:pt x="354152" y="193002"/>
                    </a:cubicBezTo>
                    <a:cubicBezTo>
                      <a:pt x="353774" y="196255"/>
                      <a:pt x="354379" y="199508"/>
                      <a:pt x="355968" y="202308"/>
                    </a:cubicBezTo>
                    <a:lnTo>
                      <a:pt x="391603" y="264801"/>
                    </a:lnTo>
                    <a:cubicBezTo>
                      <a:pt x="395915" y="272215"/>
                      <a:pt x="391603" y="281521"/>
                      <a:pt x="383280" y="283337"/>
                    </a:cubicBezTo>
                    <a:lnTo>
                      <a:pt x="346662" y="290903"/>
                    </a:lnTo>
                    <a:lnTo>
                      <a:pt x="346662" y="350218"/>
                    </a:lnTo>
                    <a:cubicBezTo>
                      <a:pt x="346662" y="360432"/>
                      <a:pt x="338340" y="368754"/>
                      <a:pt x="327975" y="368754"/>
                    </a:cubicBezTo>
                    <a:lnTo>
                      <a:pt x="249821" y="368754"/>
                    </a:lnTo>
                  </a:path>
                </a:pathLst>
              </a:custGeom>
              <a:noFill/>
              <a:ln w="15875" cap="rnd">
                <a:solidFill>
                  <a:srgbClr val="4E84C4"/>
                </a:solidFill>
                <a:prstDash val="solid"/>
                <a:round/>
              </a:ln>
            </p:spPr>
            <p:txBody>
              <a:bodyPr rtlCol="0" anchor="ctr"/>
              <a:lstStyle/>
              <a:p>
                <a:endParaRPr lang="en-US"/>
              </a:p>
            </p:txBody>
          </p:sp>
          <p:sp>
            <p:nvSpPr>
              <p:cNvPr id="56" name="Freeform: Shape 55">
                <a:extLst>
                  <a:ext uri="{FF2B5EF4-FFF2-40B4-BE49-F238E27FC236}">
                    <a16:creationId xmlns:a16="http://schemas.microsoft.com/office/drawing/2014/main" id="{2C272FDA-6DB1-E120-8BAF-960BEEA18EB0}"/>
                  </a:ext>
                </a:extLst>
              </p:cNvPr>
              <p:cNvSpPr/>
              <p:nvPr/>
            </p:nvSpPr>
            <p:spPr>
              <a:xfrm>
                <a:off x="6529524" y="1240693"/>
                <a:ext cx="62493" cy="33213"/>
              </a:xfrm>
              <a:custGeom>
                <a:avLst/>
                <a:gdLst>
                  <a:gd name="connsiteX0" fmla="*/ 0 w 62493"/>
                  <a:gd name="connsiteY0" fmla="*/ 0 h 33213"/>
                  <a:gd name="connsiteX1" fmla="*/ 12710 w 62493"/>
                  <a:gd name="connsiteY1" fmla="*/ 12635 h 33213"/>
                  <a:gd name="connsiteX2" fmla="*/ 62493 w 62493"/>
                  <a:gd name="connsiteY2" fmla="*/ 33214 h 33213"/>
                </a:gdLst>
                <a:ahLst/>
                <a:cxnLst>
                  <a:cxn ang="0">
                    <a:pos x="connsiteX0" y="connsiteY0"/>
                  </a:cxn>
                  <a:cxn ang="0">
                    <a:pos x="connsiteX1" y="connsiteY1"/>
                  </a:cxn>
                  <a:cxn ang="0">
                    <a:pos x="connsiteX2" y="connsiteY2"/>
                  </a:cxn>
                </a:cxnLst>
                <a:rect l="l" t="t" r="r" b="b"/>
                <a:pathLst>
                  <a:path w="62493" h="33213">
                    <a:moveTo>
                      <a:pt x="0" y="0"/>
                    </a:moveTo>
                    <a:lnTo>
                      <a:pt x="12710" y="12635"/>
                    </a:lnTo>
                    <a:cubicBezTo>
                      <a:pt x="25875" y="25799"/>
                      <a:pt x="43805" y="33214"/>
                      <a:pt x="62493" y="33214"/>
                    </a:cubicBezTo>
                  </a:path>
                </a:pathLst>
              </a:custGeom>
              <a:noFill/>
              <a:ln w="15875" cap="rnd">
                <a:solidFill>
                  <a:srgbClr val="4E84C4"/>
                </a:solidFill>
                <a:prstDash val="solid"/>
                <a:round/>
              </a:ln>
            </p:spPr>
            <p:txBody>
              <a:bodyPr rtlCol="0" anchor="ctr"/>
              <a:lstStyle/>
              <a:p>
                <a:endParaRPr lang="en-US"/>
              </a:p>
            </p:txBody>
          </p:sp>
        </p:grpSp>
        <p:sp>
          <p:nvSpPr>
            <p:cNvPr id="34" name="Freeform: Shape 33">
              <a:extLst>
                <a:ext uri="{FF2B5EF4-FFF2-40B4-BE49-F238E27FC236}">
                  <a16:creationId xmlns:a16="http://schemas.microsoft.com/office/drawing/2014/main" id="{0DDC4D5B-49D8-8E09-AA29-DCE5D587C104}"/>
                </a:ext>
              </a:extLst>
            </p:cNvPr>
            <p:cNvSpPr/>
            <p:nvPr/>
          </p:nvSpPr>
          <p:spPr>
            <a:xfrm>
              <a:off x="6583317" y="1273907"/>
              <a:ext cx="23983" cy="70134"/>
            </a:xfrm>
            <a:custGeom>
              <a:avLst/>
              <a:gdLst>
                <a:gd name="connsiteX0" fmla="*/ 23983 w 23983"/>
                <a:gd name="connsiteY0" fmla="*/ 0 h 70134"/>
                <a:gd name="connsiteX1" fmla="*/ 23983 w 23983"/>
                <a:gd name="connsiteY1" fmla="*/ 70134 h 70134"/>
                <a:gd name="connsiteX2" fmla="*/ 0 w 23983"/>
                <a:gd name="connsiteY2" fmla="*/ 70134 h 70134"/>
              </a:gdLst>
              <a:ahLst/>
              <a:cxnLst>
                <a:cxn ang="0">
                  <a:pos x="connsiteX0" y="connsiteY0"/>
                </a:cxn>
                <a:cxn ang="0">
                  <a:pos x="connsiteX1" y="connsiteY1"/>
                </a:cxn>
                <a:cxn ang="0">
                  <a:pos x="connsiteX2" y="connsiteY2"/>
                </a:cxn>
              </a:cxnLst>
              <a:rect l="l" t="t" r="r" b="b"/>
              <a:pathLst>
                <a:path w="23983" h="70134">
                  <a:moveTo>
                    <a:pt x="23983" y="0"/>
                  </a:moveTo>
                  <a:lnTo>
                    <a:pt x="23983" y="70134"/>
                  </a:lnTo>
                  <a:lnTo>
                    <a:pt x="0" y="70134"/>
                  </a:lnTo>
                </a:path>
              </a:pathLst>
            </a:custGeom>
            <a:noFill/>
            <a:ln w="15875" cap="rnd">
              <a:solidFill>
                <a:srgbClr val="4E84C4"/>
              </a:solidFill>
              <a:prstDash val="solid"/>
              <a:round/>
            </a:ln>
          </p:spPr>
          <p:txBody>
            <a:bodyPr rtlCol="0" anchor="ctr"/>
            <a:lstStyle/>
            <a:p>
              <a:endParaRPr lang="en-US"/>
            </a:p>
          </p:txBody>
        </p:sp>
        <p:sp>
          <p:nvSpPr>
            <p:cNvPr id="35" name="Freeform: Shape 34">
              <a:extLst>
                <a:ext uri="{FF2B5EF4-FFF2-40B4-BE49-F238E27FC236}">
                  <a16:creationId xmlns:a16="http://schemas.microsoft.com/office/drawing/2014/main" id="{5D9A09F3-D2A0-2706-9C01-DCE56DAA3A97}"/>
                </a:ext>
              </a:extLst>
            </p:cNvPr>
            <p:cNvSpPr/>
            <p:nvPr/>
          </p:nvSpPr>
          <p:spPr>
            <a:xfrm>
              <a:off x="6431851" y="983761"/>
              <a:ext cx="145262" cy="145262"/>
            </a:xfrm>
            <a:custGeom>
              <a:avLst/>
              <a:gdLst>
                <a:gd name="connsiteX0" fmla="*/ 0 w 145262"/>
                <a:gd name="connsiteY0" fmla="*/ 0 h 145262"/>
                <a:gd name="connsiteX1" fmla="*/ 145262 w 145262"/>
                <a:gd name="connsiteY1" fmla="*/ 0 h 145262"/>
                <a:gd name="connsiteX2" fmla="*/ 145262 w 145262"/>
                <a:gd name="connsiteY2" fmla="*/ 145262 h 145262"/>
                <a:gd name="connsiteX3" fmla="*/ 0 w 145262"/>
                <a:gd name="connsiteY3" fmla="*/ 145262 h 145262"/>
              </a:gdLst>
              <a:ahLst/>
              <a:cxnLst>
                <a:cxn ang="0">
                  <a:pos x="connsiteX0" y="connsiteY0"/>
                </a:cxn>
                <a:cxn ang="0">
                  <a:pos x="connsiteX1" y="connsiteY1"/>
                </a:cxn>
                <a:cxn ang="0">
                  <a:pos x="connsiteX2" y="connsiteY2"/>
                </a:cxn>
                <a:cxn ang="0">
                  <a:pos x="connsiteX3" y="connsiteY3"/>
                </a:cxn>
              </a:cxnLst>
              <a:rect l="l" t="t" r="r" b="b"/>
              <a:pathLst>
                <a:path w="145262" h="145262">
                  <a:moveTo>
                    <a:pt x="0" y="0"/>
                  </a:moveTo>
                  <a:lnTo>
                    <a:pt x="145262" y="0"/>
                  </a:lnTo>
                  <a:lnTo>
                    <a:pt x="145262" y="145262"/>
                  </a:lnTo>
                  <a:lnTo>
                    <a:pt x="0" y="145262"/>
                  </a:lnTo>
                  <a:close/>
                </a:path>
              </a:pathLst>
            </a:custGeom>
            <a:noFill/>
            <a:ln w="15875" cap="rnd">
              <a:solidFill>
                <a:srgbClr val="4E84C4"/>
              </a:solidFill>
              <a:prstDash val="solid"/>
              <a:round/>
            </a:ln>
          </p:spPr>
          <p:txBody>
            <a:bodyPr rtlCol="0" anchor="ctr"/>
            <a:lstStyle/>
            <a:p>
              <a:endParaRPr lang="en-US"/>
            </a:p>
          </p:txBody>
        </p:sp>
        <p:sp>
          <p:nvSpPr>
            <p:cNvPr id="36" name="Freeform: Shape 35">
              <a:extLst>
                <a:ext uri="{FF2B5EF4-FFF2-40B4-BE49-F238E27FC236}">
                  <a16:creationId xmlns:a16="http://schemas.microsoft.com/office/drawing/2014/main" id="{DBE444B2-FA52-FA11-E55B-E2CE196C5BD5}"/>
                </a:ext>
              </a:extLst>
            </p:cNvPr>
            <p:cNvSpPr/>
            <p:nvPr/>
          </p:nvSpPr>
          <p:spPr>
            <a:xfrm>
              <a:off x="6450160" y="954027"/>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37" name="Freeform: Shape 36">
              <a:extLst>
                <a:ext uri="{FF2B5EF4-FFF2-40B4-BE49-F238E27FC236}">
                  <a16:creationId xmlns:a16="http://schemas.microsoft.com/office/drawing/2014/main" id="{DDE46DD6-C8DC-CC09-D4E6-79C07C62D13A}"/>
                </a:ext>
              </a:extLst>
            </p:cNvPr>
            <p:cNvSpPr/>
            <p:nvPr/>
          </p:nvSpPr>
          <p:spPr>
            <a:xfrm>
              <a:off x="6486324" y="954027"/>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38" name="Freeform: Shape 37">
              <a:extLst>
                <a:ext uri="{FF2B5EF4-FFF2-40B4-BE49-F238E27FC236}">
                  <a16:creationId xmlns:a16="http://schemas.microsoft.com/office/drawing/2014/main" id="{7FD07A18-8BC9-AE66-018E-FD8C023C8A08}"/>
                </a:ext>
              </a:extLst>
            </p:cNvPr>
            <p:cNvSpPr/>
            <p:nvPr/>
          </p:nvSpPr>
          <p:spPr>
            <a:xfrm>
              <a:off x="6522564" y="954027"/>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39" name="Freeform: Shape 38">
              <a:extLst>
                <a:ext uri="{FF2B5EF4-FFF2-40B4-BE49-F238E27FC236}">
                  <a16:creationId xmlns:a16="http://schemas.microsoft.com/office/drawing/2014/main" id="{2F2787E6-D523-6CFE-FBFB-EFC64F572277}"/>
                </a:ext>
              </a:extLst>
            </p:cNvPr>
            <p:cNvSpPr/>
            <p:nvPr/>
          </p:nvSpPr>
          <p:spPr>
            <a:xfrm>
              <a:off x="6558728" y="954027"/>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40" name="Freeform: Shape 39">
              <a:extLst>
                <a:ext uri="{FF2B5EF4-FFF2-40B4-BE49-F238E27FC236}">
                  <a16:creationId xmlns:a16="http://schemas.microsoft.com/office/drawing/2014/main" id="{F104C22E-89AF-CF23-3428-EBE8A92F1CE1}"/>
                </a:ext>
              </a:extLst>
            </p:cNvPr>
            <p:cNvSpPr/>
            <p:nvPr/>
          </p:nvSpPr>
          <p:spPr>
            <a:xfrm>
              <a:off x="6450160" y="1129931"/>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41" name="Freeform: Shape 40">
              <a:extLst>
                <a:ext uri="{FF2B5EF4-FFF2-40B4-BE49-F238E27FC236}">
                  <a16:creationId xmlns:a16="http://schemas.microsoft.com/office/drawing/2014/main" id="{8486FAA4-E0C7-7073-94DC-2433F8D06A8C}"/>
                </a:ext>
              </a:extLst>
            </p:cNvPr>
            <p:cNvSpPr/>
            <p:nvPr/>
          </p:nvSpPr>
          <p:spPr>
            <a:xfrm>
              <a:off x="6486324" y="1129931"/>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42" name="Freeform: Shape 41">
              <a:extLst>
                <a:ext uri="{FF2B5EF4-FFF2-40B4-BE49-F238E27FC236}">
                  <a16:creationId xmlns:a16="http://schemas.microsoft.com/office/drawing/2014/main" id="{9E84748C-802C-54E2-D943-3152407B3883}"/>
                </a:ext>
              </a:extLst>
            </p:cNvPr>
            <p:cNvSpPr/>
            <p:nvPr/>
          </p:nvSpPr>
          <p:spPr>
            <a:xfrm>
              <a:off x="6522564" y="1129931"/>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43" name="Freeform: Shape 42">
              <a:extLst>
                <a:ext uri="{FF2B5EF4-FFF2-40B4-BE49-F238E27FC236}">
                  <a16:creationId xmlns:a16="http://schemas.microsoft.com/office/drawing/2014/main" id="{37112B5F-8734-650F-AE2E-7C5BF400AA7E}"/>
                </a:ext>
              </a:extLst>
            </p:cNvPr>
            <p:cNvSpPr/>
            <p:nvPr/>
          </p:nvSpPr>
          <p:spPr>
            <a:xfrm>
              <a:off x="6558728" y="1129931"/>
              <a:ext cx="7565" cy="29733"/>
            </a:xfrm>
            <a:custGeom>
              <a:avLst/>
              <a:gdLst>
                <a:gd name="connsiteX0" fmla="*/ 0 w 7565"/>
                <a:gd name="connsiteY0" fmla="*/ 0 h 29733"/>
                <a:gd name="connsiteX1" fmla="*/ 0 w 7565"/>
                <a:gd name="connsiteY1" fmla="*/ 29733 h 29733"/>
              </a:gdLst>
              <a:ahLst/>
              <a:cxnLst>
                <a:cxn ang="0">
                  <a:pos x="connsiteX0" y="connsiteY0"/>
                </a:cxn>
                <a:cxn ang="0">
                  <a:pos x="connsiteX1" y="connsiteY1"/>
                </a:cxn>
              </a:cxnLst>
              <a:rect l="l" t="t" r="r" b="b"/>
              <a:pathLst>
                <a:path w="7565" h="29733">
                  <a:moveTo>
                    <a:pt x="0" y="0"/>
                  </a:moveTo>
                  <a:lnTo>
                    <a:pt x="0" y="29733"/>
                  </a:lnTo>
                </a:path>
              </a:pathLst>
            </a:custGeom>
            <a:ln w="15875" cap="rnd">
              <a:solidFill>
                <a:srgbClr val="4E84C4"/>
              </a:solid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C73B2DD2-0516-EAEC-3B2F-C677C73B1C5A}"/>
                </a:ext>
              </a:extLst>
            </p:cNvPr>
            <p:cNvSpPr/>
            <p:nvPr/>
          </p:nvSpPr>
          <p:spPr>
            <a:xfrm>
              <a:off x="6577567" y="1002600"/>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45" name="Freeform: Shape 44">
              <a:extLst>
                <a:ext uri="{FF2B5EF4-FFF2-40B4-BE49-F238E27FC236}">
                  <a16:creationId xmlns:a16="http://schemas.microsoft.com/office/drawing/2014/main" id="{F6EAFDCF-F132-BA7C-F1D0-115D87D90007}"/>
                </a:ext>
              </a:extLst>
            </p:cNvPr>
            <p:cNvSpPr/>
            <p:nvPr/>
          </p:nvSpPr>
          <p:spPr>
            <a:xfrm>
              <a:off x="6577567" y="1038764"/>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46" name="Freeform: Shape 45">
              <a:extLst>
                <a:ext uri="{FF2B5EF4-FFF2-40B4-BE49-F238E27FC236}">
                  <a16:creationId xmlns:a16="http://schemas.microsoft.com/office/drawing/2014/main" id="{FA57D83C-5E91-E979-7495-8485DD5A9257}"/>
                </a:ext>
              </a:extLst>
            </p:cNvPr>
            <p:cNvSpPr/>
            <p:nvPr/>
          </p:nvSpPr>
          <p:spPr>
            <a:xfrm>
              <a:off x="6577567" y="1074928"/>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47" name="Freeform: Shape 46">
              <a:extLst>
                <a:ext uri="{FF2B5EF4-FFF2-40B4-BE49-F238E27FC236}">
                  <a16:creationId xmlns:a16="http://schemas.microsoft.com/office/drawing/2014/main" id="{357873C8-37F7-5785-4D9A-ECC5EA9D7642}"/>
                </a:ext>
              </a:extLst>
            </p:cNvPr>
            <p:cNvSpPr/>
            <p:nvPr/>
          </p:nvSpPr>
          <p:spPr>
            <a:xfrm>
              <a:off x="6577567" y="1111092"/>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48" name="Freeform: Shape 47">
              <a:extLst>
                <a:ext uri="{FF2B5EF4-FFF2-40B4-BE49-F238E27FC236}">
                  <a16:creationId xmlns:a16="http://schemas.microsoft.com/office/drawing/2014/main" id="{5A0D8B4A-7110-4B86-427B-73BE3D7EE5C6}"/>
                </a:ext>
              </a:extLst>
            </p:cNvPr>
            <p:cNvSpPr/>
            <p:nvPr/>
          </p:nvSpPr>
          <p:spPr>
            <a:xfrm>
              <a:off x="6401588" y="1002600"/>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49" name="Freeform: Shape 48">
              <a:extLst>
                <a:ext uri="{FF2B5EF4-FFF2-40B4-BE49-F238E27FC236}">
                  <a16:creationId xmlns:a16="http://schemas.microsoft.com/office/drawing/2014/main" id="{D5A8BEF4-D31B-4AAF-31F6-6BC60A048A02}"/>
                </a:ext>
              </a:extLst>
            </p:cNvPr>
            <p:cNvSpPr/>
            <p:nvPr/>
          </p:nvSpPr>
          <p:spPr>
            <a:xfrm>
              <a:off x="6401588" y="1038764"/>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50" name="Freeform: Shape 49">
              <a:extLst>
                <a:ext uri="{FF2B5EF4-FFF2-40B4-BE49-F238E27FC236}">
                  <a16:creationId xmlns:a16="http://schemas.microsoft.com/office/drawing/2014/main" id="{FF026C17-6DB3-AB3B-C449-72A7138ED009}"/>
                </a:ext>
              </a:extLst>
            </p:cNvPr>
            <p:cNvSpPr/>
            <p:nvPr/>
          </p:nvSpPr>
          <p:spPr>
            <a:xfrm>
              <a:off x="6401588" y="1074928"/>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51" name="Freeform: Shape 50">
              <a:extLst>
                <a:ext uri="{FF2B5EF4-FFF2-40B4-BE49-F238E27FC236}">
                  <a16:creationId xmlns:a16="http://schemas.microsoft.com/office/drawing/2014/main" id="{0608330B-074E-500B-CB5F-CAA06960C8D8}"/>
                </a:ext>
              </a:extLst>
            </p:cNvPr>
            <p:cNvSpPr/>
            <p:nvPr/>
          </p:nvSpPr>
          <p:spPr>
            <a:xfrm>
              <a:off x="6401588" y="1111092"/>
              <a:ext cx="29733" cy="7565"/>
            </a:xfrm>
            <a:custGeom>
              <a:avLst/>
              <a:gdLst>
                <a:gd name="connsiteX0" fmla="*/ 29733 w 29733"/>
                <a:gd name="connsiteY0" fmla="*/ 0 h 7565"/>
                <a:gd name="connsiteX1" fmla="*/ 0 w 29733"/>
                <a:gd name="connsiteY1" fmla="*/ 0 h 7565"/>
              </a:gdLst>
              <a:ahLst/>
              <a:cxnLst>
                <a:cxn ang="0">
                  <a:pos x="connsiteX0" y="connsiteY0"/>
                </a:cxn>
                <a:cxn ang="0">
                  <a:pos x="connsiteX1" y="connsiteY1"/>
                </a:cxn>
              </a:cxnLst>
              <a:rect l="l" t="t" r="r" b="b"/>
              <a:pathLst>
                <a:path w="29733" h="7565">
                  <a:moveTo>
                    <a:pt x="29733" y="0"/>
                  </a:moveTo>
                  <a:lnTo>
                    <a:pt x="0" y="0"/>
                  </a:lnTo>
                </a:path>
              </a:pathLst>
            </a:custGeom>
            <a:ln w="15875" cap="rnd">
              <a:solidFill>
                <a:srgbClr val="4E84C4"/>
              </a:solidFill>
              <a:prstDash val="solid"/>
              <a:round/>
            </a:ln>
          </p:spPr>
          <p:txBody>
            <a:bodyPr rtlCol="0" anchor="ctr"/>
            <a:lstStyle/>
            <a:p>
              <a:endParaRPr lang="en-US"/>
            </a:p>
          </p:txBody>
        </p:sp>
        <p:sp>
          <p:nvSpPr>
            <p:cNvPr id="52" name="Freeform: Shape 51">
              <a:extLst>
                <a:ext uri="{FF2B5EF4-FFF2-40B4-BE49-F238E27FC236}">
                  <a16:creationId xmlns:a16="http://schemas.microsoft.com/office/drawing/2014/main" id="{18C6ADCA-C04A-5F13-10DC-9AB975F8236A}"/>
                </a:ext>
              </a:extLst>
            </p:cNvPr>
            <p:cNvSpPr/>
            <p:nvPr/>
          </p:nvSpPr>
          <p:spPr>
            <a:xfrm>
              <a:off x="6463627" y="1028247"/>
              <a:ext cx="52279" cy="56213"/>
            </a:xfrm>
            <a:custGeom>
              <a:avLst/>
              <a:gdLst>
                <a:gd name="connsiteX0" fmla="*/ 52279 w 52279"/>
                <a:gd name="connsiteY0" fmla="*/ 56213 h 56213"/>
                <a:gd name="connsiteX1" fmla="*/ 26102 w 52279"/>
                <a:gd name="connsiteY1" fmla="*/ 0 h 56213"/>
                <a:gd name="connsiteX2" fmla="*/ 0 w 52279"/>
                <a:gd name="connsiteY2" fmla="*/ 56213 h 56213"/>
              </a:gdLst>
              <a:ahLst/>
              <a:cxnLst>
                <a:cxn ang="0">
                  <a:pos x="connsiteX0" y="connsiteY0"/>
                </a:cxn>
                <a:cxn ang="0">
                  <a:pos x="connsiteX1" y="connsiteY1"/>
                </a:cxn>
                <a:cxn ang="0">
                  <a:pos x="connsiteX2" y="connsiteY2"/>
                </a:cxn>
              </a:cxnLst>
              <a:rect l="l" t="t" r="r" b="b"/>
              <a:pathLst>
                <a:path w="52279" h="56213">
                  <a:moveTo>
                    <a:pt x="52279" y="56213"/>
                  </a:moveTo>
                  <a:lnTo>
                    <a:pt x="26102" y="0"/>
                  </a:lnTo>
                  <a:lnTo>
                    <a:pt x="0" y="56213"/>
                  </a:lnTo>
                </a:path>
              </a:pathLst>
            </a:custGeom>
            <a:noFill/>
            <a:ln w="15875" cap="rnd">
              <a:solidFill>
                <a:srgbClr val="4E84C4"/>
              </a:solidFill>
              <a:prstDash val="solid"/>
              <a:round/>
            </a:ln>
          </p:spPr>
          <p:txBody>
            <a:bodyPr rtlCol="0" anchor="ctr"/>
            <a:lstStyle/>
            <a:p>
              <a:endParaRPr lang="en-US"/>
            </a:p>
          </p:txBody>
        </p:sp>
        <p:sp>
          <p:nvSpPr>
            <p:cNvPr id="53" name="Freeform: Shape 52">
              <a:extLst>
                <a:ext uri="{FF2B5EF4-FFF2-40B4-BE49-F238E27FC236}">
                  <a16:creationId xmlns:a16="http://schemas.microsoft.com/office/drawing/2014/main" id="{CEE1385A-CF98-5C23-AF83-85DBF77F9B2C}"/>
                </a:ext>
              </a:extLst>
            </p:cNvPr>
            <p:cNvSpPr/>
            <p:nvPr/>
          </p:nvSpPr>
          <p:spPr>
            <a:xfrm>
              <a:off x="6471722" y="1067135"/>
              <a:ext cx="36088" cy="7565"/>
            </a:xfrm>
            <a:custGeom>
              <a:avLst/>
              <a:gdLst>
                <a:gd name="connsiteX0" fmla="*/ 36089 w 36088"/>
                <a:gd name="connsiteY0" fmla="*/ 0 h 7565"/>
                <a:gd name="connsiteX1" fmla="*/ 0 w 36088"/>
                <a:gd name="connsiteY1" fmla="*/ 0 h 7565"/>
              </a:gdLst>
              <a:ahLst/>
              <a:cxnLst>
                <a:cxn ang="0">
                  <a:pos x="connsiteX0" y="connsiteY0"/>
                </a:cxn>
                <a:cxn ang="0">
                  <a:pos x="connsiteX1" y="connsiteY1"/>
                </a:cxn>
              </a:cxnLst>
              <a:rect l="l" t="t" r="r" b="b"/>
              <a:pathLst>
                <a:path w="36088" h="7565">
                  <a:moveTo>
                    <a:pt x="36089" y="0"/>
                  </a:moveTo>
                  <a:lnTo>
                    <a:pt x="0" y="0"/>
                  </a:lnTo>
                </a:path>
              </a:pathLst>
            </a:custGeom>
            <a:ln w="15875" cap="rnd">
              <a:solidFill>
                <a:srgbClr val="4E84C4"/>
              </a:solidFill>
              <a:prstDash val="solid"/>
              <a:round/>
            </a:ln>
          </p:spPr>
          <p:txBody>
            <a:bodyPr rtlCol="0" anchor="ctr"/>
            <a:lstStyle/>
            <a:p>
              <a:endParaRPr lang="en-US"/>
            </a:p>
          </p:txBody>
        </p:sp>
        <p:sp>
          <p:nvSpPr>
            <p:cNvPr id="54" name="Freeform: Shape 53">
              <a:extLst>
                <a:ext uri="{FF2B5EF4-FFF2-40B4-BE49-F238E27FC236}">
                  <a16:creationId xmlns:a16="http://schemas.microsoft.com/office/drawing/2014/main" id="{465792D8-6670-D340-DEE8-6806509171DB}"/>
                </a:ext>
              </a:extLst>
            </p:cNvPr>
            <p:cNvSpPr/>
            <p:nvPr/>
          </p:nvSpPr>
          <p:spPr>
            <a:xfrm>
              <a:off x="6534593" y="1028247"/>
              <a:ext cx="7565" cy="56213"/>
            </a:xfrm>
            <a:custGeom>
              <a:avLst/>
              <a:gdLst>
                <a:gd name="connsiteX0" fmla="*/ 0 w 7565"/>
                <a:gd name="connsiteY0" fmla="*/ 0 h 56213"/>
                <a:gd name="connsiteX1" fmla="*/ 0 w 7565"/>
                <a:gd name="connsiteY1" fmla="*/ 56213 h 56213"/>
              </a:gdLst>
              <a:ahLst/>
              <a:cxnLst>
                <a:cxn ang="0">
                  <a:pos x="connsiteX0" y="connsiteY0"/>
                </a:cxn>
                <a:cxn ang="0">
                  <a:pos x="connsiteX1" y="connsiteY1"/>
                </a:cxn>
              </a:cxnLst>
              <a:rect l="l" t="t" r="r" b="b"/>
              <a:pathLst>
                <a:path w="7565" h="56213">
                  <a:moveTo>
                    <a:pt x="0" y="0"/>
                  </a:moveTo>
                  <a:lnTo>
                    <a:pt x="0" y="56213"/>
                  </a:lnTo>
                </a:path>
              </a:pathLst>
            </a:custGeom>
            <a:ln w="15875" cap="rnd">
              <a:solidFill>
                <a:srgbClr val="4E84C4"/>
              </a:solidFill>
              <a:prstDash val="solid"/>
              <a:round/>
            </a:ln>
          </p:spPr>
          <p:txBody>
            <a:bodyPr rtlCol="0" anchor="ctr"/>
            <a:lstStyle/>
            <a:p>
              <a:endParaRPr lang="en-US"/>
            </a:p>
          </p:txBody>
        </p:sp>
      </p:grpSp>
      <p:cxnSp>
        <p:nvCxnSpPr>
          <p:cNvPr id="58" name="Straight Arrow Connector 57">
            <a:extLst>
              <a:ext uri="{FF2B5EF4-FFF2-40B4-BE49-F238E27FC236}">
                <a16:creationId xmlns:a16="http://schemas.microsoft.com/office/drawing/2014/main" id="{6259DF8B-811B-DC33-19D9-F304559F4628}"/>
              </a:ext>
            </a:extLst>
          </p:cNvPr>
          <p:cNvCxnSpPr>
            <a:cxnSpLocks/>
            <a:stCxn id="57" idx="1"/>
            <a:endCxn id="6" idx="3"/>
          </p:cNvCxnSpPr>
          <p:nvPr/>
        </p:nvCxnSpPr>
        <p:spPr>
          <a:xfrm flipH="1">
            <a:off x="7339464" y="2520508"/>
            <a:ext cx="423411" cy="735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398DA7E-4663-811B-3EC9-52D0C4EBB3C9}"/>
              </a:ext>
            </a:extLst>
          </p:cNvPr>
          <p:cNvSpPr txBox="1"/>
          <p:nvPr/>
        </p:nvSpPr>
        <p:spPr>
          <a:xfrm>
            <a:off x="7913997" y="3098033"/>
            <a:ext cx="712545" cy="369332"/>
          </a:xfrm>
          <a:prstGeom prst="rect">
            <a:avLst/>
          </a:prstGeom>
          <a:noFill/>
        </p:spPr>
        <p:txBody>
          <a:bodyPr wrap="square" rtlCol="0">
            <a:spAutoFit/>
          </a:bodyPr>
          <a:lstStyle/>
          <a:p>
            <a:pPr algn="ctr"/>
            <a:r>
              <a:rPr lang="en-GB" sz="900" dirty="0"/>
              <a:t>Open AI LLMs</a:t>
            </a:r>
          </a:p>
        </p:txBody>
      </p:sp>
    </p:spTree>
    <p:extLst>
      <p:ext uri="{BB962C8B-B14F-4D97-AF65-F5344CB8AC3E}">
        <p14:creationId xmlns:p14="http://schemas.microsoft.com/office/powerpoint/2010/main" val="2701805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DF99-E5DD-82CD-C824-2C39B458FC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94702B-51B8-E8A9-8359-8145A4B3E780}"/>
              </a:ext>
            </a:extLst>
          </p:cNvPr>
          <p:cNvSpPr>
            <a:spLocks noGrp="1"/>
          </p:cNvSpPr>
          <p:nvPr>
            <p:ph type="title"/>
          </p:nvPr>
        </p:nvSpPr>
        <p:spPr/>
        <p:txBody>
          <a:bodyPr/>
          <a:lstStyle/>
          <a:p>
            <a:r>
              <a:rPr lang="en-US" dirty="0"/>
              <a:t>User Journey</a:t>
            </a:r>
          </a:p>
        </p:txBody>
      </p:sp>
      <p:sp>
        <p:nvSpPr>
          <p:cNvPr id="34" name="object 19">
            <a:extLst>
              <a:ext uri="{FF2B5EF4-FFF2-40B4-BE49-F238E27FC236}">
                <a16:creationId xmlns:a16="http://schemas.microsoft.com/office/drawing/2014/main" id="{C8BED059-7302-6A3E-380B-4C95663B9D1A}"/>
              </a:ext>
            </a:extLst>
          </p:cNvPr>
          <p:cNvSpPr txBox="1"/>
          <p:nvPr/>
        </p:nvSpPr>
        <p:spPr>
          <a:xfrm>
            <a:off x="286982" y="1030292"/>
            <a:ext cx="2482919" cy="1038693"/>
          </a:xfrm>
          <a:prstGeom prst="rect">
            <a:avLst/>
          </a:prstGeom>
        </p:spPr>
        <p:txBody>
          <a:bodyPr vert="horz" wrap="square" lIns="0" tIns="0" rIns="0" bIns="0" rtlCol="0">
            <a:noAutofit/>
          </a:bodyPr>
          <a:lstStyle/>
          <a:p>
            <a:r>
              <a:rPr lang="en-IN" sz="1000" dirty="0"/>
              <a:t>Agent analyses the user uploaded requirements document for the following</a:t>
            </a:r>
          </a:p>
          <a:p>
            <a:pPr lvl="1"/>
            <a:r>
              <a:rPr lang="en-IN" sz="1000" dirty="0"/>
              <a:t>Users’ intent &amp; analyse requirements</a:t>
            </a:r>
          </a:p>
          <a:p>
            <a:pPr lvl="1"/>
            <a:r>
              <a:rPr lang="en-IN" sz="1000" dirty="0"/>
              <a:t>Checking for missing info</a:t>
            </a:r>
          </a:p>
          <a:p>
            <a:pPr lvl="1"/>
            <a:r>
              <a:rPr lang="en-IN" sz="1000" dirty="0"/>
              <a:t>Identify inconsistency</a:t>
            </a:r>
          </a:p>
        </p:txBody>
      </p:sp>
      <p:sp>
        <p:nvSpPr>
          <p:cNvPr id="35" name="object 19">
            <a:extLst>
              <a:ext uri="{FF2B5EF4-FFF2-40B4-BE49-F238E27FC236}">
                <a16:creationId xmlns:a16="http://schemas.microsoft.com/office/drawing/2014/main" id="{4AC8FDEE-E532-DDB0-F740-97E4349BE51D}"/>
              </a:ext>
            </a:extLst>
          </p:cNvPr>
          <p:cNvSpPr txBox="1"/>
          <p:nvPr/>
        </p:nvSpPr>
        <p:spPr>
          <a:xfrm>
            <a:off x="6732848" y="1222011"/>
            <a:ext cx="1677958" cy="635647"/>
          </a:xfrm>
          <a:prstGeom prst="rect">
            <a:avLst/>
          </a:prstGeom>
        </p:spPr>
        <p:txBody>
          <a:bodyPr vert="horz" wrap="square" lIns="0" tIns="0" rIns="0" bIns="0" rtlCol="0">
            <a:noAutofit/>
          </a:bodyPr>
          <a:lstStyle/>
          <a:p>
            <a:r>
              <a:rPr lang="en-IN" sz="1000" dirty="0"/>
              <a:t>Agent summarizes the requirements in domain specific format to the business analysts for the review</a:t>
            </a:r>
          </a:p>
        </p:txBody>
      </p:sp>
      <p:sp>
        <p:nvSpPr>
          <p:cNvPr id="36" name="object 19">
            <a:extLst>
              <a:ext uri="{FF2B5EF4-FFF2-40B4-BE49-F238E27FC236}">
                <a16:creationId xmlns:a16="http://schemas.microsoft.com/office/drawing/2014/main" id="{00D23FB9-738D-4161-7692-D5BDF6736286}"/>
              </a:ext>
            </a:extLst>
          </p:cNvPr>
          <p:cNvSpPr txBox="1"/>
          <p:nvPr/>
        </p:nvSpPr>
        <p:spPr>
          <a:xfrm>
            <a:off x="6527708" y="3854290"/>
            <a:ext cx="1677958" cy="635647"/>
          </a:xfrm>
          <a:prstGeom prst="rect">
            <a:avLst/>
          </a:prstGeom>
        </p:spPr>
        <p:txBody>
          <a:bodyPr vert="horz" wrap="square" lIns="0" tIns="0" rIns="0" bIns="0" rtlCol="0">
            <a:noAutofit/>
          </a:bodyPr>
          <a:lstStyle/>
          <a:p>
            <a:r>
              <a:rPr lang="en-IN" sz="1000" dirty="0"/>
              <a:t>After review business analysts can download the business requirements documents in structured way</a:t>
            </a:r>
          </a:p>
        </p:txBody>
      </p:sp>
      <p:sp>
        <p:nvSpPr>
          <p:cNvPr id="37" name="object 19">
            <a:extLst>
              <a:ext uri="{FF2B5EF4-FFF2-40B4-BE49-F238E27FC236}">
                <a16:creationId xmlns:a16="http://schemas.microsoft.com/office/drawing/2014/main" id="{39B7FF25-5DE5-5781-E203-1228F6D4A7FE}"/>
              </a:ext>
            </a:extLst>
          </p:cNvPr>
          <p:cNvSpPr txBox="1"/>
          <p:nvPr/>
        </p:nvSpPr>
        <p:spPr>
          <a:xfrm>
            <a:off x="1114758" y="3854290"/>
            <a:ext cx="1677958" cy="635647"/>
          </a:xfrm>
          <a:prstGeom prst="rect">
            <a:avLst/>
          </a:prstGeom>
        </p:spPr>
        <p:txBody>
          <a:bodyPr vert="horz" wrap="square" lIns="0" tIns="0" rIns="0" bIns="0" rtlCol="0">
            <a:noAutofit/>
          </a:bodyPr>
          <a:lstStyle/>
          <a:p>
            <a:r>
              <a:rPr lang="en-IN" sz="1000" dirty="0"/>
              <a:t>Business analysts – logs into the application and upload user requirement document.</a:t>
            </a:r>
          </a:p>
        </p:txBody>
      </p:sp>
      <p:sp>
        <p:nvSpPr>
          <p:cNvPr id="38" name="object 19">
            <a:extLst>
              <a:ext uri="{FF2B5EF4-FFF2-40B4-BE49-F238E27FC236}">
                <a16:creationId xmlns:a16="http://schemas.microsoft.com/office/drawing/2014/main" id="{8D51CB5D-278F-3E33-E163-10E4637293E4}"/>
              </a:ext>
            </a:extLst>
          </p:cNvPr>
          <p:cNvSpPr txBox="1"/>
          <p:nvPr/>
        </p:nvSpPr>
        <p:spPr>
          <a:xfrm>
            <a:off x="3850588" y="3854290"/>
            <a:ext cx="1677958" cy="635647"/>
          </a:xfrm>
          <a:prstGeom prst="rect">
            <a:avLst/>
          </a:prstGeom>
        </p:spPr>
        <p:txBody>
          <a:bodyPr vert="horz" wrap="square" lIns="0" tIns="0" rIns="0" bIns="0" rtlCol="0">
            <a:noAutofit/>
          </a:bodyPr>
          <a:lstStyle/>
          <a:p>
            <a:r>
              <a:rPr lang="en-IN" sz="1000" dirty="0"/>
              <a:t>Agent interacts with business analysts for clarification and refine the requirements based on stakeholder communication log if uploaded</a:t>
            </a:r>
          </a:p>
        </p:txBody>
      </p:sp>
      <p:sp>
        <p:nvSpPr>
          <p:cNvPr id="20" name="Oval 19">
            <a:extLst>
              <a:ext uri="{FF2B5EF4-FFF2-40B4-BE49-F238E27FC236}">
                <a16:creationId xmlns:a16="http://schemas.microsoft.com/office/drawing/2014/main" id="{296CB073-16A8-44E9-39A8-47BDFF9CD0FE}"/>
              </a:ext>
            </a:extLst>
          </p:cNvPr>
          <p:cNvSpPr/>
          <p:nvPr/>
        </p:nvSpPr>
        <p:spPr>
          <a:xfrm>
            <a:off x="1555944" y="2695563"/>
            <a:ext cx="929990" cy="929991"/>
          </a:xfrm>
          <a:prstGeom prst="ellipse">
            <a:avLst/>
          </a:prstGeom>
          <a:solidFill>
            <a:srgbClr val="4E84C4"/>
          </a:solidFill>
          <a:ln w="0" cap="flat">
            <a:noFill/>
            <a:prstDash val="solid"/>
            <a:miter/>
          </a:ln>
        </p:spPr>
        <p:txBody>
          <a:bodyPr/>
          <a:lstStyle/>
          <a:p>
            <a:endParaRPr lang="en-US"/>
          </a:p>
        </p:txBody>
      </p:sp>
      <p:sp>
        <p:nvSpPr>
          <p:cNvPr id="22" name="Oval 21">
            <a:extLst>
              <a:ext uri="{FF2B5EF4-FFF2-40B4-BE49-F238E27FC236}">
                <a16:creationId xmlns:a16="http://schemas.microsoft.com/office/drawing/2014/main" id="{6E8411B6-B202-B558-30FC-1EE62B6A53C8}"/>
              </a:ext>
            </a:extLst>
          </p:cNvPr>
          <p:cNvSpPr/>
          <p:nvPr/>
        </p:nvSpPr>
        <p:spPr>
          <a:xfrm>
            <a:off x="2838331" y="1393026"/>
            <a:ext cx="929990" cy="929991"/>
          </a:xfrm>
          <a:prstGeom prst="ellipse">
            <a:avLst/>
          </a:prstGeom>
          <a:solidFill>
            <a:srgbClr val="FBB034"/>
          </a:solidFill>
          <a:ln w="0" cap="flat">
            <a:noFill/>
            <a:prstDash val="solid"/>
            <a:miter/>
          </a:ln>
        </p:spPr>
        <p:txBody>
          <a:bodyPr/>
          <a:lstStyle/>
          <a:p>
            <a:endParaRPr lang="en-US" dirty="0"/>
          </a:p>
        </p:txBody>
      </p:sp>
      <p:sp>
        <p:nvSpPr>
          <p:cNvPr id="23" name="Oval 22">
            <a:extLst>
              <a:ext uri="{FF2B5EF4-FFF2-40B4-BE49-F238E27FC236}">
                <a16:creationId xmlns:a16="http://schemas.microsoft.com/office/drawing/2014/main" id="{6DF14497-F8A3-DCD5-E15A-D31FFF78F468}"/>
              </a:ext>
            </a:extLst>
          </p:cNvPr>
          <p:cNvSpPr/>
          <p:nvPr/>
        </p:nvSpPr>
        <p:spPr>
          <a:xfrm>
            <a:off x="5406214" y="1393043"/>
            <a:ext cx="929990" cy="929991"/>
          </a:xfrm>
          <a:prstGeom prst="ellipse">
            <a:avLst/>
          </a:prstGeom>
          <a:solidFill>
            <a:srgbClr val="FBB034"/>
          </a:solidFill>
          <a:ln w="0" cap="flat">
            <a:noFill/>
            <a:prstDash val="solid"/>
            <a:miter/>
          </a:ln>
        </p:spPr>
        <p:txBody>
          <a:bodyPr/>
          <a:lstStyle/>
          <a:p>
            <a:endParaRPr lang="en-US"/>
          </a:p>
        </p:txBody>
      </p:sp>
      <p:sp>
        <p:nvSpPr>
          <p:cNvPr id="25" name="Oval 24">
            <a:extLst>
              <a:ext uri="{FF2B5EF4-FFF2-40B4-BE49-F238E27FC236}">
                <a16:creationId xmlns:a16="http://schemas.microsoft.com/office/drawing/2014/main" id="{3AD0E84E-EB48-D39B-9B95-C0EFE1B8D02A}"/>
              </a:ext>
            </a:extLst>
          </p:cNvPr>
          <p:cNvSpPr/>
          <p:nvPr/>
        </p:nvSpPr>
        <p:spPr>
          <a:xfrm>
            <a:off x="4118921" y="2695566"/>
            <a:ext cx="929990" cy="929991"/>
          </a:xfrm>
          <a:prstGeom prst="ellipse">
            <a:avLst/>
          </a:prstGeom>
          <a:solidFill>
            <a:srgbClr val="4E84C4"/>
          </a:solidFill>
          <a:ln w="0"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E0215E8E-AF90-6A15-A083-482B7E3829B2}"/>
              </a:ext>
            </a:extLst>
          </p:cNvPr>
          <p:cNvSpPr/>
          <p:nvPr/>
        </p:nvSpPr>
        <p:spPr>
          <a:xfrm>
            <a:off x="1570606" y="2465050"/>
            <a:ext cx="875262" cy="248188"/>
          </a:xfrm>
          <a:custGeom>
            <a:avLst/>
            <a:gdLst>
              <a:gd name="csX0" fmla="*/ 84166 w 977356"/>
              <a:gd name="csY0" fmla="*/ 277138 h 277137"/>
              <a:gd name="csX1" fmla="*/ 0 w 977356"/>
              <a:gd name="csY1" fmla="*/ 175004 h 277137"/>
              <a:gd name="csX2" fmla="*/ 228524 w 977356"/>
              <a:gd name="csY2" fmla="*/ 44984 h 277137"/>
              <a:gd name="csX3" fmla="*/ 489100 w 977356"/>
              <a:gd name="csY3" fmla="*/ 0 h 277137"/>
              <a:gd name="csX4" fmla="*/ 749164 w 977356"/>
              <a:gd name="csY4" fmla="*/ 44805 h 277137"/>
              <a:gd name="csX5" fmla="*/ 977356 w 977356"/>
              <a:gd name="csY5" fmla="*/ 174288 h 277137"/>
              <a:gd name="csX6" fmla="*/ 893343 w 977356"/>
              <a:gd name="csY6" fmla="*/ 276550 h 277137"/>
              <a:gd name="csX7" fmla="*/ 489100 w 977356"/>
              <a:gd name="csY7" fmla="*/ 132320 h 277137"/>
              <a:gd name="csX8" fmla="*/ 84141 w 977356"/>
              <a:gd name="csY8" fmla="*/ 277138 h 277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7356" h="277137">
                <a:moveTo>
                  <a:pt x="84166" y="277138"/>
                </a:moveTo>
                <a:lnTo>
                  <a:pt x="0" y="175004"/>
                </a:lnTo>
                <a:cubicBezTo>
                  <a:pt x="68575" y="118492"/>
                  <a:pt x="145457" y="74761"/>
                  <a:pt x="228524" y="44984"/>
                </a:cubicBezTo>
                <a:cubicBezTo>
                  <a:pt x="311822" y="15131"/>
                  <a:pt x="399490" y="0"/>
                  <a:pt x="489100" y="0"/>
                </a:cubicBezTo>
                <a:cubicBezTo>
                  <a:pt x="578710" y="0"/>
                  <a:pt x="665995" y="15080"/>
                  <a:pt x="749164" y="44805"/>
                </a:cubicBezTo>
                <a:cubicBezTo>
                  <a:pt x="832078" y="74454"/>
                  <a:pt x="908858" y="118032"/>
                  <a:pt x="977356" y="174288"/>
                </a:cubicBezTo>
                <a:lnTo>
                  <a:pt x="893343" y="276550"/>
                </a:lnTo>
                <a:cubicBezTo>
                  <a:pt x="778506" y="182211"/>
                  <a:pt x="638723" y="132320"/>
                  <a:pt x="489100" y="132320"/>
                </a:cubicBezTo>
                <a:cubicBezTo>
                  <a:pt x="339477" y="132320"/>
                  <a:pt x="199131" y="182390"/>
                  <a:pt x="84141" y="277138"/>
                </a:cubicBezTo>
                <a:close/>
              </a:path>
            </a:pathLst>
          </a:custGeom>
          <a:solidFill>
            <a:srgbClr val="4E84C4"/>
          </a:solidFill>
          <a:ln w="0"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7CE19074-DEAF-8B98-DEC6-B553797D1425}"/>
              </a:ext>
            </a:extLst>
          </p:cNvPr>
          <p:cNvSpPr/>
          <p:nvPr/>
        </p:nvSpPr>
        <p:spPr>
          <a:xfrm>
            <a:off x="1360597" y="1204584"/>
            <a:ext cx="6422040" cy="2598618"/>
          </a:xfrm>
          <a:custGeom>
            <a:avLst/>
            <a:gdLst>
              <a:gd name="csX0" fmla="*/ 6447501 w 7171131"/>
              <a:gd name="csY0" fmla="*/ 2901705 h 2901730"/>
              <a:gd name="csX1" fmla="*/ 5935832 w 7171131"/>
              <a:gd name="csY1" fmla="*/ 2689769 h 2901730"/>
              <a:gd name="csX2" fmla="*/ 5723896 w 7171131"/>
              <a:gd name="csY2" fmla="*/ 2178100 h 2901730"/>
              <a:gd name="csX3" fmla="*/ 5768675 w 7171131"/>
              <a:gd name="csY3" fmla="*/ 1926445 h 2901730"/>
              <a:gd name="csX4" fmla="*/ 5888547 w 7171131"/>
              <a:gd name="csY4" fmla="*/ 1718444 h 2901730"/>
              <a:gd name="csX5" fmla="*/ 5534707 w 7171131"/>
              <a:gd name="csY5" fmla="*/ 1179734 h 2901730"/>
              <a:gd name="csX6" fmla="*/ 5544087 w 7171131"/>
              <a:gd name="csY6" fmla="*/ 1168795 h 2901730"/>
              <a:gd name="csX7" fmla="*/ 5708305 w 7171131"/>
              <a:gd name="csY7" fmla="*/ 723631 h 2901730"/>
              <a:gd name="csX8" fmla="*/ 5507589 w 7171131"/>
              <a:gd name="csY8" fmla="*/ 239055 h 2901730"/>
              <a:gd name="csX9" fmla="*/ 5023013 w 7171131"/>
              <a:gd name="csY9" fmla="*/ 38339 h 2901730"/>
              <a:gd name="csX10" fmla="*/ 4538437 w 7171131"/>
              <a:gd name="csY10" fmla="*/ 239055 h 2901730"/>
              <a:gd name="csX11" fmla="*/ 4337721 w 7171131"/>
              <a:gd name="csY11" fmla="*/ 723631 h 2901730"/>
              <a:gd name="csX12" fmla="*/ 4502424 w 7171131"/>
              <a:gd name="csY12" fmla="*/ 1169357 h 2901730"/>
              <a:gd name="csX13" fmla="*/ 4511983 w 7171131"/>
              <a:gd name="csY13" fmla="*/ 1180501 h 2901730"/>
              <a:gd name="csX14" fmla="*/ 4145183 w 7171131"/>
              <a:gd name="csY14" fmla="*/ 1719237 h 2901730"/>
              <a:gd name="csX15" fmla="*/ 4264545 w 7171131"/>
              <a:gd name="csY15" fmla="*/ 1926802 h 2901730"/>
              <a:gd name="csX16" fmla="*/ 4309171 w 7171131"/>
              <a:gd name="csY16" fmla="*/ 2178100 h 2901730"/>
              <a:gd name="csX17" fmla="*/ 4097234 w 7171131"/>
              <a:gd name="csY17" fmla="*/ 2689769 h 2901730"/>
              <a:gd name="csX18" fmla="*/ 3585566 w 7171131"/>
              <a:gd name="csY18" fmla="*/ 2901705 h 2901730"/>
              <a:gd name="csX19" fmla="*/ 3073897 w 7171131"/>
              <a:gd name="csY19" fmla="*/ 2689769 h 2901730"/>
              <a:gd name="csX20" fmla="*/ 2861961 w 7171131"/>
              <a:gd name="csY20" fmla="*/ 2178100 h 2901730"/>
              <a:gd name="csX21" fmla="*/ 2906740 w 7171131"/>
              <a:gd name="csY21" fmla="*/ 1926445 h 2901730"/>
              <a:gd name="csX22" fmla="*/ 3026536 w 7171131"/>
              <a:gd name="csY22" fmla="*/ 1718546 h 2901730"/>
              <a:gd name="csX23" fmla="*/ 2667226 w 7171131"/>
              <a:gd name="csY23" fmla="*/ 1179836 h 2901730"/>
              <a:gd name="csX24" fmla="*/ 2676682 w 7171131"/>
              <a:gd name="csY24" fmla="*/ 1168820 h 2901730"/>
              <a:gd name="csX25" fmla="*/ 2840900 w 7171131"/>
              <a:gd name="csY25" fmla="*/ 723656 h 2901730"/>
              <a:gd name="csX26" fmla="*/ 2640184 w 7171131"/>
              <a:gd name="csY26" fmla="*/ 239080 h 2901730"/>
              <a:gd name="csX27" fmla="*/ 2155608 w 7171131"/>
              <a:gd name="csY27" fmla="*/ 38364 h 2901730"/>
              <a:gd name="csX28" fmla="*/ 1671032 w 7171131"/>
              <a:gd name="csY28" fmla="*/ 239080 h 2901730"/>
              <a:gd name="csX29" fmla="*/ 1470316 w 7171131"/>
              <a:gd name="csY29" fmla="*/ 723656 h 2901730"/>
              <a:gd name="csX30" fmla="*/ 1635019 w 7171131"/>
              <a:gd name="csY30" fmla="*/ 1169382 h 2901730"/>
              <a:gd name="csX31" fmla="*/ 1644527 w 7171131"/>
              <a:gd name="csY31" fmla="*/ 1180450 h 2901730"/>
              <a:gd name="csX32" fmla="*/ 1283197 w 7171131"/>
              <a:gd name="csY32" fmla="*/ 1719185 h 2901730"/>
              <a:gd name="csX33" fmla="*/ 1402610 w 7171131"/>
              <a:gd name="csY33" fmla="*/ 1926828 h 2901730"/>
              <a:gd name="csX34" fmla="*/ 1447236 w 7171131"/>
              <a:gd name="csY34" fmla="*/ 2178126 h 2901730"/>
              <a:gd name="csX35" fmla="*/ 1235299 w 7171131"/>
              <a:gd name="csY35" fmla="*/ 2689794 h 2901730"/>
              <a:gd name="csX36" fmla="*/ 723631 w 7171131"/>
              <a:gd name="csY36" fmla="*/ 2901731 h 2901730"/>
              <a:gd name="csX37" fmla="*/ 211962 w 7171131"/>
              <a:gd name="csY37" fmla="*/ 2689794 h 2901730"/>
              <a:gd name="csX38" fmla="*/ 0 w 7171131"/>
              <a:gd name="csY38" fmla="*/ 2178100 h 2901730"/>
              <a:gd name="csX39" fmla="*/ 44780 w 7171131"/>
              <a:gd name="csY39" fmla="*/ 1926445 h 2901730"/>
              <a:gd name="csX40" fmla="*/ 173981 w 7171131"/>
              <a:gd name="csY40" fmla="*/ 1707377 h 2901730"/>
              <a:gd name="csX41" fmla="*/ 203067 w 7171131"/>
              <a:gd name="csY41" fmla="*/ 1732348 h 2901730"/>
              <a:gd name="csX42" fmla="*/ 38364 w 7171131"/>
              <a:gd name="csY42" fmla="*/ 2178075 h 2901730"/>
              <a:gd name="csX43" fmla="*/ 239080 w 7171131"/>
              <a:gd name="csY43" fmla="*/ 2662651 h 2901730"/>
              <a:gd name="csX44" fmla="*/ 723656 w 7171131"/>
              <a:gd name="csY44" fmla="*/ 2863367 h 2901730"/>
              <a:gd name="csX45" fmla="*/ 1208232 w 7171131"/>
              <a:gd name="csY45" fmla="*/ 2662651 h 2901730"/>
              <a:gd name="csX46" fmla="*/ 1408948 w 7171131"/>
              <a:gd name="csY46" fmla="*/ 2178075 h 2901730"/>
              <a:gd name="csX47" fmla="*/ 1244731 w 7171131"/>
              <a:gd name="csY47" fmla="*/ 1732911 h 2901730"/>
              <a:gd name="csX48" fmla="*/ 1235248 w 7171131"/>
              <a:gd name="csY48" fmla="*/ 1721844 h 2901730"/>
              <a:gd name="csX49" fmla="*/ 1596553 w 7171131"/>
              <a:gd name="csY49" fmla="*/ 1183133 h 2901730"/>
              <a:gd name="csX50" fmla="*/ 1476782 w 7171131"/>
              <a:gd name="csY50" fmla="*/ 975261 h 2901730"/>
              <a:gd name="csX51" fmla="*/ 1432003 w 7171131"/>
              <a:gd name="csY51" fmla="*/ 723605 h 2901730"/>
              <a:gd name="csX52" fmla="*/ 1643939 w 7171131"/>
              <a:gd name="csY52" fmla="*/ 211937 h 2901730"/>
              <a:gd name="csX53" fmla="*/ 2155582 w 7171131"/>
              <a:gd name="csY53" fmla="*/ 0 h 2901730"/>
              <a:gd name="csX54" fmla="*/ 2667251 w 7171131"/>
              <a:gd name="csY54" fmla="*/ 211937 h 2901730"/>
              <a:gd name="csX55" fmla="*/ 2879187 w 7171131"/>
              <a:gd name="csY55" fmla="*/ 723605 h 2901730"/>
              <a:gd name="csX56" fmla="*/ 2834561 w 7171131"/>
              <a:gd name="csY56" fmla="*/ 974903 h 2901730"/>
              <a:gd name="csX57" fmla="*/ 2715123 w 7171131"/>
              <a:gd name="csY57" fmla="*/ 1182571 h 2901730"/>
              <a:gd name="csX58" fmla="*/ 3074459 w 7171131"/>
              <a:gd name="csY58" fmla="*/ 1721307 h 2901730"/>
              <a:gd name="csX59" fmla="*/ 3064977 w 7171131"/>
              <a:gd name="csY59" fmla="*/ 1732348 h 2901730"/>
              <a:gd name="csX60" fmla="*/ 2900274 w 7171131"/>
              <a:gd name="csY60" fmla="*/ 2178075 h 2901730"/>
              <a:gd name="csX61" fmla="*/ 3100990 w 7171131"/>
              <a:gd name="csY61" fmla="*/ 2662651 h 2901730"/>
              <a:gd name="csX62" fmla="*/ 3585566 w 7171131"/>
              <a:gd name="csY62" fmla="*/ 2863367 h 2901730"/>
              <a:gd name="csX63" fmla="*/ 4070142 w 7171131"/>
              <a:gd name="csY63" fmla="*/ 2662651 h 2901730"/>
              <a:gd name="csX64" fmla="*/ 4270858 w 7171131"/>
              <a:gd name="csY64" fmla="*/ 2178075 h 2901730"/>
              <a:gd name="csX65" fmla="*/ 4106640 w 7171131"/>
              <a:gd name="csY65" fmla="*/ 1732911 h 2901730"/>
              <a:gd name="csX66" fmla="*/ 4097081 w 7171131"/>
              <a:gd name="csY66" fmla="*/ 1721767 h 2901730"/>
              <a:gd name="csX67" fmla="*/ 4463855 w 7171131"/>
              <a:gd name="csY67" fmla="*/ 1183057 h 2901730"/>
              <a:gd name="csX68" fmla="*/ 4344136 w 7171131"/>
              <a:gd name="csY68" fmla="*/ 975261 h 2901730"/>
              <a:gd name="csX69" fmla="*/ 4299356 w 7171131"/>
              <a:gd name="csY69" fmla="*/ 723605 h 2901730"/>
              <a:gd name="csX70" fmla="*/ 4511293 w 7171131"/>
              <a:gd name="csY70" fmla="*/ 211937 h 2901730"/>
              <a:gd name="csX71" fmla="*/ 5023013 w 7171131"/>
              <a:gd name="csY71" fmla="*/ 0 h 2901730"/>
              <a:gd name="csX72" fmla="*/ 5534681 w 7171131"/>
              <a:gd name="csY72" fmla="*/ 211937 h 2901730"/>
              <a:gd name="csX73" fmla="*/ 5746618 w 7171131"/>
              <a:gd name="csY73" fmla="*/ 723605 h 2901730"/>
              <a:gd name="csX74" fmla="*/ 5701991 w 7171131"/>
              <a:gd name="csY74" fmla="*/ 974903 h 2901730"/>
              <a:gd name="csX75" fmla="*/ 5582477 w 7171131"/>
              <a:gd name="csY75" fmla="*/ 1182648 h 2901730"/>
              <a:gd name="csX76" fmla="*/ 5936318 w 7171131"/>
              <a:gd name="csY76" fmla="*/ 1721384 h 2901730"/>
              <a:gd name="csX77" fmla="*/ 5926912 w 7171131"/>
              <a:gd name="csY77" fmla="*/ 1732348 h 2901730"/>
              <a:gd name="csX78" fmla="*/ 5762209 w 7171131"/>
              <a:gd name="csY78" fmla="*/ 2178075 h 2901730"/>
              <a:gd name="csX79" fmla="*/ 5962925 w 7171131"/>
              <a:gd name="csY79" fmla="*/ 2662651 h 2901730"/>
              <a:gd name="csX80" fmla="*/ 6447501 w 7171131"/>
              <a:gd name="csY80" fmla="*/ 2863367 h 2901730"/>
              <a:gd name="csX81" fmla="*/ 6932077 w 7171131"/>
              <a:gd name="csY81" fmla="*/ 2662651 h 2901730"/>
              <a:gd name="csX82" fmla="*/ 7132793 w 7171131"/>
              <a:gd name="csY82" fmla="*/ 2178075 h 2901730"/>
              <a:gd name="csX83" fmla="*/ 6968575 w 7171131"/>
              <a:gd name="csY83" fmla="*/ 1732911 h 2901730"/>
              <a:gd name="csX84" fmla="*/ 6997687 w 7171131"/>
              <a:gd name="csY84" fmla="*/ 1707965 h 2901730"/>
              <a:gd name="csX85" fmla="*/ 7126505 w 7171131"/>
              <a:gd name="csY85" fmla="*/ 1926777 h 2901730"/>
              <a:gd name="csX86" fmla="*/ 7171131 w 7171131"/>
              <a:gd name="csY86" fmla="*/ 2178075 h 2901730"/>
              <a:gd name="csX87" fmla="*/ 6959195 w 7171131"/>
              <a:gd name="csY87" fmla="*/ 2689743 h 2901730"/>
              <a:gd name="csX88" fmla="*/ 6447527 w 7171131"/>
              <a:gd name="csY88" fmla="*/ 2901680 h 2901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171131" h="2901730">
                <a:moveTo>
                  <a:pt x="6447501" y="2901705"/>
                </a:moveTo>
                <a:cubicBezTo>
                  <a:pt x="6254222" y="2901705"/>
                  <a:pt x="6072497" y="2826434"/>
                  <a:pt x="5935832" y="2689769"/>
                </a:cubicBezTo>
                <a:cubicBezTo>
                  <a:pt x="5799167" y="2553104"/>
                  <a:pt x="5723896" y="2371378"/>
                  <a:pt x="5723896" y="2178100"/>
                </a:cubicBezTo>
                <a:cubicBezTo>
                  <a:pt x="5723896" y="2091378"/>
                  <a:pt x="5738950" y="2006700"/>
                  <a:pt x="5768675" y="1926445"/>
                </a:cubicBezTo>
                <a:cubicBezTo>
                  <a:pt x="5796637" y="1850866"/>
                  <a:pt x="5836944" y="1780987"/>
                  <a:pt x="5888547" y="1718444"/>
                </a:cubicBezTo>
                <a:lnTo>
                  <a:pt x="5534707" y="1179734"/>
                </a:lnTo>
                <a:lnTo>
                  <a:pt x="5544087" y="1168795"/>
                </a:lnTo>
                <a:cubicBezTo>
                  <a:pt x="5649979" y="1045242"/>
                  <a:pt x="5708305" y="887158"/>
                  <a:pt x="5708305" y="723631"/>
                </a:cubicBezTo>
                <a:cubicBezTo>
                  <a:pt x="5708305" y="540576"/>
                  <a:pt x="5637020" y="368486"/>
                  <a:pt x="5507589" y="239055"/>
                </a:cubicBezTo>
                <a:cubicBezTo>
                  <a:pt x="5378157" y="109623"/>
                  <a:pt x="5206067" y="38339"/>
                  <a:pt x="5023013" y="38339"/>
                </a:cubicBezTo>
                <a:cubicBezTo>
                  <a:pt x="4839958" y="38339"/>
                  <a:pt x="4667868" y="109623"/>
                  <a:pt x="4538437" y="239055"/>
                </a:cubicBezTo>
                <a:cubicBezTo>
                  <a:pt x="4409005" y="368486"/>
                  <a:pt x="4337721" y="540576"/>
                  <a:pt x="4337721" y="723631"/>
                </a:cubicBezTo>
                <a:cubicBezTo>
                  <a:pt x="4337721" y="887414"/>
                  <a:pt x="4396226" y="1045727"/>
                  <a:pt x="4502424" y="1169357"/>
                </a:cubicBezTo>
                <a:lnTo>
                  <a:pt x="4511983" y="1180501"/>
                </a:lnTo>
                <a:lnTo>
                  <a:pt x="4145183" y="1719237"/>
                </a:lnTo>
                <a:cubicBezTo>
                  <a:pt x="4196557" y="1781652"/>
                  <a:pt x="4236685" y="1851429"/>
                  <a:pt x="4264545" y="1926802"/>
                </a:cubicBezTo>
                <a:cubicBezTo>
                  <a:pt x="4294168" y="2006956"/>
                  <a:pt x="4309171" y="2091506"/>
                  <a:pt x="4309171" y="2178100"/>
                </a:cubicBezTo>
                <a:cubicBezTo>
                  <a:pt x="4309171" y="2371378"/>
                  <a:pt x="4233899" y="2553104"/>
                  <a:pt x="4097234" y="2689769"/>
                </a:cubicBezTo>
                <a:cubicBezTo>
                  <a:pt x="3960569" y="2826434"/>
                  <a:pt x="3778844" y="2901705"/>
                  <a:pt x="3585566" y="2901705"/>
                </a:cubicBezTo>
                <a:cubicBezTo>
                  <a:pt x="3392287" y="2901705"/>
                  <a:pt x="3210562" y="2826434"/>
                  <a:pt x="3073897" y="2689769"/>
                </a:cubicBezTo>
                <a:cubicBezTo>
                  <a:pt x="2937232" y="2553104"/>
                  <a:pt x="2861961" y="2371378"/>
                  <a:pt x="2861961" y="2178100"/>
                </a:cubicBezTo>
                <a:cubicBezTo>
                  <a:pt x="2861961" y="2091378"/>
                  <a:pt x="2877015" y="2006700"/>
                  <a:pt x="2906740" y="1926445"/>
                </a:cubicBezTo>
                <a:cubicBezTo>
                  <a:pt x="2934702" y="1850917"/>
                  <a:pt x="2974957" y="1781039"/>
                  <a:pt x="3026536" y="1718546"/>
                </a:cubicBezTo>
                <a:lnTo>
                  <a:pt x="2667226" y="1179836"/>
                </a:lnTo>
                <a:lnTo>
                  <a:pt x="2676682" y="1168820"/>
                </a:lnTo>
                <a:cubicBezTo>
                  <a:pt x="2782574" y="1045267"/>
                  <a:pt x="2840900" y="887184"/>
                  <a:pt x="2840900" y="723656"/>
                </a:cubicBezTo>
                <a:cubicBezTo>
                  <a:pt x="2840900" y="540602"/>
                  <a:pt x="2769615" y="368512"/>
                  <a:pt x="2640184" y="239080"/>
                </a:cubicBezTo>
                <a:cubicBezTo>
                  <a:pt x="2510752" y="109649"/>
                  <a:pt x="2338663" y="38364"/>
                  <a:pt x="2155608" y="38364"/>
                </a:cubicBezTo>
                <a:cubicBezTo>
                  <a:pt x="1972553" y="38364"/>
                  <a:pt x="1800463" y="109649"/>
                  <a:pt x="1671032" y="239080"/>
                </a:cubicBezTo>
                <a:cubicBezTo>
                  <a:pt x="1541600" y="368512"/>
                  <a:pt x="1470316" y="540602"/>
                  <a:pt x="1470316" y="723656"/>
                </a:cubicBezTo>
                <a:cubicBezTo>
                  <a:pt x="1470316" y="887439"/>
                  <a:pt x="1528821" y="1045753"/>
                  <a:pt x="1635019" y="1169382"/>
                </a:cubicBezTo>
                <a:lnTo>
                  <a:pt x="1644527" y="1180450"/>
                </a:lnTo>
                <a:lnTo>
                  <a:pt x="1283197" y="1719185"/>
                </a:lnTo>
                <a:cubicBezTo>
                  <a:pt x="1334597" y="1781626"/>
                  <a:pt x="1374750" y="1851429"/>
                  <a:pt x="1402610" y="1926828"/>
                </a:cubicBezTo>
                <a:cubicBezTo>
                  <a:pt x="1432233" y="2006981"/>
                  <a:pt x="1447236" y="2091531"/>
                  <a:pt x="1447236" y="2178126"/>
                </a:cubicBezTo>
                <a:cubicBezTo>
                  <a:pt x="1447236" y="2371404"/>
                  <a:pt x="1371964" y="2553130"/>
                  <a:pt x="1235299" y="2689794"/>
                </a:cubicBezTo>
                <a:cubicBezTo>
                  <a:pt x="1098635" y="2826459"/>
                  <a:pt x="916909" y="2901731"/>
                  <a:pt x="723631" y="2901731"/>
                </a:cubicBezTo>
                <a:cubicBezTo>
                  <a:pt x="530352" y="2901731"/>
                  <a:pt x="348627" y="2826459"/>
                  <a:pt x="211962" y="2689794"/>
                </a:cubicBezTo>
                <a:cubicBezTo>
                  <a:pt x="75272" y="2553104"/>
                  <a:pt x="0" y="2371378"/>
                  <a:pt x="0" y="2178100"/>
                </a:cubicBezTo>
                <a:cubicBezTo>
                  <a:pt x="0" y="2091378"/>
                  <a:pt x="15054" y="2006700"/>
                  <a:pt x="44780" y="1926445"/>
                </a:cubicBezTo>
                <a:cubicBezTo>
                  <a:pt x="74403" y="1846393"/>
                  <a:pt x="117879" y="1772681"/>
                  <a:pt x="173981" y="1707377"/>
                </a:cubicBezTo>
                <a:lnTo>
                  <a:pt x="203067" y="1732348"/>
                </a:lnTo>
                <a:cubicBezTo>
                  <a:pt x="96844" y="1856004"/>
                  <a:pt x="38364" y="2014292"/>
                  <a:pt x="38364" y="2178075"/>
                </a:cubicBezTo>
                <a:cubicBezTo>
                  <a:pt x="38364" y="2361129"/>
                  <a:pt x="109649" y="2533219"/>
                  <a:pt x="239080" y="2662651"/>
                </a:cubicBezTo>
                <a:cubicBezTo>
                  <a:pt x="368512" y="2792082"/>
                  <a:pt x="540602" y="2863367"/>
                  <a:pt x="723656" y="2863367"/>
                </a:cubicBezTo>
                <a:cubicBezTo>
                  <a:pt x="906711" y="2863367"/>
                  <a:pt x="1078801" y="2792082"/>
                  <a:pt x="1208232" y="2662651"/>
                </a:cubicBezTo>
                <a:cubicBezTo>
                  <a:pt x="1337664" y="2533219"/>
                  <a:pt x="1408948" y="2361129"/>
                  <a:pt x="1408948" y="2178075"/>
                </a:cubicBezTo>
                <a:cubicBezTo>
                  <a:pt x="1408948" y="2014547"/>
                  <a:pt x="1350622" y="1856464"/>
                  <a:pt x="1244731" y="1732911"/>
                </a:cubicBezTo>
                <a:lnTo>
                  <a:pt x="1235248" y="1721844"/>
                </a:lnTo>
                <a:lnTo>
                  <a:pt x="1596553" y="1183133"/>
                </a:lnTo>
                <a:cubicBezTo>
                  <a:pt x="1545000" y="1120641"/>
                  <a:pt x="1504718" y="1050762"/>
                  <a:pt x="1476782" y="975261"/>
                </a:cubicBezTo>
                <a:cubicBezTo>
                  <a:pt x="1447083" y="895005"/>
                  <a:pt x="1432003" y="810327"/>
                  <a:pt x="1432003" y="723605"/>
                </a:cubicBezTo>
                <a:cubicBezTo>
                  <a:pt x="1432003" y="530327"/>
                  <a:pt x="1507274" y="348601"/>
                  <a:pt x="1643939" y="211937"/>
                </a:cubicBezTo>
                <a:cubicBezTo>
                  <a:pt x="1780604" y="75272"/>
                  <a:pt x="1962304" y="0"/>
                  <a:pt x="2155582" y="0"/>
                </a:cubicBezTo>
                <a:cubicBezTo>
                  <a:pt x="2348861" y="0"/>
                  <a:pt x="2530586" y="75272"/>
                  <a:pt x="2667251" y="211937"/>
                </a:cubicBezTo>
                <a:cubicBezTo>
                  <a:pt x="2803916" y="348601"/>
                  <a:pt x="2879187" y="530327"/>
                  <a:pt x="2879187" y="723605"/>
                </a:cubicBezTo>
                <a:cubicBezTo>
                  <a:pt x="2879187" y="810200"/>
                  <a:pt x="2864159" y="894749"/>
                  <a:pt x="2834561" y="974903"/>
                </a:cubicBezTo>
                <a:cubicBezTo>
                  <a:pt x="2806702" y="1050328"/>
                  <a:pt x="2766548" y="1120130"/>
                  <a:pt x="2715123" y="1182571"/>
                </a:cubicBezTo>
                <a:lnTo>
                  <a:pt x="3074459" y="1721307"/>
                </a:lnTo>
                <a:lnTo>
                  <a:pt x="3064977" y="1732348"/>
                </a:lnTo>
                <a:cubicBezTo>
                  <a:pt x="2958753" y="1856004"/>
                  <a:pt x="2900274" y="2014292"/>
                  <a:pt x="2900274" y="2178075"/>
                </a:cubicBezTo>
                <a:cubicBezTo>
                  <a:pt x="2900274" y="2361129"/>
                  <a:pt x="2971558" y="2533219"/>
                  <a:pt x="3100990" y="2662651"/>
                </a:cubicBezTo>
                <a:cubicBezTo>
                  <a:pt x="3230421" y="2792082"/>
                  <a:pt x="3402511" y="2863367"/>
                  <a:pt x="3585566" y="2863367"/>
                </a:cubicBezTo>
                <a:cubicBezTo>
                  <a:pt x="3768620" y="2863367"/>
                  <a:pt x="3940710" y="2792082"/>
                  <a:pt x="4070142" y="2662651"/>
                </a:cubicBezTo>
                <a:cubicBezTo>
                  <a:pt x="4199573" y="2533219"/>
                  <a:pt x="4270858" y="2361129"/>
                  <a:pt x="4270858" y="2178075"/>
                </a:cubicBezTo>
                <a:cubicBezTo>
                  <a:pt x="4270858" y="2014547"/>
                  <a:pt x="4212532" y="1856464"/>
                  <a:pt x="4106640" y="1732911"/>
                </a:cubicBezTo>
                <a:lnTo>
                  <a:pt x="4097081" y="1721767"/>
                </a:lnTo>
                <a:lnTo>
                  <a:pt x="4463855" y="1183057"/>
                </a:lnTo>
                <a:cubicBezTo>
                  <a:pt x="4412328" y="1120590"/>
                  <a:pt x="4372072" y="1050737"/>
                  <a:pt x="4344136" y="975261"/>
                </a:cubicBezTo>
                <a:cubicBezTo>
                  <a:pt x="4314436" y="895005"/>
                  <a:pt x="4299356" y="810327"/>
                  <a:pt x="4299356" y="723605"/>
                </a:cubicBezTo>
                <a:cubicBezTo>
                  <a:pt x="4299356" y="530327"/>
                  <a:pt x="4374628" y="348601"/>
                  <a:pt x="4511293" y="211937"/>
                </a:cubicBezTo>
                <a:cubicBezTo>
                  <a:pt x="4648009" y="75272"/>
                  <a:pt x="4829734" y="0"/>
                  <a:pt x="5023013" y="0"/>
                </a:cubicBezTo>
                <a:cubicBezTo>
                  <a:pt x="5216291" y="0"/>
                  <a:pt x="5398016" y="75272"/>
                  <a:pt x="5534681" y="211937"/>
                </a:cubicBezTo>
                <a:cubicBezTo>
                  <a:pt x="5671346" y="348601"/>
                  <a:pt x="5746618" y="530327"/>
                  <a:pt x="5746618" y="723605"/>
                </a:cubicBezTo>
                <a:cubicBezTo>
                  <a:pt x="5746618" y="810200"/>
                  <a:pt x="5731589" y="894749"/>
                  <a:pt x="5701991" y="974903"/>
                </a:cubicBezTo>
                <a:cubicBezTo>
                  <a:pt x="5674106" y="1050354"/>
                  <a:pt x="5633927" y="1120181"/>
                  <a:pt x="5582477" y="1182648"/>
                </a:cubicBezTo>
                <a:lnTo>
                  <a:pt x="5936318" y="1721384"/>
                </a:lnTo>
                <a:lnTo>
                  <a:pt x="5926912" y="1732348"/>
                </a:lnTo>
                <a:cubicBezTo>
                  <a:pt x="5820688" y="1856004"/>
                  <a:pt x="5762209" y="2014292"/>
                  <a:pt x="5762209" y="2178075"/>
                </a:cubicBezTo>
                <a:cubicBezTo>
                  <a:pt x="5762209" y="2361129"/>
                  <a:pt x="5833494" y="2533219"/>
                  <a:pt x="5962925" y="2662651"/>
                </a:cubicBezTo>
                <a:cubicBezTo>
                  <a:pt x="6092356" y="2792082"/>
                  <a:pt x="6264446" y="2863367"/>
                  <a:pt x="6447501" y="2863367"/>
                </a:cubicBezTo>
                <a:cubicBezTo>
                  <a:pt x="6630555" y="2863367"/>
                  <a:pt x="6802645" y="2792082"/>
                  <a:pt x="6932077" y="2662651"/>
                </a:cubicBezTo>
                <a:cubicBezTo>
                  <a:pt x="7061508" y="2533219"/>
                  <a:pt x="7132793" y="2361129"/>
                  <a:pt x="7132793" y="2178075"/>
                </a:cubicBezTo>
                <a:cubicBezTo>
                  <a:pt x="7132793" y="2014547"/>
                  <a:pt x="7074466" y="1856464"/>
                  <a:pt x="6968575" y="1732911"/>
                </a:cubicBezTo>
                <a:lnTo>
                  <a:pt x="6997687" y="1707965"/>
                </a:lnTo>
                <a:cubicBezTo>
                  <a:pt x="7053610" y="1773218"/>
                  <a:pt x="7096959" y="1846853"/>
                  <a:pt x="7126505" y="1926777"/>
                </a:cubicBezTo>
                <a:cubicBezTo>
                  <a:pt x="7156128" y="2006930"/>
                  <a:pt x="7171131" y="2091480"/>
                  <a:pt x="7171131" y="2178075"/>
                </a:cubicBezTo>
                <a:cubicBezTo>
                  <a:pt x="7171131" y="2371353"/>
                  <a:pt x="7095860" y="2553079"/>
                  <a:pt x="6959195" y="2689743"/>
                </a:cubicBezTo>
                <a:cubicBezTo>
                  <a:pt x="6822505" y="2826408"/>
                  <a:pt x="6640805" y="2901680"/>
                  <a:pt x="6447527" y="2901680"/>
                </a:cubicBezTo>
                <a:close/>
              </a:path>
            </a:pathLst>
          </a:custGeom>
          <a:solidFill>
            <a:schemeClr val="bg2">
              <a:lumMod val="85000"/>
            </a:schemeClr>
          </a:solidFill>
          <a:ln w="0" cap="flat">
            <a:noFill/>
            <a:prstDash val="solid"/>
            <a:miter/>
          </a:ln>
        </p:spPr>
        <p:txBody>
          <a:bodyPr/>
          <a:lstStyle/>
          <a:p>
            <a:endParaRPr lang="en-US"/>
          </a:p>
        </p:txBody>
      </p:sp>
      <p:sp>
        <p:nvSpPr>
          <p:cNvPr id="31" name="Freeform: Shape 30">
            <a:extLst>
              <a:ext uri="{FF2B5EF4-FFF2-40B4-BE49-F238E27FC236}">
                <a16:creationId xmlns:a16="http://schemas.microsoft.com/office/drawing/2014/main" id="{498E8738-F5D3-C170-5EB5-12BF563A5869}"/>
              </a:ext>
            </a:extLst>
          </p:cNvPr>
          <p:cNvSpPr/>
          <p:nvPr/>
        </p:nvSpPr>
        <p:spPr>
          <a:xfrm>
            <a:off x="2853000" y="2294548"/>
            <a:ext cx="875285" cy="248188"/>
          </a:xfrm>
          <a:custGeom>
            <a:avLst/>
            <a:gdLst>
              <a:gd name="csX0" fmla="*/ 489100 w 977382"/>
              <a:gd name="csY0" fmla="*/ 277138 h 277137"/>
              <a:gd name="csX1" fmla="*/ 228524 w 977382"/>
              <a:gd name="csY1" fmla="*/ 232154 h 277137"/>
              <a:gd name="csX2" fmla="*/ 0 w 977382"/>
              <a:gd name="csY2" fmla="*/ 102134 h 277137"/>
              <a:gd name="csX3" fmla="*/ 84166 w 977382"/>
              <a:gd name="csY3" fmla="*/ 0 h 277137"/>
              <a:gd name="csX4" fmla="*/ 489125 w 977382"/>
              <a:gd name="csY4" fmla="*/ 144818 h 277137"/>
              <a:gd name="csX5" fmla="*/ 893369 w 977382"/>
              <a:gd name="csY5" fmla="*/ 588 h 277137"/>
              <a:gd name="csX6" fmla="*/ 977382 w 977382"/>
              <a:gd name="csY6" fmla="*/ 102850 h 277137"/>
              <a:gd name="csX7" fmla="*/ 749190 w 977382"/>
              <a:gd name="csY7" fmla="*/ 232333 h 277137"/>
              <a:gd name="csX8" fmla="*/ 489151 w 977382"/>
              <a:gd name="csY8" fmla="*/ 277138 h 277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7382" h="277137">
                <a:moveTo>
                  <a:pt x="489100" y="277138"/>
                </a:moveTo>
                <a:cubicBezTo>
                  <a:pt x="399490"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51" y="277138"/>
                </a:cubicBezTo>
                <a:close/>
              </a:path>
            </a:pathLst>
          </a:custGeom>
          <a:solidFill>
            <a:srgbClr val="FBB034"/>
          </a:solidFill>
          <a:ln w="0" cap="flat">
            <a:noFill/>
            <a:prstDash val="solid"/>
            <a:miter/>
          </a:ln>
        </p:spPr>
        <p:txBody>
          <a:bodyPr/>
          <a:lstStyle/>
          <a:p>
            <a:endParaRPr lang="en-US"/>
          </a:p>
        </p:txBody>
      </p:sp>
      <p:sp>
        <p:nvSpPr>
          <p:cNvPr id="32" name="Freeform: Shape 31">
            <a:extLst>
              <a:ext uri="{FF2B5EF4-FFF2-40B4-BE49-F238E27FC236}">
                <a16:creationId xmlns:a16="http://schemas.microsoft.com/office/drawing/2014/main" id="{7C197F45-F651-0CBD-7C14-333CB632E8EF}"/>
              </a:ext>
            </a:extLst>
          </p:cNvPr>
          <p:cNvSpPr/>
          <p:nvPr/>
        </p:nvSpPr>
        <p:spPr>
          <a:xfrm>
            <a:off x="5420900" y="2294548"/>
            <a:ext cx="875285" cy="248188"/>
          </a:xfrm>
          <a:custGeom>
            <a:avLst/>
            <a:gdLst>
              <a:gd name="csX0" fmla="*/ 489100 w 977382"/>
              <a:gd name="csY0" fmla="*/ 277138 h 277137"/>
              <a:gd name="csX1" fmla="*/ 228524 w 977382"/>
              <a:gd name="csY1" fmla="*/ 232154 h 277137"/>
              <a:gd name="csX2" fmla="*/ 0 w 977382"/>
              <a:gd name="csY2" fmla="*/ 102134 h 277137"/>
              <a:gd name="csX3" fmla="*/ 84166 w 977382"/>
              <a:gd name="csY3" fmla="*/ 0 h 277137"/>
              <a:gd name="csX4" fmla="*/ 489125 w 977382"/>
              <a:gd name="csY4" fmla="*/ 144818 h 277137"/>
              <a:gd name="csX5" fmla="*/ 893369 w 977382"/>
              <a:gd name="csY5" fmla="*/ 588 h 277137"/>
              <a:gd name="csX6" fmla="*/ 977382 w 977382"/>
              <a:gd name="csY6" fmla="*/ 102850 h 277137"/>
              <a:gd name="csX7" fmla="*/ 749190 w 977382"/>
              <a:gd name="csY7" fmla="*/ 232333 h 277137"/>
              <a:gd name="csX8" fmla="*/ 489125 w 977382"/>
              <a:gd name="csY8" fmla="*/ 277138 h 277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7382" h="277137">
                <a:moveTo>
                  <a:pt x="489100" y="277138"/>
                </a:moveTo>
                <a:cubicBezTo>
                  <a:pt x="399489" y="277138"/>
                  <a:pt x="311822" y="262007"/>
                  <a:pt x="228524" y="232154"/>
                </a:cubicBezTo>
                <a:cubicBezTo>
                  <a:pt x="145457" y="202377"/>
                  <a:pt x="68550" y="158646"/>
                  <a:pt x="0" y="102134"/>
                </a:cubicBezTo>
                <a:lnTo>
                  <a:pt x="84166" y="0"/>
                </a:lnTo>
                <a:cubicBezTo>
                  <a:pt x="199131" y="94748"/>
                  <a:pt x="339170" y="144818"/>
                  <a:pt x="489125" y="144818"/>
                </a:cubicBezTo>
                <a:cubicBezTo>
                  <a:pt x="639081" y="144818"/>
                  <a:pt x="778506" y="94952"/>
                  <a:pt x="893369" y="588"/>
                </a:cubicBezTo>
                <a:lnTo>
                  <a:pt x="977382" y="102850"/>
                </a:lnTo>
                <a:cubicBezTo>
                  <a:pt x="908883" y="159131"/>
                  <a:pt x="832104" y="202684"/>
                  <a:pt x="749190" y="232333"/>
                </a:cubicBezTo>
                <a:cubicBezTo>
                  <a:pt x="666046" y="262058"/>
                  <a:pt x="578557" y="277138"/>
                  <a:pt x="489125" y="277138"/>
                </a:cubicBezTo>
                <a:close/>
              </a:path>
            </a:pathLst>
          </a:custGeom>
          <a:solidFill>
            <a:srgbClr val="FBB034"/>
          </a:solidFill>
          <a:ln w="0"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29248AA5-4A97-8F67-B417-41666BA49156}"/>
              </a:ext>
            </a:extLst>
          </p:cNvPr>
          <p:cNvSpPr/>
          <p:nvPr/>
        </p:nvSpPr>
        <p:spPr>
          <a:xfrm>
            <a:off x="4133585" y="2465050"/>
            <a:ext cx="875239" cy="248188"/>
          </a:xfrm>
          <a:custGeom>
            <a:avLst/>
            <a:gdLst>
              <a:gd name="csX0" fmla="*/ 84166 w 977330"/>
              <a:gd name="csY0" fmla="*/ 277138 h 277137"/>
              <a:gd name="csX1" fmla="*/ 0 w 977330"/>
              <a:gd name="csY1" fmla="*/ 175004 h 277137"/>
              <a:gd name="csX2" fmla="*/ 228524 w 977330"/>
              <a:gd name="csY2" fmla="*/ 44984 h 277137"/>
              <a:gd name="csX3" fmla="*/ 489100 w 977330"/>
              <a:gd name="csY3" fmla="*/ 0 h 277137"/>
              <a:gd name="csX4" fmla="*/ 749139 w 977330"/>
              <a:gd name="csY4" fmla="*/ 44805 h 277137"/>
              <a:gd name="csX5" fmla="*/ 977331 w 977330"/>
              <a:gd name="csY5" fmla="*/ 174288 h 277137"/>
              <a:gd name="csX6" fmla="*/ 893318 w 977330"/>
              <a:gd name="csY6" fmla="*/ 276550 h 277137"/>
              <a:gd name="csX7" fmla="*/ 489100 w 977330"/>
              <a:gd name="csY7" fmla="*/ 132320 h 277137"/>
              <a:gd name="csX8" fmla="*/ 84141 w 977330"/>
              <a:gd name="csY8" fmla="*/ 277138 h 277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7330" h="277137">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w="0" cap="flat">
            <a:noFill/>
            <a:prstDash val="solid"/>
            <a:miter/>
          </a:ln>
        </p:spPr>
        <p:txBody>
          <a:bodyPr/>
          <a:lstStyle/>
          <a:p>
            <a:endParaRPr lang="en-US"/>
          </a:p>
        </p:txBody>
      </p:sp>
      <p:sp>
        <p:nvSpPr>
          <p:cNvPr id="41" name="Freeform: Shape 40">
            <a:extLst>
              <a:ext uri="{FF2B5EF4-FFF2-40B4-BE49-F238E27FC236}">
                <a16:creationId xmlns:a16="http://schemas.microsoft.com/office/drawing/2014/main" id="{E0425E25-4E94-21A5-A85D-5287A741F5E9}"/>
              </a:ext>
            </a:extLst>
          </p:cNvPr>
          <p:cNvSpPr/>
          <p:nvPr/>
        </p:nvSpPr>
        <p:spPr>
          <a:xfrm>
            <a:off x="6696587" y="2465050"/>
            <a:ext cx="875240" cy="248188"/>
          </a:xfrm>
          <a:custGeom>
            <a:avLst/>
            <a:gdLst>
              <a:gd name="csX0" fmla="*/ 84166 w 977331"/>
              <a:gd name="csY0" fmla="*/ 277138 h 277137"/>
              <a:gd name="csX1" fmla="*/ 0 w 977331"/>
              <a:gd name="csY1" fmla="*/ 175004 h 277137"/>
              <a:gd name="csX2" fmla="*/ 228524 w 977331"/>
              <a:gd name="csY2" fmla="*/ 44984 h 277137"/>
              <a:gd name="csX3" fmla="*/ 489100 w 977331"/>
              <a:gd name="csY3" fmla="*/ 0 h 277137"/>
              <a:gd name="csX4" fmla="*/ 749139 w 977331"/>
              <a:gd name="csY4" fmla="*/ 44805 h 277137"/>
              <a:gd name="csX5" fmla="*/ 977331 w 977331"/>
              <a:gd name="csY5" fmla="*/ 174288 h 277137"/>
              <a:gd name="csX6" fmla="*/ 893318 w 977331"/>
              <a:gd name="csY6" fmla="*/ 276550 h 277137"/>
              <a:gd name="csX7" fmla="*/ 489100 w 977331"/>
              <a:gd name="csY7" fmla="*/ 132320 h 277137"/>
              <a:gd name="csX8" fmla="*/ 84141 w 977331"/>
              <a:gd name="csY8" fmla="*/ 277138 h 277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7331" h="277137">
                <a:moveTo>
                  <a:pt x="84166" y="277138"/>
                </a:moveTo>
                <a:lnTo>
                  <a:pt x="0" y="175004"/>
                </a:lnTo>
                <a:cubicBezTo>
                  <a:pt x="68575" y="118492"/>
                  <a:pt x="145457" y="74761"/>
                  <a:pt x="228524" y="44984"/>
                </a:cubicBezTo>
                <a:cubicBezTo>
                  <a:pt x="311822" y="15131"/>
                  <a:pt x="399490" y="0"/>
                  <a:pt x="489100" y="0"/>
                </a:cubicBezTo>
                <a:cubicBezTo>
                  <a:pt x="578710" y="0"/>
                  <a:pt x="665995" y="15080"/>
                  <a:pt x="749139" y="44805"/>
                </a:cubicBezTo>
                <a:cubicBezTo>
                  <a:pt x="832053" y="74454"/>
                  <a:pt x="908833" y="118032"/>
                  <a:pt x="977331" y="174288"/>
                </a:cubicBezTo>
                <a:lnTo>
                  <a:pt x="893318" y="276550"/>
                </a:lnTo>
                <a:cubicBezTo>
                  <a:pt x="778481" y="182211"/>
                  <a:pt x="638698" y="132320"/>
                  <a:pt x="489100" y="132320"/>
                </a:cubicBezTo>
                <a:cubicBezTo>
                  <a:pt x="339502" y="132320"/>
                  <a:pt x="199131" y="182390"/>
                  <a:pt x="84141" y="277138"/>
                </a:cubicBezTo>
                <a:close/>
              </a:path>
            </a:pathLst>
          </a:custGeom>
          <a:solidFill>
            <a:srgbClr val="4E84C4"/>
          </a:solidFill>
          <a:ln w="0" cap="flat">
            <a:noFill/>
            <a:prstDash val="solid"/>
            <a:miter/>
          </a:ln>
        </p:spPr>
        <p:txBody>
          <a:bodyPr/>
          <a:lstStyle/>
          <a:p>
            <a:endParaRPr lang="en-US"/>
          </a:p>
        </p:txBody>
      </p:sp>
      <p:sp>
        <p:nvSpPr>
          <p:cNvPr id="43" name="Oval 42">
            <a:extLst>
              <a:ext uri="{FF2B5EF4-FFF2-40B4-BE49-F238E27FC236}">
                <a16:creationId xmlns:a16="http://schemas.microsoft.com/office/drawing/2014/main" id="{D13668CB-4027-AAA3-86F7-A4CD3F2A49FB}"/>
              </a:ext>
            </a:extLst>
          </p:cNvPr>
          <p:cNvSpPr/>
          <p:nvPr/>
        </p:nvSpPr>
        <p:spPr>
          <a:xfrm>
            <a:off x="6681914" y="2695575"/>
            <a:ext cx="929990" cy="929991"/>
          </a:xfrm>
          <a:prstGeom prst="ellipse">
            <a:avLst/>
          </a:prstGeom>
          <a:solidFill>
            <a:srgbClr val="4E84C4"/>
          </a:solidFill>
          <a:ln w="0" cap="flat">
            <a:noFill/>
            <a:prstDash val="solid"/>
            <a:miter/>
          </a:ln>
        </p:spPr>
        <p:txBody>
          <a:bodyPr/>
          <a:lstStyle/>
          <a:p>
            <a:endParaRPr lang="en-US"/>
          </a:p>
        </p:txBody>
      </p:sp>
      <p:pic>
        <p:nvPicPr>
          <p:cNvPr id="45" name="Graphic 44">
            <a:extLst>
              <a:ext uri="{FF2B5EF4-FFF2-40B4-BE49-F238E27FC236}">
                <a16:creationId xmlns:a16="http://schemas.microsoft.com/office/drawing/2014/main" id="{0DF8788B-7543-4096-9851-FB198522E7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38526" y="1600977"/>
            <a:ext cx="531868" cy="485620"/>
          </a:xfrm>
          <a:prstGeom prst="rect">
            <a:avLst/>
          </a:prstGeom>
        </p:spPr>
      </p:pic>
      <p:sp>
        <p:nvSpPr>
          <p:cNvPr id="7" name="Footer Placeholder 6">
            <a:extLst>
              <a:ext uri="{FF2B5EF4-FFF2-40B4-BE49-F238E27FC236}">
                <a16:creationId xmlns:a16="http://schemas.microsoft.com/office/drawing/2014/main" id="{95A72E13-1E8D-927E-1468-7936D360165C}"/>
              </a:ext>
            </a:extLst>
          </p:cNvPr>
          <p:cNvSpPr>
            <a:spLocks noGrp="1"/>
          </p:cNvSpPr>
          <p:nvPr>
            <p:ph type="ftr" sz="quarter" idx="1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L="0" algn="l" defTabSz="415525" rtl="0" eaLnBrk="1" latinLnBrk="0" hangingPunct="1">
              <a:defRPr lang="en-US" sz="800" b="0" kern="1200" spc="0" baseline="0">
                <a:solidFill>
                  <a:schemeClr val="tx1">
                    <a:lumMod val="65000"/>
                    <a:lumOff val="35000"/>
                  </a:schemeClr>
                </a:solidFill>
                <a:latin typeface="+mj-lt"/>
                <a:ea typeface="+mn-ea"/>
                <a:cs typeface="Arial" pitchFamily="34" charset="0"/>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a:lstStyle>
          <a:p>
            <a:pPr defTabSz="914355"/>
            <a:r>
              <a:rPr lang="en-SG"/>
              <a:t>TCS confidential</a:t>
            </a:r>
            <a:endParaRPr lang="en-US"/>
          </a:p>
        </p:txBody>
      </p:sp>
      <p:sp>
        <p:nvSpPr>
          <p:cNvPr id="8" name="Slide Number Placeholder 7">
            <a:extLst>
              <a:ext uri="{FF2B5EF4-FFF2-40B4-BE49-F238E27FC236}">
                <a16:creationId xmlns:a16="http://schemas.microsoft.com/office/drawing/2014/main" id="{402F58A9-A7FC-BEFB-FEEF-B9D1D2AC131E}"/>
              </a:ext>
            </a:extLst>
          </p:cNvPr>
          <p:cNvSpPr>
            <a:spLocks noGrp="1"/>
          </p:cNvSpPr>
          <p:nvPr>
            <p:ph type="sldNum" sz="quarter" idx="12"/>
          </p:nvPr>
        </p:nvSpPr>
        <p:spPr/>
        <p:txBody>
          <a:bodyPr/>
          <a:lstStyle/>
          <a:p>
            <a:fld id="{662A0901-ACEF-4BE9-9C8C-C119B421173E}" type="slidenum">
              <a:rPr lang="en-US" smtClean="0"/>
              <a:pPr/>
              <a:t>7</a:t>
            </a:fld>
            <a:endParaRPr lang="en-US"/>
          </a:p>
        </p:txBody>
      </p:sp>
      <p:grpSp>
        <p:nvGrpSpPr>
          <p:cNvPr id="2" name="Group 1">
            <a:extLst>
              <a:ext uri="{FF2B5EF4-FFF2-40B4-BE49-F238E27FC236}">
                <a16:creationId xmlns:a16="http://schemas.microsoft.com/office/drawing/2014/main" id="{112CF8A2-9D5C-275D-F4C9-566BC999892C}"/>
              </a:ext>
            </a:extLst>
          </p:cNvPr>
          <p:cNvGrpSpPr/>
          <p:nvPr/>
        </p:nvGrpSpPr>
        <p:grpSpPr>
          <a:xfrm>
            <a:off x="1754531" y="2901542"/>
            <a:ext cx="532800" cy="486000"/>
            <a:chOff x="3956908" y="856152"/>
            <a:chExt cx="404518" cy="437296"/>
          </a:xfrm>
        </p:grpSpPr>
        <p:sp>
          <p:nvSpPr>
            <p:cNvPr id="3" name="Freeform: Shape 2">
              <a:extLst>
                <a:ext uri="{FF2B5EF4-FFF2-40B4-BE49-F238E27FC236}">
                  <a16:creationId xmlns:a16="http://schemas.microsoft.com/office/drawing/2014/main" id="{236EA16A-5E05-A9F4-7E8C-A6F4703E40C1}"/>
                </a:ext>
              </a:extLst>
            </p:cNvPr>
            <p:cNvSpPr/>
            <p:nvPr/>
          </p:nvSpPr>
          <p:spPr>
            <a:xfrm>
              <a:off x="4244244" y="1183887"/>
              <a:ext cx="68589" cy="40746"/>
            </a:xfrm>
            <a:custGeom>
              <a:avLst/>
              <a:gdLst>
                <a:gd name="connsiteX0" fmla="*/ 0 w 68589"/>
                <a:gd name="connsiteY0" fmla="*/ 12903 h 40746"/>
                <a:gd name="connsiteX1" fmla="*/ 27843 w 68589"/>
                <a:gd name="connsiteY1" fmla="*/ 40746 h 40746"/>
                <a:gd name="connsiteX2" fmla="*/ 68590 w 68589"/>
                <a:gd name="connsiteY2" fmla="*/ 0 h 40746"/>
              </a:gdLst>
              <a:ahLst/>
              <a:cxnLst>
                <a:cxn ang="0">
                  <a:pos x="connsiteX0" y="connsiteY0"/>
                </a:cxn>
                <a:cxn ang="0">
                  <a:pos x="connsiteX1" y="connsiteY1"/>
                </a:cxn>
                <a:cxn ang="0">
                  <a:pos x="connsiteX2" y="connsiteY2"/>
                </a:cxn>
              </a:cxnLst>
              <a:rect l="l" t="t" r="r" b="b"/>
              <a:pathLst>
                <a:path w="68589" h="40746">
                  <a:moveTo>
                    <a:pt x="0" y="12903"/>
                  </a:moveTo>
                  <a:lnTo>
                    <a:pt x="27843" y="40746"/>
                  </a:lnTo>
                  <a:lnTo>
                    <a:pt x="68590" y="0"/>
                  </a:lnTo>
                </a:path>
              </a:pathLst>
            </a:custGeom>
            <a:noFill/>
            <a:ln w="15875" cap="rnd">
              <a:solidFill>
                <a:schemeClr val="bg1"/>
              </a:solidFill>
              <a:prstDash val="solid"/>
              <a:round/>
            </a:ln>
          </p:spPr>
          <p:txBody>
            <a:bodyPr rtlCol="0" anchor="ctr"/>
            <a:lstStyle/>
            <a:p>
              <a:endParaRPr lang="en-US"/>
            </a:p>
          </p:txBody>
        </p:sp>
        <p:sp>
          <p:nvSpPr>
            <p:cNvPr id="5" name="Freeform: Shape 4">
              <a:extLst>
                <a:ext uri="{FF2B5EF4-FFF2-40B4-BE49-F238E27FC236}">
                  <a16:creationId xmlns:a16="http://schemas.microsoft.com/office/drawing/2014/main" id="{EE707D1C-BBF8-2494-C3E5-82589175819A}"/>
                </a:ext>
              </a:extLst>
            </p:cNvPr>
            <p:cNvSpPr/>
            <p:nvPr/>
          </p:nvSpPr>
          <p:spPr>
            <a:xfrm>
              <a:off x="3956908" y="1028900"/>
              <a:ext cx="322422" cy="199957"/>
            </a:xfrm>
            <a:custGeom>
              <a:avLst/>
              <a:gdLst>
                <a:gd name="connsiteX0" fmla="*/ 322423 w 322422"/>
                <a:gd name="connsiteY0" fmla="*/ 63609 h 199957"/>
                <a:gd name="connsiteX1" fmla="*/ 199430 w 322422"/>
                <a:gd name="connsiteY1" fmla="*/ 0 h 199957"/>
                <a:gd name="connsiteX2" fmla="*/ 150761 w 322422"/>
                <a:gd name="connsiteY2" fmla="*/ 0 h 199957"/>
                <a:gd name="connsiteX3" fmla="*/ 0 w 322422"/>
                <a:gd name="connsiteY3" fmla="*/ 150761 h 199957"/>
                <a:gd name="connsiteX4" fmla="*/ 0 w 322422"/>
                <a:gd name="connsiteY4" fmla="*/ 199958 h 199957"/>
                <a:gd name="connsiteX5" fmla="*/ 222142 w 322422"/>
                <a:gd name="connsiteY5" fmla="*/ 199958 h 199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422" h="199957">
                  <a:moveTo>
                    <a:pt x="322423" y="63609"/>
                  </a:moveTo>
                  <a:cubicBezTo>
                    <a:pt x="295108" y="25127"/>
                    <a:pt x="250211" y="0"/>
                    <a:pt x="199430" y="0"/>
                  </a:cubicBezTo>
                  <a:lnTo>
                    <a:pt x="150761" y="0"/>
                  </a:lnTo>
                  <a:cubicBezTo>
                    <a:pt x="67533" y="0"/>
                    <a:pt x="0" y="67533"/>
                    <a:pt x="0" y="150761"/>
                  </a:cubicBezTo>
                  <a:lnTo>
                    <a:pt x="0" y="199958"/>
                  </a:lnTo>
                  <a:lnTo>
                    <a:pt x="222142" y="199958"/>
                  </a:lnTo>
                </a:path>
              </a:pathLst>
            </a:custGeom>
            <a:noFill/>
            <a:ln w="15875" cap="rnd">
              <a:solidFill>
                <a:schemeClr val="bg1"/>
              </a:solidFill>
              <a:prstDash val="solid"/>
              <a:round/>
            </a:ln>
          </p:spPr>
          <p:txBody>
            <a:bodyPr rtlCol="0" anchor="ctr"/>
            <a:lstStyle/>
            <a:p>
              <a:endParaRPr lang="en-US"/>
            </a:p>
          </p:txBody>
        </p:sp>
        <p:sp>
          <p:nvSpPr>
            <p:cNvPr id="6" name="Freeform: Shape 5">
              <a:extLst>
                <a:ext uri="{FF2B5EF4-FFF2-40B4-BE49-F238E27FC236}">
                  <a16:creationId xmlns:a16="http://schemas.microsoft.com/office/drawing/2014/main" id="{03D5A638-E8DC-86BB-420A-2EF8F1286BAC}"/>
                </a:ext>
              </a:extLst>
            </p:cNvPr>
            <p:cNvSpPr/>
            <p:nvPr/>
          </p:nvSpPr>
          <p:spPr>
            <a:xfrm rot="18900000">
              <a:off x="4045545" y="856152"/>
              <a:ext cx="172793" cy="172793"/>
            </a:xfrm>
            <a:custGeom>
              <a:avLst/>
              <a:gdLst>
                <a:gd name="connsiteX0" fmla="*/ 172794 w 172793"/>
                <a:gd name="connsiteY0" fmla="*/ 86397 h 172793"/>
                <a:gd name="connsiteX1" fmla="*/ 86397 w 172793"/>
                <a:gd name="connsiteY1" fmla="*/ 172794 h 172793"/>
                <a:gd name="connsiteX2" fmla="*/ 0 w 172793"/>
                <a:gd name="connsiteY2" fmla="*/ 86397 h 172793"/>
                <a:gd name="connsiteX3" fmla="*/ 86397 w 172793"/>
                <a:gd name="connsiteY3" fmla="*/ 0 h 172793"/>
                <a:gd name="connsiteX4" fmla="*/ 172794 w 172793"/>
                <a:gd name="connsiteY4" fmla="*/ 86397 h 172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93" h="172793">
                  <a:moveTo>
                    <a:pt x="172794" y="86397"/>
                  </a:moveTo>
                  <a:cubicBezTo>
                    <a:pt x="172794" y="134113"/>
                    <a:pt x="134113" y="172794"/>
                    <a:pt x="86397" y="172794"/>
                  </a:cubicBezTo>
                  <a:cubicBezTo>
                    <a:pt x="38681" y="172794"/>
                    <a:pt x="0" y="134113"/>
                    <a:pt x="0" y="86397"/>
                  </a:cubicBezTo>
                  <a:cubicBezTo>
                    <a:pt x="0" y="38681"/>
                    <a:pt x="38681" y="0"/>
                    <a:pt x="86397" y="0"/>
                  </a:cubicBezTo>
                  <a:cubicBezTo>
                    <a:pt x="134113" y="0"/>
                    <a:pt x="172794" y="38681"/>
                    <a:pt x="172794" y="86397"/>
                  </a:cubicBezTo>
                  <a:close/>
                </a:path>
              </a:pathLst>
            </a:custGeom>
            <a:noFill/>
            <a:ln w="15875" cap="rnd">
              <a:solidFill>
                <a:schemeClr val="bg1"/>
              </a:solidFill>
              <a:prstDash val="solid"/>
              <a:round/>
            </a:ln>
          </p:spPr>
          <p:txBody>
            <a:bodyPr rtlCol="0" anchor="ctr"/>
            <a:lstStyle/>
            <a:p>
              <a:endParaRPr lang="en-US"/>
            </a:p>
          </p:txBody>
        </p:sp>
        <p:sp>
          <p:nvSpPr>
            <p:cNvPr id="9" name="Freeform: Shape 8">
              <a:extLst>
                <a:ext uri="{FF2B5EF4-FFF2-40B4-BE49-F238E27FC236}">
                  <a16:creationId xmlns:a16="http://schemas.microsoft.com/office/drawing/2014/main" id="{47C78217-E9A6-61C2-3BFA-918F3D9C76A4}"/>
                </a:ext>
              </a:extLst>
            </p:cNvPr>
            <p:cNvSpPr/>
            <p:nvPr/>
          </p:nvSpPr>
          <p:spPr>
            <a:xfrm>
              <a:off x="4197235" y="1115146"/>
              <a:ext cx="164191" cy="178302"/>
            </a:xfrm>
            <a:custGeom>
              <a:avLst/>
              <a:gdLst>
                <a:gd name="connsiteX0" fmla="*/ 164192 w 164191"/>
                <a:gd name="connsiteY0" fmla="*/ 14714 h 178302"/>
                <a:gd name="connsiteX1" fmla="*/ 164192 w 164191"/>
                <a:gd name="connsiteY1" fmla="*/ 77946 h 178302"/>
                <a:gd name="connsiteX2" fmla="*/ 129935 w 164191"/>
                <a:gd name="connsiteY2" fmla="*/ 153628 h 178302"/>
                <a:gd name="connsiteX3" fmla="*/ 82096 w 164191"/>
                <a:gd name="connsiteY3" fmla="*/ 178302 h 178302"/>
                <a:gd name="connsiteX4" fmla="*/ 34257 w 164191"/>
                <a:gd name="connsiteY4" fmla="*/ 153628 h 178302"/>
                <a:gd name="connsiteX5" fmla="*/ 0 w 164191"/>
                <a:gd name="connsiteY5" fmla="*/ 77946 h 178302"/>
                <a:gd name="connsiteX6" fmla="*/ 0 w 164191"/>
                <a:gd name="connsiteY6" fmla="*/ 14714 h 178302"/>
                <a:gd name="connsiteX7" fmla="*/ 82096 w 164191"/>
                <a:gd name="connsiteY7" fmla="*/ 0 h 178302"/>
                <a:gd name="connsiteX8" fmla="*/ 164192 w 164191"/>
                <a:gd name="connsiteY8" fmla="*/ 14714 h 178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191" h="178302">
                  <a:moveTo>
                    <a:pt x="164192" y="14714"/>
                  </a:moveTo>
                  <a:lnTo>
                    <a:pt x="164192" y="77946"/>
                  </a:lnTo>
                  <a:cubicBezTo>
                    <a:pt x="164192" y="106921"/>
                    <a:pt x="152119" y="134990"/>
                    <a:pt x="129935" y="153628"/>
                  </a:cubicBezTo>
                  <a:cubicBezTo>
                    <a:pt x="118239" y="163362"/>
                    <a:pt x="102771" y="172341"/>
                    <a:pt x="82096" y="178302"/>
                  </a:cubicBezTo>
                  <a:cubicBezTo>
                    <a:pt x="61421" y="172341"/>
                    <a:pt x="45877" y="163362"/>
                    <a:pt x="34257" y="153628"/>
                  </a:cubicBezTo>
                  <a:cubicBezTo>
                    <a:pt x="12073" y="134990"/>
                    <a:pt x="0" y="106921"/>
                    <a:pt x="0" y="77946"/>
                  </a:cubicBezTo>
                  <a:lnTo>
                    <a:pt x="0" y="14714"/>
                  </a:lnTo>
                  <a:cubicBezTo>
                    <a:pt x="55460" y="21429"/>
                    <a:pt x="82096" y="0"/>
                    <a:pt x="82096" y="0"/>
                  </a:cubicBezTo>
                  <a:cubicBezTo>
                    <a:pt x="82096" y="0"/>
                    <a:pt x="108656" y="21429"/>
                    <a:pt x="164192" y="14714"/>
                  </a:cubicBezTo>
                  <a:close/>
                </a:path>
              </a:pathLst>
            </a:custGeom>
            <a:noFill/>
            <a:ln w="15875" cap="rnd">
              <a:solidFill>
                <a:schemeClr val="bg1"/>
              </a:solidFill>
              <a:prstDash val="solid"/>
              <a:round/>
            </a:ln>
          </p:spPr>
          <p:txBody>
            <a:bodyPr rtlCol="0" anchor="ctr"/>
            <a:lstStyle/>
            <a:p>
              <a:endParaRPr lang="en-US"/>
            </a:p>
          </p:txBody>
        </p:sp>
      </p:grpSp>
      <p:grpSp>
        <p:nvGrpSpPr>
          <p:cNvPr id="10" name="Graphic 4">
            <a:extLst>
              <a:ext uri="{FF2B5EF4-FFF2-40B4-BE49-F238E27FC236}">
                <a16:creationId xmlns:a16="http://schemas.microsoft.com/office/drawing/2014/main" id="{6F004289-D929-29E4-0510-87C24FA1FA2A}"/>
              </a:ext>
            </a:extLst>
          </p:cNvPr>
          <p:cNvGrpSpPr/>
          <p:nvPr/>
        </p:nvGrpSpPr>
        <p:grpSpPr>
          <a:xfrm>
            <a:off x="4314179" y="2903178"/>
            <a:ext cx="532800" cy="486000"/>
            <a:chOff x="1600145" y="3233810"/>
            <a:chExt cx="435181" cy="470740"/>
          </a:xfrm>
          <a:noFill/>
        </p:grpSpPr>
        <p:grpSp>
          <p:nvGrpSpPr>
            <p:cNvPr id="11" name="Graphic 4">
              <a:extLst>
                <a:ext uri="{FF2B5EF4-FFF2-40B4-BE49-F238E27FC236}">
                  <a16:creationId xmlns:a16="http://schemas.microsoft.com/office/drawing/2014/main" id="{3087D51C-F194-58BD-9372-38E1C62946D8}"/>
                </a:ext>
              </a:extLst>
            </p:cNvPr>
            <p:cNvGrpSpPr/>
            <p:nvPr/>
          </p:nvGrpSpPr>
          <p:grpSpPr>
            <a:xfrm>
              <a:off x="1600145" y="3362428"/>
              <a:ext cx="424891" cy="342122"/>
              <a:chOff x="1600145" y="3362428"/>
              <a:chExt cx="424891" cy="342122"/>
            </a:xfrm>
            <a:noFill/>
          </p:grpSpPr>
          <p:sp>
            <p:nvSpPr>
              <p:cNvPr id="17" name="Freeform: Shape 16">
                <a:extLst>
                  <a:ext uri="{FF2B5EF4-FFF2-40B4-BE49-F238E27FC236}">
                    <a16:creationId xmlns:a16="http://schemas.microsoft.com/office/drawing/2014/main" id="{A6983C08-971F-B4B9-2D27-D87D7C144AC0}"/>
                  </a:ext>
                </a:extLst>
              </p:cNvPr>
              <p:cNvSpPr/>
              <p:nvPr/>
            </p:nvSpPr>
            <p:spPr>
              <a:xfrm>
                <a:off x="1715598" y="3475233"/>
                <a:ext cx="182939" cy="139663"/>
              </a:xfrm>
              <a:custGeom>
                <a:avLst/>
                <a:gdLst>
                  <a:gd name="connsiteX0" fmla="*/ 166598 w 182939"/>
                  <a:gd name="connsiteY0" fmla="*/ 0 h 139663"/>
                  <a:gd name="connsiteX1" fmla="*/ 182940 w 182939"/>
                  <a:gd name="connsiteY1" fmla="*/ 25270 h 139663"/>
                  <a:gd name="connsiteX2" fmla="*/ 151844 w 182939"/>
                  <a:gd name="connsiteY2" fmla="*/ 68470 h 139663"/>
                  <a:gd name="connsiteX3" fmla="*/ 66957 w 182939"/>
                  <a:gd name="connsiteY3" fmla="*/ 139663 h 139663"/>
                  <a:gd name="connsiteX4" fmla="*/ 0 w 182939"/>
                  <a:gd name="connsiteY4" fmla="*/ 61661 h 139663"/>
                  <a:gd name="connsiteX5" fmla="*/ 56440 w 182939"/>
                  <a:gd name="connsiteY5" fmla="*/ 8398 h 139663"/>
                  <a:gd name="connsiteX6" fmla="*/ 41158 w 182939"/>
                  <a:gd name="connsiteY6" fmla="*/ 51598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939" h="139663">
                    <a:moveTo>
                      <a:pt x="166598" y="0"/>
                    </a:moveTo>
                    <a:cubicBezTo>
                      <a:pt x="166598" y="0"/>
                      <a:pt x="182940" y="4766"/>
                      <a:pt x="182940" y="25270"/>
                    </a:cubicBezTo>
                    <a:cubicBezTo>
                      <a:pt x="182940" y="45773"/>
                      <a:pt x="164479" y="55835"/>
                      <a:pt x="151844" y="68470"/>
                    </a:cubicBezTo>
                    <a:cubicBezTo>
                      <a:pt x="139210" y="81105"/>
                      <a:pt x="115453" y="139663"/>
                      <a:pt x="66957" y="139663"/>
                    </a:cubicBezTo>
                    <a:cubicBezTo>
                      <a:pt x="18460" y="139663"/>
                      <a:pt x="0" y="101154"/>
                      <a:pt x="0" y="61661"/>
                    </a:cubicBezTo>
                    <a:cubicBezTo>
                      <a:pt x="0" y="22168"/>
                      <a:pt x="39569" y="-530"/>
                      <a:pt x="56440" y="8398"/>
                    </a:cubicBezTo>
                    <a:cubicBezTo>
                      <a:pt x="73312" y="17325"/>
                      <a:pt x="58029" y="42671"/>
                      <a:pt x="41158" y="51598"/>
                    </a:cubicBezTo>
                  </a:path>
                </a:pathLst>
              </a:custGeom>
              <a:noFill/>
              <a:ln w="15875" cap="rnd">
                <a:solidFill>
                  <a:schemeClr val="bg1"/>
                </a:solidFill>
                <a:prstDash val="solid"/>
                <a:round/>
              </a:ln>
            </p:spPr>
            <p:txBody>
              <a:bodyPr rtlCol="0" anchor="ctr"/>
              <a:lstStyle/>
              <a:p>
                <a:endParaRPr lang="en-US"/>
              </a:p>
            </p:txBody>
          </p:sp>
          <p:sp>
            <p:nvSpPr>
              <p:cNvPr id="18" name="Freeform: Shape 17">
                <a:extLst>
                  <a:ext uri="{FF2B5EF4-FFF2-40B4-BE49-F238E27FC236}">
                    <a16:creationId xmlns:a16="http://schemas.microsoft.com/office/drawing/2014/main" id="{7AB0715B-FC18-3977-8F5D-48A8971F3572}"/>
                  </a:ext>
                </a:extLst>
              </p:cNvPr>
              <p:cNvSpPr/>
              <p:nvPr/>
            </p:nvSpPr>
            <p:spPr>
              <a:xfrm>
                <a:off x="1774838" y="3485598"/>
                <a:ext cx="75" cy="7565"/>
              </a:xfrm>
              <a:custGeom>
                <a:avLst/>
                <a:gdLst>
                  <a:gd name="connsiteX0" fmla="*/ 76 w 75"/>
                  <a:gd name="connsiteY0" fmla="*/ 0 h 7565"/>
                  <a:gd name="connsiteX1" fmla="*/ 0 w 75"/>
                  <a:gd name="connsiteY1" fmla="*/ 0 h 7565"/>
                </a:gdLst>
                <a:ahLst/>
                <a:cxnLst>
                  <a:cxn ang="0">
                    <a:pos x="connsiteX0" y="connsiteY0"/>
                  </a:cxn>
                  <a:cxn ang="0">
                    <a:pos x="connsiteX1" y="connsiteY1"/>
                  </a:cxn>
                </a:cxnLst>
                <a:rect l="l" t="t" r="r" b="b"/>
                <a:pathLst>
                  <a:path w="75" h="7565">
                    <a:moveTo>
                      <a:pt x="76" y="0"/>
                    </a:moveTo>
                    <a:lnTo>
                      <a:pt x="0" y="0"/>
                    </a:lnTo>
                  </a:path>
                </a:pathLst>
              </a:custGeom>
              <a:ln w="15875" cap="rnd">
                <a:solidFill>
                  <a:schemeClr val="bg1"/>
                </a:solidFill>
                <a:prstDash val="solid"/>
                <a:round/>
              </a:ln>
            </p:spPr>
            <p:txBody>
              <a:bodyPr rtlCol="0" anchor="ctr"/>
              <a:lstStyle/>
              <a:p>
                <a:endParaRPr lang="en-US"/>
              </a:p>
            </p:txBody>
          </p:sp>
          <p:sp>
            <p:nvSpPr>
              <p:cNvPr id="19" name="Freeform: Shape 18">
                <a:extLst>
                  <a:ext uri="{FF2B5EF4-FFF2-40B4-BE49-F238E27FC236}">
                    <a16:creationId xmlns:a16="http://schemas.microsoft.com/office/drawing/2014/main" id="{78A353C9-6785-F859-9DE4-209FAC240BFB}"/>
                  </a:ext>
                </a:extLst>
              </p:cNvPr>
              <p:cNvSpPr/>
              <p:nvPr/>
            </p:nvSpPr>
            <p:spPr>
              <a:xfrm>
                <a:off x="1792995" y="3452233"/>
                <a:ext cx="14072" cy="26555"/>
              </a:xfrm>
              <a:custGeom>
                <a:avLst/>
                <a:gdLst>
                  <a:gd name="connsiteX0" fmla="*/ 0 w 14072"/>
                  <a:gd name="connsiteY0" fmla="*/ 26556 h 26555"/>
                  <a:gd name="connsiteX1" fmla="*/ 14072 w 14072"/>
                  <a:gd name="connsiteY1" fmla="*/ 0 h 26555"/>
                </a:gdLst>
                <a:ahLst/>
                <a:cxnLst>
                  <a:cxn ang="0">
                    <a:pos x="connsiteX0" y="connsiteY0"/>
                  </a:cxn>
                  <a:cxn ang="0">
                    <a:pos x="connsiteX1" y="connsiteY1"/>
                  </a:cxn>
                </a:cxnLst>
                <a:rect l="l" t="t" r="r" b="b"/>
                <a:pathLst>
                  <a:path w="14072" h="26555">
                    <a:moveTo>
                      <a:pt x="0" y="26556"/>
                    </a:moveTo>
                    <a:cubicBezTo>
                      <a:pt x="11122" y="16720"/>
                      <a:pt x="14072" y="0"/>
                      <a:pt x="14072" y="0"/>
                    </a:cubicBezTo>
                  </a:path>
                </a:pathLst>
              </a:custGeom>
              <a:noFill/>
              <a:ln w="15875" cap="rnd">
                <a:solidFill>
                  <a:schemeClr val="bg1"/>
                </a:solidFill>
                <a:prstDash val="solid"/>
                <a:round/>
              </a:ln>
            </p:spPr>
            <p:txBody>
              <a:bodyPr rtlCol="0" anchor="ctr"/>
              <a:lstStyle/>
              <a:p>
                <a:endParaRPr lang="en-US"/>
              </a:p>
            </p:txBody>
          </p:sp>
          <p:sp>
            <p:nvSpPr>
              <p:cNvPr id="21" name="Freeform: Shape 20">
                <a:extLst>
                  <a:ext uri="{FF2B5EF4-FFF2-40B4-BE49-F238E27FC236}">
                    <a16:creationId xmlns:a16="http://schemas.microsoft.com/office/drawing/2014/main" id="{D15C03A0-ED12-DE67-6E41-3A949DF903F4}"/>
                  </a:ext>
                </a:extLst>
              </p:cNvPr>
              <p:cNvSpPr/>
              <p:nvPr/>
            </p:nvSpPr>
            <p:spPr>
              <a:xfrm>
                <a:off x="1600145" y="3439505"/>
                <a:ext cx="102137" cy="143312"/>
              </a:xfrm>
              <a:custGeom>
                <a:avLst/>
                <a:gdLst>
                  <a:gd name="connsiteX0" fmla="*/ 58710 w 102137"/>
                  <a:gd name="connsiteY0" fmla="*/ 18 h 143312"/>
                  <a:gd name="connsiteX1" fmla="*/ 0 w 102137"/>
                  <a:gd name="connsiteY1" fmla="*/ 55247 h 143312"/>
                  <a:gd name="connsiteX2" fmla="*/ 75884 w 102137"/>
                  <a:gd name="connsiteY2" fmla="*/ 143313 h 143312"/>
                  <a:gd name="connsiteX3" fmla="*/ 102137 w 102137"/>
                  <a:gd name="connsiteY3" fmla="*/ 139227 h 143312"/>
                </a:gdLst>
                <a:ahLst/>
                <a:cxnLst>
                  <a:cxn ang="0">
                    <a:pos x="connsiteX0" y="connsiteY0"/>
                  </a:cxn>
                  <a:cxn ang="0">
                    <a:pos x="connsiteX1" y="connsiteY1"/>
                  </a:cxn>
                  <a:cxn ang="0">
                    <a:pos x="connsiteX2" y="connsiteY2"/>
                  </a:cxn>
                  <a:cxn ang="0">
                    <a:pos x="connsiteX3" y="connsiteY3"/>
                  </a:cxn>
                </a:cxnLst>
                <a:rect l="l" t="t" r="r" b="b"/>
                <a:pathLst>
                  <a:path w="102137" h="143312">
                    <a:moveTo>
                      <a:pt x="58710" y="18"/>
                    </a:moveTo>
                    <a:cubicBezTo>
                      <a:pt x="36013" y="-512"/>
                      <a:pt x="0" y="10761"/>
                      <a:pt x="0" y="55247"/>
                    </a:cubicBezTo>
                    <a:cubicBezTo>
                      <a:pt x="0" y="113277"/>
                      <a:pt x="42217" y="143313"/>
                      <a:pt x="75884" y="143313"/>
                    </a:cubicBezTo>
                    <a:cubicBezTo>
                      <a:pt x="87082" y="143313"/>
                      <a:pt x="95631" y="141572"/>
                      <a:pt x="102137" y="139227"/>
                    </a:cubicBezTo>
                  </a:path>
                </a:pathLst>
              </a:custGeom>
              <a:noFill/>
              <a:ln w="15875" cap="rnd">
                <a:solidFill>
                  <a:schemeClr val="bg1"/>
                </a:solidFill>
                <a:prstDash val="solid"/>
                <a:round/>
              </a:ln>
            </p:spPr>
            <p:txBody>
              <a:bodyPr rtlCol="0" anchor="ctr"/>
              <a:lstStyle/>
              <a:p>
                <a:endParaRPr lang="en-US"/>
              </a:p>
            </p:txBody>
          </p:sp>
          <p:sp>
            <p:nvSpPr>
              <p:cNvPr id="24" name="Freeform: Shape 23">
                <a:extLst>
                  <a:ext uri="{FF2B5EF4-FFF2-40B4-BE49-F238E27FC236}">
                    <a16:creationId xmlns:a16="http://schemas.microsoft.com/office/drawing/2014/main" id="{DCB36657-CC3C-44FA-9954-BB4D2AE43849}"/>
                  </a:ext>
                </a:extLst>
              </p:cNvPr>
              <p:cNvSpPr/>
              <p:nvPr/>
            </p:nvSpPr>
            <p:spPr>
              <a:xfrm>
                <a:off x="1658771" y="3376151"/>
                <a:ext cx="135491" cy="88565"/>
              </a:xfrm>
              <a:custGeom>
                <a:avLst/>
                <a:gdLst>
                  <a:gd name="connsiteX0" fmla="*/ 4623 w 135491"/>
                  <a:gd name="connsiteY0" fmla="*/ 88565 h 88565"/>
                  <a:gd name="connsiteX1" fmla="*/ 11508 w 135491"/>
                  <a:gd name="connsiteY1" fmla="*/ 25316 h 88565"/>
                  <a:gd name="connsiteX2" fmla="*/ 134300 w 135491"/>
                  <a:gd name="connsiteY2" fmla="*/ 19490 h 88565"/>
                  <a:gd name="connsiteX3" fmla="*/ 41544 w 135491"/>
                  <a:gd name="connsiteY3" fmla="*/ 50585 h 88565"/>
                </a:gdLst>
                <a:ahLst/>
                <a:cxnLst>
                  <a:cxn ang="0">
                    <a:pos x="connsiteX0" y="connsiteY0"/>
                  </a:cxn>
                  <a:cxn ang="0">
                    <a:pos x="connsiteX1" y="connsiteY1"/>
                  </a:cxn>
                  <a:cxn ang="0">
                    <a:pos x="connsiteX2" y="connsiteY2"/>
                  </a:cxn>
                  <a:cxn ang="0">
                    <a:pos x="connsiteX3" y="connsiteY3"/>
                  </a:cxn>
                </a:cxnLst>
                <a:rect l="l" t="t" r="r" b="b"/>
                <a:pathLst>
                  <a:path w="135491" h="88565">
                    <a:moveTo>
                      <a:pt x="4623" y="88565"/>
                    </a:moveTo>
                    <a:cubicBezTo>
                      <a:pt x="4623" y="88565"/>
                      <a:pt x="-9449" y="49905"/>
                      <a:pt x="11508" y="25316"/>
                    </a:cubicBezTo>
                    <a:cubicBezTo>
                      <a:pt x="38896" y="-6838"/>
                      <a:pt x="122725" y="-7898"/>
                      <a:pt x="134300" y="19490"/>
                    </a:cubicBezTo>
                    <a:cubicBezTo>
                      <a:pt x="145876" y="46878"/>
                      <a:pt x="69991" y="55881"/>
                      <a:pt x="41544" y="50585"/>
                    </a:cubicBezTo>
                  </a:path>
                </a:pathLst>
              </a:custGeom>
              <a:noFill/>
              <a:ln w="15875" cap="rnd">
                <a:solidFill>
                  <a:schemeClr val="bg1"/>
                </a:solidFill>
                <a:prstDash val="solid"/>
                <a:round/>
              </a:ln>
            </p:spPr>
            <p:txBody>
              <a:bodyPr rtlCol="0" anchor="ctr"/>
              <a:lstStyle/>
              <a:p>
                <a:endParaRPr lang="en-US"/>
              </a:p>
            </p:txBody>
          </p:sp>
          <p:sp>
            <p:nvSpPr>
              <p:cNvPr id="26" name="Freeform: Shape 25">
                <a:extLst>
                  <a:ext uri="{FF2B5EF4-FFF2-40B4-BE49-F238E27FC236}">
                    <a16:creationId xmlns:a16="http://schemas.microsoft.com/office/drawing/2014/main" id="{0CC6911F-D857-0E2B-5436-C385613C3C84}"/>
                  </a:ext>
                </a:extLst>
              </p:cNvPr>
              <p:cNvSpPr/>
              <p:nvPr/>
            </p:nvSpPr>
            <p:spPr>
              <a:xfrm>
                <a:off x="1739548" y="3426207"/>
                <a:ext cx="7221" cy="29506"/>
              </a:xfrm>
              <a:custGeom>
                <a:avLst/>
                <a:gdLst>
                  <a:gd name="connsiteX0" fmla="*/ 7221 w 7221"/>
                  <a:gd name="connsiteY0" fmla="*/ 0 h 29506"/>
                  <a:gd name="connsiteX1" fmla="*/ 790 w 7221"/>
                  <a:gd name="connsiteY1" fmla="*/ 29506 h 29506"/>
                </a:gdLst>
                <a:ahLst/>
                <a:cxnLst>
                  <a:cxn ang="0">
                    <a:pos x="connsiteX0" y="connsiteY0"/>
                  </a:cxn>
                  <a:cxn ang="0">
                    <a:pos x="connsiteX1" y="connsiteY1"/>
                  </a:cxn>
                </a:cxnLst>
                <a:rect l="l" t="t" r="r" b="b"/>
                <a:pathLst>
                  <a:path w="7221" h="29506">
                    <a:moveTo>
                      <a:pt x="7221" y="0"/>
                    </a:moveTo>
                    <a:cubicBezTo>
                      <a:pt x="7221" y="0"/>
                      <a:pt x="-2841" y="9987"/>
                      <a:pt x="790" y="29506"/>
                    </a:cubicBezTo>
                  </a:path>
                </a:pathLst>
              </a:custGeom>
              <a:noFill/>
              <a:ln w="15875" cap="rnd">
                <a:solidFill>
                  <a:schemeClr val="bg1"/>
                </a:solidFill>
                <a:prstDash val="solid"/>
                <a:round/>
              </a:ln>
            </p:spPr>
            <p:txBody>
              <a:bodyPr rtlCol="0" anchor="ctr"/>
              <a:lstStyle/>
              <a:p>
                <a:endParaRPr lang="en-US"/>
              </a:p>
            </p:txBody>
          </p:sp>
          <p:sp>
            <p:nvSpPr>
              <p:cNvPr id="27" name="Freeform: Shape 26">
                <a:extLst>
                  <a:ext uri="{FF2B5EF4-FFF2-40B4-BE49-F238E27FC236}">
                    <a16:creationId xmlns:a16="http://schemas.microsoft.com/office/drawing/2014/main" id="{C25A6CCF-DB53-2DBB-D99A-3880EA692160}"/>
                  </a:ext>
                </a:extLst>
              </p:cNvPr>
              <p:cNvSpPr/>
              <p:nvPr/>
            </p:nvSpPr>
            <p:spPr>
              <a:xfrm>
                <a:off x="1794433" y="3362428"/>
                <a:ext cx="124078" cy="43729"/>
              </a:xfrm>
              <a:custGeom>
                <a:avLst/>
                <a:gdLst>
                  <a:gd name="connsiteX0" fmla="*/ 0 w 124078"/>
                  <a:gd name="connsiteY0" fmla="*/ 5599 h 43729"/>
                  <a:gd name="connsiteX1" fmla="*/ 43427 w 124078"/>
                  <a:gd name="connsiteY1" fmla="*/ 0 h 43729"/>
                  <a:gd name="connsiteX2" fmla="*/ 124078 w 124078"/>
                  <a:gd name="connsiteY2" fmla="*/ 43730 h 43729"/>
                </a:gdLst>
                <a:ahLst/>
                <a:cxnLst>
                  <a:cxn ang="0">
                    <a:pos x="connsiteX0" y="connsiteY0"/>
                  </a:cxn>
                  <a:cxn ang="0">
                    <a:pos x="connsiteX1" y="connsiteY1"/>
                  </a:cxn>
                  <a:cxn ang="0">
                    <a:pos x="connsiteX2" y="connsiteY2"/>
                  </a:cxn>
                </a:cxnLst>
                <a:rect l="l" t="t" r="r" b="b"/>
                <a:pathLst>
                  <a:path w="124078" h="43729">
                    <a:moveTo>
                      <a:pt x="0" y="5599"/>
                    </a:moveTo>
                    <a:cubicBezTo>
                      <a:pt x="10365" y="2497"/>
                      <a:pt x="24589" y="0"/>
                      <a:pt x="43427" y="0"/>
                    </a:cubicBezTo>
                    <a:cubicBezTo>
                      <a:pt x="93513" y="0"/>
                      <a:pt x="124078" y="43730"/>
                      <a:pt x="124078" y="43730"/>
                    </a:cubicBezTo>
                  </a:path>
                </a:pathLst>
              </a:custGeom>
              <a:noFill/>
              <a:ln w="15875" cap="rnd">
                <a:solidFill>
                  <a:schemeClr val="bg1"/>
                </a:solidFill>
                <a:prstDash val="solid"/>
                <a:round/>
              </a:ln>
            </p:spPr>
            <p:txBody>
              <a:bodyPr rtlCol="0" anchor="ctr"/>
              <a:lstStyle/>
              <a:p>
                <a:endParaRPr lang="en-US"/>
              </a:p>
            </p:txBody>
          </p:sp>
          <p:sp>
            <p:nvSpPr>
              <p:cNvPr id="30" name="Freeform: Shape 29">
                <a:extLst>
                  <a:ext uri="{FF2B5EF4-FFF2-40B4-BE49-F238E27FC236}">
                    <a16:creationId xmlns:a16="http://schemas.microsoft.com/office/drawing/2014/main" id="{252F283D-C08E-7A2D-93B6-2A49D21AA091}"/>
                  </a:ext>
                </a:extLst>
              </p:cNvPr>
              <p:cNvSpPr/>
              <p:nvPr/>
            </p:nvSpPr>
            <p:spPr>
              <a:xfrm>
                <a:off x="1901715" y="3383106"/>
                <a:ext cx="93976" cy="97111"/>
              </a:xfrm>
              <a:custGeom>
                <a:avLst/>
                <a:gdLst>
                  <a:gd name="connsiteX0" fmla="*/ 0 w 93976"/>
                  <a:gd name="connsiteY0" fmla="*/ 5046 h 97111"/>
                  <a:gd name="connsiteX1" fmla="*/ 67486 w 93976"/>
                  <a:gd name="connsiteY1" fmla="*/ 23052 h 97111"/>
                  <a:gd name="connsiteX2" fmla="*/ 86476 w 93976"/>
                  <a:gd name="connsiteY2" fmla="*/ 95305 h 97111"/>
                  <a:gd name="connsiteX3" fmla="*/ 57500 w 93976"/>
                  <a:gd name="connsiteY3" fmla="*/ 81611 h 97111"/>
                </a:gdLst>
                <a:ahLst/>
                <a:cxnLst>
                  <a:cxn ang="0">
                    <a:pos x="connsiteX0" y="connsiteY0"/>
                  </a:cxn>
                  <a:cxn ang="0">
                    <a:pos x="connsiteX1" y="connsiteY1"/>
                  </a:cxn>
                  <a:cxn ang="0">
                    <a:pos x="connsiteX2" y="connsiteY2"/>
                  </a:cxn>
                  <a:cxn ang="0">
                    <a:pos x="connsiteX3" y="connsiteY3"/>
                  </a:cxn>
                </a:cxnLst>
                <a:rect l="l" t="t" r="r" b="b"/>
                <a:pathLst>
                  <a:path w="93976" h="97111">
                    <a:moveTo>
                      <a:pt x="0" y="5046"/>
                    </a:moveTo>
                    <a:cubicBezTo>
                      <a:pt x="0" y="5046"/>
                      <a:pt x="34802" y="-14398"/>
                      <a:pt x="67486" y="23052"/>
                    </a:cubicBezTo>
                    <a:cubicBezTo>
                      <a:pt x="100170" y="60503"/>
                      <a:pt x="97522" y="90009"/>
                      <a:pt x="86476" y="95305"/>
                    </a:cubicBezTo>
                    <a:cubicBezTo>
                      <a:pt x="75430" y="100601"/>
                      <a:pt x="62720" y="93716"/>
                      <a:pt x="57500" y="81611"/>
                    </a:cubicBezTo>
                  </a:path>
                </a:pathLst>
              </a:custGeom>
              <a:noFill/>
              <a:ln w="15875" cap="rnd">
                <a:solidFill>
                  <a:schemeClr val="bg1"/>
                </a:solidFill>
                <a:prstDash val="solid"/>
                <a:round/>
              </a:ln>
            </p:spPr>
            <p:txBody>
              <a:bodyPr rtlCol="0" anchor="ctr"/>
              <a:lstStyle/>
              <a:p>
                <a:endParaRPr lang="en-US"/>
              </a:p>
            </p:txBody>
          </p:sp>
          <p:sp>
            <p:nvSpPr>
              <p:cNvPr id="33" name="Freeform: Shape 32">
                <a:extLst>
                  <a:ext uri="{FF2B5EF4-FFF2-40B4-BE49-F238E27FC236}">
                    <a16:creationId xmlns:a16="http://schemas.microsoft.com/office/drawing/2014/main" id="{026BB84C-7BAC-DE1D-F586-A872E9C4F417}"/>
                  </a:ext>
                </a:extLst>
              </p:cNvPr>
              <p:cNvSpPr/>
              <p:nvPr/>
            </p:nvSpPr>
            <p:spPr>
              <a:xfrm>
                <a:off x="1872663" y="3480378"/>
                <a:ext cx="152374" cy="131416"/>
              </a:xfrm>
              <a:custGeom>
                <a:avLst/>
                <a:gdLst>
                  <a:gd name="connsiteX0" fmla="*/ 138604 w 152374"/>
                  <a:gd name="connsiteY0" fmla="*/ 0 h 131416"/>
                  <a:gd name="connsiteX1" fmla="*/ 152374 w 152374"/>
                  <a:gd name="connsiteY1" fmla="*/ 39720 h 131416"/>
                  <a:gd name="connsiteX2" fmla="*/ 99641 w 152374"/>
                  <a:gd name="connsiteY2" fmla="*/ 114016 h 131416"/>
                  <a:gd name="connsiteX3" fmla="*/ 0 w 152374"/>
                  <a:gd name="connsiteY3" fmla="*/ 131417 h 131416"/>
                </a:gdLst>
                <a:ahLst/>
                <a:cxnLst>
                  <a:cxn ang="0">
                    <a:pos x="connsiteX0" y="connsiteY0"/>
                  </a:cxn>
                  <a:cxn ang="0">
                    <a:pos x="connsiteX1" y="connsiteY1"/>
                  </a:cxn>
                  <a:cxn ang="0">
                    <a:pos x="connsiteX2" y="connsiteY2"/>
                  </a:cxn>
                  <a:cxn ang="0">
                    <a:pos x="connsiteX3" y="connsiteY3"/>
                  </a:cxn>
                </a:cxnLst>
                <a:rect l="l" t="t" r="r" b="b"/>
                <a:pathLst>
                  <a:path w="152374" h="131416">
                    <a:moveTo>
                      <a:pt x="138604" y="0"/>
                    </a:moveTo>
                    <a:cubicBezTo>
                      <a:pt x="145716" y="6809"/>
                      <a:pt x="152374" y="18763"/>
                      <a:pt x="152374" y="39720"/>
                    </a:cubicBezTo>
                    <a:cubicBezTo>
                      <a:pt x="152374" y="84963"/>
                      <a:pt x="136562" y="113486"/>
                      <a:pt x="99641" y="114016"/>
                    </a:cubicBezTo>
                    <a:cubicBezTo>
                      <a:pt x="62796" y="114545"/>
                      <a:pt x="29053" y="76641"/>
                      <a:pt x="0" y="131417"/>
                    </a:cubicBezTo>
                  </a:path>
                </a:pathLst>
              </a:custGeom>
              <a:noFill/>
              <a:ln w="15875" cap="rnd">
                <a:solidFill>
                  <a:schemeClr val="bg1"/>
                </a:solidFill>
                <a:prstDash val="solid"/>
                <a:round/>
              </a:ln>
            </p:spPr>
            <p:txBody>
              <a:bodyPr rtlCol="0" anchor="ctr"/>
              <a:lstStyle/>
              <a:p>
                <a:endParaRPr lang="en-US"/>
              </a:p>
            </p:txBody>
          </p:sp>
          <p:sp>
            <p:nvSpPr>
              <p:cNvPr id="40" name="Freeform: Shape 39">
                <a:extLst>
                  <a:ext uri="{FF2B5EF4-FFF2-40B4-BE49-F238E27FC236}">
                    <a16:creationId xmlns:a16="http://schemas.microsoft.com/office/drawing/2014/main" id="{FC027504-F8C2-878B-C257-36BBCE2C5286}"/>
                  </a:ext>
                </a:extLst>
              </p:cNvPr>
              <p:cNvSpPr/>
              <p:nvPr/>
            </p:nvSpPr>
            <p:spPr>
              <a:xfrm>
                <a:off x="1926680" y="3589173"/>
                <a:ext cx="70300" cy="115377"/>
              </a:xfrm>
              <a:custGeom>
                <a:avLst/>
                <a:gdLst>
                  <a:gd name="connsiteX0" fmla="*/ 69002 w 70300"/>
                  <a:gd name="connsiteY0" fmla="*/ 0 h 115377"/>
                  <a:gd name="connsiteX1" fmla="*/ 49331 w 70300"/>
                  <a:gd name="connsiteY1" fmla="*/ 40023 h 115377"/>
                  <a:gd name="connsiteX2" fmla="*/ 835 w 70300"/>
                  <a:gd name="connsiteY2" fmla="*/ 57954 h 115377"/>
                  <a:gd name="connsiteX3" fmla="*/ 17177 w 70300"/>
                  <a:gd name="connsiteY3" fmla="*/ 115377 h 115377"/>
                </a:gdLst>
                <a:ahLst/>
                <a:cxnLst>
                  <a:cxn ang="0">
                    <a:pos x="connsiteX0" y="connsiteY0"/>
                  </a:cxn>
                  <a:cxn ang="0">
                    <a:pos x="connsiteX1" y="connsiteY1"/>
                  </a:cxn>
                  <a:cxn ang="0">
                    <a:pos x="connsiteX2" y="connsiteY2"/>
                  </a:cxn>
                  <a:cxn ang="0">
                    <a:pos x="connsiteX3" y="connsiteY3"/>
                  </a:cxn>
                </a:cxnLst>
                <a:rect l="l" t="t" r="r" b="b"/>
                <a:pathLst>
                  <a:path w="70300" h="115377">
                    <a:moveTo>
                      <a:pt x="69002" y="0"/>
                    </a:moveTo>
                    <a:cubicBezTo>
                      <a:pt x="69002" y="0"/>
                      <a:pt x="77854" y="32154"/>
                      <a:pt x="49331" y="40023"/>
                    </a:cubicBezTo>
                    <a:cubicBezTo>
                      <a:pt x="20884" y="47967"/>
                      <a:pt x="6131" y="36315"/>
                      <a:pt x="835" y="57954"/>
                    </a:cubicBezTo>
                    <a:cubicBezTo>
                      <a:pt x="-4461" y="79591"/>
                      <a:pt x="17177" y="115377"/>
                      <a:pt x="17177" y="115377"/>
                    </a:cubicBezTo>
                  </a:path>
                </a:pathLst>
              </a:custGeom>
              <a:noFill/>
              <a:ln w="15875" cap="rnd">
                <a:solidFill>
                  <a:schemeClr val="bg1"/>
                </a:solidFill>
                <a:prstDash val="solid"/>
                <a:round/>
              </a:ln>
            </p:spPr>
            <p:txBody>
              <a:bodyPr rtlCol="0" anchor="ctr"/>
              <a:lstStyle/>
              <a:p>
                <a:endParaRPr lang="en-US"/>
              </a:p>
            </p:txBody>
          </p:sp>
          <p:sp>
            <p:nvSpPr>
              <p:cNvPr id="42" name="Freeform: Shape 41">
                <a:extLst>
                  <a:ext uri="{FF2B5EF4-FFF2-40B4-BE49-F238E27FC236}">
                    <a16:creationId xmlns:a16="http://schemas.microsoft.com/office/drawing/2014/main" id="{8518AE86-44E6-9856-913D-E353476DA6CF}"/>
                  </a:ext>
                </a:extLst>
              </p:cNvPr>
              <p:cNvSpPr/>
              <p:nvPr/>
            </p:nvSpPr>
            <p:spPr>
              <a:xfrm>
                <a:off x="1785098" y="3614821"/>
                <a:ext cx="121307" cy="89729"/>
              </a:xfrm>
              <a:custGeom>
                <a:avLst/>
                <a:gdLst>
                  <a:gd name="connsiteX0" fmla="*/ 634 w 121307"/>
                  <a:gd name="connsiteY0" fmla="*/ 0 h 89729"/>
                  <a:gd name="connsiteX1" fmla="*/ 45953 w 121307"/>
                  <a:gd name="connsiteY1" fmla="*/ 27010 h 89729"/>
                  <a:gd name="connsiteX2" fmla="*/ 121308 w 121307"/>
                  <a:gd name="connsiteY2" fmla="*/ 89730 h 89729"/>
                </a:gdLst>
                <a:ahLst/>
                <a:cxnLst>
                  <a:cxn ang="0">
                    <a:pos x="connsiteX0" y="connsiteY0"/>
                  </a:cxn>
                  <a:cxn ang="0">
                    <a:pos x="connsiteX1" y="connsiteY1"/>
                  </a:cxn>
                  <a:cxn ang="0">
                    <a:pos x="connsiteX2" y="connsiteY2"/>
                  </a:cxn>
                </a:cxnLst>
                <a:rect l="l" t="t" r="r" b="b"/>
                <a:pathLst>
                  <a:path w="121307" h="89729">
                    <a:moveTo>
                      <a:pt x="634" y="0"/>
                    </a:moveTo>
                    <a:cubicBezTo>
                      <a:pt x="634" y="0"/>
                      <a:pt x="-8899" y="28069"/>
                      <a:pt x="45953" y="27010"/>
                    </a:cubicBezTo>
                    <a:cubicBezTo>
                      <a:pt x="100804" y="25950"/>
                      <a:pt x="121308" y="89730"/>
                      <a:pt x="121308" y="89730"/>
                    </a:cubicBezTo>
                  </a:path>
                </a:pathLst>
              </a:custGeom>
              <a:noFill/>
              <a:ln w="15875" cap="rnd">
                <a:solidFill>
                  <a:schemeClr val="bg1"/>
                </a:solid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8EC0B603-67BA-5AC6-7B56-CA2C0B25940E}"/>
                  </a:ext>
                </a:extLst>
              </p:cNvPr>
              <p:cNvSpPr/>
              <p:nvPr/>
            </p:nvSpPr>
            <p:spPr>
              <a:xfrm>
                <a:off x="1765929" y="3501756"/>
                <a:ext cx="89937" cy="68419"/>
              </a:xfrm>
              <a:custGeom>
                <a:avLst/>
                <a:gdLst>
                  <a:gd name="connsiteX0" fmla="*/ 89938 w 89937"/>
                  <a:gd name="connsiteY0" fmla="*/ 9339 h 68419"/>
                  <a:gd name="connsiteX1" fmla="*/ 63609 w 89937"/>
                  <a:gd name="connsiteY1" fmla="*/ 7220 h 68419"/>
                  <a:gd name="connsiteX2" fmla="*/ 19274 w 89937"/>
                  <a:gd name="connsiteY2" fmla="*/ 68352 h 68419"/>
                  <a:gd name="connsiteX3" fmla="*/ 359 w 89937"/>
                  <a:gd name="connsiteY3" fmla="*/ 52010 h 68419"/>
                </a:gdLst>
                <a:ahLst/>
                <a:cxnLst>
                  <a:cxn ang="0">
                    <a:pos x="connsiteX0" y="connsiteY0"/>
                  </a:cxn>
                  <a:cxn ang="0">
                    <a:pos x="connsiteX1" y="connsiteY1"/>
                  </a:cxn>
                  <a:cxn ang="0">
                    <a:pos x="connsiteX2" y="connsiteY2"/>
                  </a:cxn>
                  <a:cxn ang="0">
                    <a:pos x="connsiteX3" y="connsiteY3"/>
                  </a:cxn>
                </a:cxnLst>
                <a:rect l="l" t="t" r="r" b="b"/>
                <a:pathLst>
                  <a:path w="89937" h="68419">
                    <a:moveTo>
                      <a:pt x="89938" y="9339"/>
                    </a:moveTo>
                    <a:cubicBezTo>
                      <a:pt x="89938" y="9339"/>
                      <a:pt x="78892" y="-10181"/>
                      <a:pt x="63609" y="7220"/>
                    </a:cubicBezTo>
                    <a:cubicBezTo>
                      <a:pt x="48326" y="24622"/>
                      <a:pt x="39172" y="67292"/>
                      <a:pt x="19274" y="68352"/>
                    </a:cubicBezTo>
                    <a:cubicBezTo>
                      <a:pt x="-700" y="69411"/>
                      <a:pt x="-700" y="57835"/>
                      <a:pt x="359" y="52010"/>
                    </a:cubicBezTo>
                  </a:path>
                </a:pathLst>
              </a:custGeom>
              <a:noFill/>
              <a:ln w="15875" cap="rnd">
                <a:solidFill>
                  <a:schemeClr val="bg1"/>
                </a:solidFill>
                <a:prstDash val="solid"/>
                <a:round/>
              </a:ln>
            </p:spPr>
            <p:txBody>
              <a:bodyPr rtlCol="0" anchor="ctr"/>
              <a:lstStyle/>
              <a:p>
                <a:endParaRPr lang="en-US"/>
              </a:p>
            </p:txBody>
          </p:sp>
          <p:sp>
            <p:nvSpPr>
              <p:cNvPr id="46" name="Freeform: Shape 45">
                <a:extLst>
                  <a:ext uri="{FF2B5EF4-FFF2-40B4-BE49-F238E27FC236}">
                    <a16:creationId xmlns:a16="http://schemas.microsoft.com/office/drawing/2014/main" id="{9BA8E555-37A7-671F-0A05-F6720E41837C}"/>
                  </a:ext>
                </a:extLst>
              </p:cNvPr>
              <p:cNvSpPr/>
              <p:nvPr/>
            </p:nvSpPr>
            <p:spPr>
              <a:xfrm>
                <a:off x="1827268" y="3480378"/>
                <a:ext cx="8696" cy="24285"/>
              </a:xfrm>
              <a:custGeom>
                <a:avLst/>
                <a:gdLst>
                  <a:gd name="connsiteX0" fmla="*/ 0 w 8696"/>
                  <a:gd name="connsiteY0" fmla="*/ 0 h 24285"/>
                  <a:gd name="connsiteX1" fmla="*/ 6885 w 8696"/>
                  <a:gd name="connsiteY1" fmla="*/ 24286 h 24285"/>
                </a:gdLst>
                <a:ahLst/>
                <a:cxnLst>
                  <a:cxn ang="0">
                    <a:pos x="connsiteX0" y="connsiteY0"/>
                  </a:cxn>
                  <a:cxn ang="0">
                    <a:pos x="connsiteX1" y="connsiteY1"/>
                  </a:cxn>
                </a:cxnLst>
                <a:rect l="l" t="t" r="r" b="b"/>
                <a:pathLst>
                  <a:path w="8696" h="24285">
                    <a:moveTo>
                      <a:pt x="0" y="0"/>
                    </a:moveTo>
                    <a:cubicBezTo>
                      <a:pt x="0" y="0"/>
                      <a:pt x="13467" y="5220"/>
                      <a:pt x="6885" y="24286"/>
                    </a:cubicBezTo>
                  </a:path>
                </a:pathLst>
              </a:custGeom>
              <a:noFill/>
              <a:ln w="15875" cap="rnd">
                <a:solidFill>
                  <a:schemeClr val="bg1"/>
                </a:solidFill>
                <a:prstDash val="solid"/>
                <a:round/>
              </a:ln>
            </p:spPr>
            <p:txBody>
              <a:bodyPr rtlCol="0" anchor="ctr"/>
              <a:lstStyle/>
              <a:p>
                <a:endParaRPr lang="en-US"/>
              </a:p>
            </p:txBody>
          </p:sp>
          <p:sp>
            <p:nvSpPr>
              <p:cNvPr id="48" name="Freeform: Shape 47">
                <a:extLst>
                  <a:ext uri="{FF2B5EF4-FFF2-40B4-BE49-F238E27FC236}">
                    <a16:creationId xmlns:a16="http://schemas.microsoft.com/office/drawing/2014/main" id="{3E170733-5827-ABFA-EC77-ADC906C94D21}"/>
                  </a:ext>
                </a:extLst>
              </p:cNvPr>
              <p:cNvSpPr/>
              <p:nvPr/>
            </p:nvSpPr>
            <p:spPr>
              <a:xfrm>
                <a:off x="1928725" y="3499993"/>
                <a:ext cx="60752" cy="54831"/>
              </a:xfrm>
              <a:custGeom>
                <a:avLst/>
                <a:gdLst>
                  <a:gd name="connsiteX0" fmla="*/ 0 w 60752"/>
                  <a:gd name="connsiteY0" fmla="*/ 4671 h 54831"/>
                  <a:gd name="connsiteX1" fmla="*/ 34424 w 60752"/>
                  <a:gd name="connsiteY1" fmla="*/ 7470 h 54831"/>
                  <a:gd name="connsiteX2" fmla="*/ 60753 w 60752"/>
                  <a:gd name="connsiteY2" fmla="*/ 54832 h 54831"/>
                </a:gdLst>
                <a:ahLst/>
                <a:cxnLst>
                  <a:cxn ang="0">
                    <a:pos x="connsiteX0" y="connsiteY0"/>
                  </a:cxn>
                  <a:cxn ang="0">
                    <a:pos x="connsiteX1" y="connsiteY1"/>
                  </a:cxn>
                  <a:cxn ang="0">
                    <a:pos x="connsiteX2" y="connsiteY2"/>
                  </a:cxn>
                </a:cxnLst>
                <a:rect l="l" t="t" r="r" b="b"/>
                <a:pathLst>
                  <a:path w="60752" h="54831">
                    <a:moveTo>
                      <a:pt x="0" y="4671"/>
                    </a:moveTo>
                    <a:cubicBezTo>
                      <a:pt x="0" y="4671"/>
                      <a:pt x="25724" y="-7510"/>
                      <a:pt x="34424" y="7470"/>
                    </a:cubicBezTo>
                    <a:cubicBezTo>
                      <a:pt x="41385" y="19348"/>
                      <a:pt x="16191" y="47871"/>
                      <a:pt x="60753" y="54832"/>
                    </a:cubicBezTo>
                  </a:path>
                </a:pathLst>
              </a:custGeom>
              <a:noFill/>
              <a:ln w="15875" cap="rnd">
                <a:solidFill>
                  <a:schemeClr val="bg1"/>
                </a:solidFill>
                <a:prstDash val="solid"/>
                <a:round/>
              </a:ln>
            </p:spPr>
            <p:txBody>
              <a:bodyPr rtlCol="0" anchor="ctr"/>
              <a:lstStyle/>
              <a:p>
                <a:endParaRPr lang="en-US"/>
              </a:p>
            </p:txBody>
          </p:sp>
          <p:sp>
            <p:nvSpPr>
              <p:cNvPr id="52" name="Freeform: Shape 51">
                <a:extLst>
                  <a:ext uri="{FF2B5EF4-FFF2-40B4-BE49-F238E27FC236}">
                    <a16:creationId xmlns:a16="http://schemas.microsoft.com/office/drawing/2014/main" id="{B2259F40-B1E5-2C5D-A9C4-603E80F55ACB}"/>
                  </a:ext>
                </a:extLst>
              </p:cNvPr>
              <p:cNvSpPr/>
              <p:nvPr/>
            </p:nvSpPr>
            <p:spPr>
              <a:xfrm>
                <a:off x="1963149" y="3513364"/>
                <a:ext cx="29960" cy="12833"/>
              </a:xfrm>
              <a:custGeom>
                <a:avLst/>
                <a:gdLst>
                  <a:gd name="connsiteX0" fmla="*/ 29960 w 29960"/>
                  <a:gd name="connsiteY0" fmla="*/ 0 h 12833"/>
                  <a:gd name="connsiteX1" fmla="*/ 0 w 29960"/>
                  <a:gd name="connsiteY1" fmla="*/ 10516 h 12833"/>
                </a:gdLst>
                <a:ahLst/>
                <a:cxnLst>
                  <a:cxn ang="0">
                    <a:pos x="connsiteX0" y="connsiteY0"/>
                  </a:cxn>
                  <a:cxn ang="0">
                    <a:pos x="connsiteX1" y="connsiteY1"/>
                  </a:cxn>
                </a:cxnLst>
                <a:rect l="l" t="t" r="r" b="b"/>
                <a:pathLst>
                  <a:path w="29960" h="12833">
                    <a:moveTo>
                      <a:pt x="29960" y="0"/>
                    </a:moveTo>
                    <a:cubicBezTo>
                      <a:pt x="29960" y="0"/>
                      <a:pt x="19595" y="19368"/>
                      <a:pt x="0" y="10516"/>
                    </a:cubicBezTo>
                  </a:path>
                </a:pathLst>
              </a:custGeom>
              <a:noFill/>
              <a:ln w="15875" cap="rnd">
                <a:solidFill>
                  <a:schemeClr val="bg1"/>
                </a:solidFill>
                <a:prstDash val="solid"/>
                <a:round/>
              </a:ln>
            </p:spPr>
            <p:txBody>
              <a:bodyPr rtlCol="0" anchor="ctr"/>
              <a:lstStyle/>
              <a:p>
                <a:endParaRPr lang="en-US"/>
              </a:p>
            </p:txBody>
          </p:sp>
          <p:sp>
            <p:nvSpPr>
              <p:cNvPr id="53" name="Freeform: Shape 52">
                <a:extLst>
                  <a:ext uri="{FF2B5EF4-FFF2-40B4-BE49-F238E27FC236}">
                    <a16:creationId xmlns:a16="http://schemas.microsoft.com/office/drawing/2014/main" id="{139294DF-3A0E-4911-C0F1-6C53CCB3A8CC}"/>
                  </a:ext>
                </a:extLst>
              </p:cNvPr>
              <p:cNvSpPr/>
              <p:nvPr/>
            </p:nvSpPr>
            <p:spPr>
              <a:xfrm>
                <a:off x="1817735" y="3422449"/>
                <a:ext cx="103726" cy="22568"/>
              </a:xfrm>
              <a:custGeom>
                <a:avLst/>
                <a:gdLst>
                  <a:gd name="connsiteX0" fmla="*/ 0 w 103726"/>
                  <a:gd name="connsiteY0" fmla="*/ 6557 h 22568"/>
                  <a:gd name="connsiteX1" fmla="*/ 48875 w 103726"/>
                  <a:gd name="connsiteY1" fmla="*/ 6557 h 22568"/>
                  <a:gd name="connsiteX2" fmla="*/ 103726 w 103726"/>
                  <a:gd name="connsiteY2" fmla="*/ 20251 h 22568"/>
                </a:gdLst>
                <a:ahLst/>
                <a:cxnLst>
                  <a:cxn ang="0">
                    <a:pos x="connsiteX0" y="connsiteY0"/>
                  </a:cxn>
                  <a:cxn ang="0">
                    <a:pos x="connsiteX1" y="connsiteY1"/>
                  </a:cxn>
                  <a:cxn ang="0">
                    <a:pos x="connsiteX2" y="connsiteY2"/>
                  </a:cxn>
                </a:cxnLst>
                <a:rect l="l" t="t" r="r" b="b"/>
                <a:pathLst>
                  <a:path w="103726" h="22568">
                    <a:moveTo>
                      <a:pt x="0" y="6557"/>
                    </a:moveTo>
                    <a:cubicBezTo>
                      <a:pt x="0" y="6557"/>
                      <a:pt x="28825" y="-8196"/>
                      <a:pt x="48875" y="6557"/>
                    </a:cubicBezTo>
                    <a:cubicBezTo>
                      <a:pt x="68924" y="21310"/>
                      <a:pt x="84358" y="25850"/>
                      <a:pt x="103726" y="20251"/>
                    </a:cubicBezTo>
                  </a:path>
                </a:pathLst>
              </a:custGeom>
              <a:noFill/>
              <a:ln w="15875" cap="rnd">
                <a:solidFill>
                  <a:schemeClr val="bg1"/>
                </a:solidFill>
                <a:prstDash val="solid"/>
                <a:round/>
              </a:ln>
            </p:spPr>
            <p:txBody>
              <a:bodyPr rtlCol="0" anchor="ctr"/>
              <a:lstStyle/>
              <a:p>
                <a:endParaRPr lang="en-US"/>
              </a:p>
            </p:txBody>
          </p:sp>
          <p:sp>
            <p:nvSpPr>
              <p:cNvPr id="54" name="Freeform: Shape 53">
                <a:extLst>
                  <a:ext uri="{FF2B5EF4-FFF2-40B4-BE49-F238E27FC236}">
                    <a16:creationId xmlns:a16="http://schemas.microsoft.com/office/drawing/2014/main" id="{DF22CB76-3CE3-93EC-00B0-A78D55E1344D}"/>
                  </a:ext>
                </a:extLst>
              </p:cNvPr>
              <p:cNvSpPr/>
              <p:nvPr/>
            </p:nvSpPr>
            <p:spPr>
              <a:xfrm>
                <a:off x="1858026" y="3400559"/>
                <a:ext cx="6087" cy="24664"/>
              </a:xfrm>
              <a:custGeom>
                <a:avLst/>
                <a:gdLst>
                  <a:gd name="connsiteX0" fmla="*/ 6087 w 6087"/>
                  <a:gd name="connsiteY0" fmla="*/ 0 h 24664"/>
                  <a:gd name="connsiteX1" fmla="*/ 1775 w 6087"/>
                  <a:gd name="connsiteY1" fmla="*/ 24664 h 24664"/>
                </a:gdLst>
                <a:ahLst/>
                <a:cxnLst>
                  <a:cxn ang="0">
                    <a:pos x="connsiteX0" y="connsiteY0"/>
                  </a:cxn>
                  <a:cxn ang="0">
                    <a:pos x="connsiteX1" y="connsiteY1"/>
                  </a:cxn>
                </a:cxnLst>
                <a:rect l="l" t="t" r="r" b="b"/>
                <a:pathLst>
                  <a:path w="6087" h="24664">
                    <a:moveTo>
                      <a:pt x="6087" y="0"/>
                    </a:moveTo>
                    <a:cubicBezTo>
                      <a:pt x="6087" y="0"/>
                      <a:pt x="-3975" y="6431"/>
                      <a:pt x="1775" y="24664"/>
                    </a:cubicBezTo>
                  </a:path>
                </a:pathLst>
              </a:custGeom>
              <a:noFill/>
              <a:ln w="15875" cap="rnd">
                <a:solidFill>
                  <a:schemeClr val="bg1"/>
                </a:solidFill>
                <a:prstDash val="solid"/>
                <a:round/>
              </a:ln>
            </p:spPr>
            <p:txBody>
              <a:bodyPr rtlCol="0" anchor="ctr"/>
              <a:lstStyle/>
              <a:p>
                <a:endParaRPr lang="en-US"/>
              </a:p>
            </p:txBody>
          </p:sp>
          <p:sp>
            <p:nvSpPr>
              <p:cNvPr id="55" name="Freeform: Shape 54">
                <a:extLst>
                  <a:ext uri="{FF2B5EF4-FFF2-40B4-BE49-F238E27FC236}">
                    <a16:creationId xmlns:a16="http://schemas.microsoft.com/office/drawing/2014/main" id="{23C36DB2-EDB3-2F67-0995-0884DFFDA60B}"/>
                  </a:ext>
                </a:extLst>
              </p:cNvPr>
              <p:cNvSpPr/>
              <p:nvPr/>
            </p:nvSpPr>
            <p:spPr>
              <a:xfrm>
                <a:off x="1867442" y="3533334"/>
                <a:ext cx="64838" cy="14151"/>
              </a:xfrm>
              <a:custGeom>
                <a:avLst/>
                <a:gdLst>
                  <a:gd name="connsiteX0" fmla="*/ 64838 w 64838"/>
                  <a:gd name="connsiteY0" fmla="*/ 14152 h 14151"/>
                  <a:gd name="connsiteX1" fmla="*/ 0 w 64838"/>
                  <a:gd name="connsiteY1" fmla="*/ 10445 h 14151"/>
                </a:gdLst>
                <a:ahLst/>
                <a:cxnLst>
                  <a:cxn ang="0">
                    <a:pos x="connsiteX0" y="connsiteY0"/>
                  </a:cxn>
                  <a:cxn ang="0">
                    <a:pos x="connsiteX1" y="connsiteY1"/>
                  </a:cxn>
                </a:cxnLst>
                <a:rect l="l" t="t" r="r" b="b"/>
                <a:pathLst>
                  <a:path w="64838" h="14151">
                    <a:moveTo>
                      <a:pt x="64838" y="14152"/>
                    </a:moveTo>
                    <a:cubicBezTo>
                      <a:pt x="64838" y="14152"/>
                      <a:pt x="40250" y="-15052"/>
                      <a:pt x="0" y="10445"/>
                    </a:cubicBezTo>
                  </a:path>
                </a:pathLst>
              </a:custGeom>
              <a:noFill/>
              <a:ln w="15875" cap="rnd">
                <a:solidFill>
                  <a:schemeClr val="bg1"/>
                </a:solidFill>
                <a:prstDash val="solid"/>
                <a:round/>
              </a:ln>
            </p:spPr>
            <p:txBody>
              <a:bodyPr rtlCol="0" anchor="ctr"/>
              <a:lstStyle/>
              <a:p>
                <a:endParaRPr lang="en-US"/>
              </a:p>
            </p:txBody>
          </p:sp>
          <p:sp>
            <p:nvSpPr>
              <p:cNvPr id="56" name="Freeform: Shape 55">
                <a:extLst>
                  <a:ext uri="{FF2B5EF4-FFF2-40B4-BE49-F238E27FC236}">
                    <a16:creationId xmlns:a16="http://schemas.microsoft.com/office/drawing/2014/main" id="{13F5C96C-A9D1-46A5-69A2-1892272C682F}"/>
                  </a:ext>
                </a:extLst>
              </p:cNvPr>
              <p:cNvSpPr/>
              <p:nvPr/>
            </p:nvSpPr>
            <p:spPr>
              <a:xfrm>
                <a:off x="1631089" y="3490126"/>
                <a:ext cx="73765" cy="27458"/>
              </a:xfrm>
              <a:custGeom>
                <a:avLst/>
                <a:gdLst>
                  <a:gd name="connsiteX0" fmla="*/ 0 w 73765"/>
                  <a:gd name="connsiteY0" fmla="*/ 20969 h 27458"/>
                  <a:gd name="connsiteX1" fmla="*/ 32306 w 73765"/>
                  <a:gd name="connsiteY1" fmla="*/ 20969 h 27458"/>
                  <a:gd name="connsiteX2" fmla="*/ 73766 w 73765"/>
                  <a:gd name="connsiteY2" fmla="*/ 2811 h 27458"/>
                </a:gdLst>
                <a:ahLst/>
                <a:cxnLst>
                  <a:cxn ang="0">
                    <a:pos x="connsiteX0" y="connsiteY0"/>
                  </a:cxn>
                  <a:cxn ang="0">
                    <a:pos x="connsiteX1" y="connsiteY1"/>
                  </a:cxn>
                  <a:cxn ang="0">
                    <a:pos x="connsiteX2" y="connsiteY2"/>
                  </a:cxn>
                </a:cxnLst>
                <a:rect l="l" t="t" r="r" b="b"/>
                <a:pathLst>
                  <a:path w="73765" h="27458">
                    <a:moveTo>
                      <a:pt x="0" y="20969"/>
                    </a:moveTo>
                    <a:cubicBezTo>
                      <a:pt x="0" y="20969"/>
                      <a:pt x="18990" y="35571"/>
                      <a:pt x="32306" y="20969"/>
                    </a:cubicBezTo>
                    <a:cubicBezTo>
                      <a:pt x="45697" y="6367"/>
                      <a:pt x="50615" y="-5662"/>
                      <a:pt x="73766" y="2811"/>
                    </a:cubicBezTo>
                  </a:path>
                </a:pathLst>
              </a:custGeom>
              <a:noFill/>
              <a:ln w="15875" cap="rnd">
                <a:solidFill>
                  <a:schemeClr val="bg1"/>
                </a:solidFill>
                <a:prstDash val="solid"/>
                <a:round/>
              </a:ln>
            </p:spPr>
            <p:txBody>
              <a:bodyPr rtlCol="0" anchor="ctr"/>
              <a:lstStyle/>
              <a:p>
                <a:endParaRPr lang="en-US"/>
              </a:p>
            </p:txBody>
          </p:sp>
          <p:sp>
            <p:nvSpPr>
              <p:cNvPr id="57" name="Freeform: Shape 56">
                <a:extLst>
                  <a:ext uri="{FF2B5EF4-FFF2-40B4-BE49-F238E27FC236}">
                    <a16:creationId xmlns:a16="http://schemas.microsoft.com/office/drawing/2014/main" id="{7A439D9D-2192-7F8F-915C-AA4BEA199312}"/>
                  </a:ext>
                </a:extLst>
              </p:cNvPr>
              <p:cNvSpPr/>
              <p:nvPr/>
            </p:nvSpPr>
            <p:spPr>
              <a:xfrm>
                <a:off x="1661152" y="3511095"/>
                <a:ext cx="10640" cy="29279"/>
              </a:xfrm>
              <a:custGeom>
                <a:avLst/>
                <a:gdLst>
                  <a:gd name="connsiteX0" fmla="*/ 2242 w 10640"/>
                  <a:gd name="connsiteY0" fmla="*/ 0 h 29279"/>
                  <a:gd name="connsiteX1" fmla="*/ 10640 w 10640"/>
                  <a:gd name="connsiteY1" fmla="*/ 29279 h 29279"/>
                </a:gdLst>
                <a:ahLst/>
                <a:cxnLst>
                  <a:cxn ang="0">
                    <a:pos x="connsiteX0" y="connsiteY0"/>
                  </a:cxn>
                  <a:cxn ang="0">
                    <a:pos x="connsiteX1" y="connsiteY1"/>
                  </a:cxn>
                </a:cxnLst>
                <a:rect l="l" t="t" r="r" b="b"/>
                <a:pathLst>
                  <a:path w="10640" h="29279">
                    <a:moveTo>
                      <a:pt x="2242" y="0"/>
                    </a:moveTo>
                    <a:cubicBezTo>
                      <a:pt x="2242" y="0"/>
                      <a:pt x="-6534" y="25345"/>
                      <a:pt x="10640" y="29279"/>
                    </a:cubicBezTo>
                  </a:path>
                </a:pathLst>
              </a:custGeom>
              <a:noFill/>
              <a:ln w="15875" cap="rnd">
                <a:solidFill>
                  <a:schemeClr val="bg1"/>
                </a:solidFill>
                <a:prstDash val="solid"/>
                <a:round/>
              </a:ln>
            </p:spPr>
            <p:txBody>
              <a:bodyPr rtlCol="0" anchor="ctr"/>
              <a:lstStyle/>
              <a:p>
                <a:endParaRPr lang="en-US"/>
              </a:p>
            </p:txBody>
          </p:sp>
        </p:grpSp>
        <p:sp>
          <p:nvSpPr>
            <p:cNvPr id="12" name="Freeform: Shape 11">
              <a:extLst>
                <a:ext uri="{FF2B5EF4-FFF2-40B4-BE49-F238E27FC236}">
                  <a16:creationId xmlns:a16="http://schemas.microsoft.com/office/drawing/2014/main" id="{D2D3A511-4429-BFD6-807B-1BE7FE8A57B5}"/>
                </a:ext>
              </a:extLst>
            </p:cNvPr>
            <p:cNvSpPr/>
            <p:nvPr/>
          </p:nvSpPr>
          <p:spPr>
            <a:xfrm>
              <a:off x="1714312" y="3245915"/>
              <a:ext cx="24815" cy="90410"/>
            </a:xfrm>
            <a:custGeom>
              <a:avLst/>
              <a:gdLst>
                <a:gd name="connsiteX0" fmla="*/ 0 w 24815"/>
                <a:gd name="connsiteY0" fmla="*/ 0 h 90410"/>
                <a:gd name="connsiteX1" fmla="*/ 0 w 24815"/>
                <a:gd name="connsiteY1" fmla="*/ 54473 h 90410"/>
                <a:gd name="connsiteX2" fmla="*/ 24816 w 24815"/>
                <a:gd name="connsiteY2" fmla="*/ 29658 h 90410"/>
                <a:gd name="connsiteX3" fmla="*/ 24816 w 24815"/>
                <a:gd name="connsiteY3" fmla="*/ 90411 h 90410"/>
              </a:gdLst>
              <a:ahLst/>
              <a:cxnLst>
                <a:cxn ang="0">
                  <a:pos x="connsiteX0" y="connsiteY0"/>
                </a:cxn>
                <a:cxn ang="0">
                  <a:pos x="connsiteX1" y="connsiteY1"/>
                </a:cxn>
                <a:cxn ang="0">
                  <a:pos x="connsiteX2" y="connsiteY2"/>
                </a:cxn>
                <a:cxn ang="0">
                  <a:pos x="connsiteX3" y="connsiteY3"/>
                </a:cxn>
              </a:cxnLst>
              <a:rect l="l" t="t" r="r" b="b"/>
              <a:pathLst>
                <a:path w="24815" h="90410">
                  <a:moveTo>
                    <a:pt x="0" y="0"/>
                  </a:moveTo>
                  <a:lnTo>
                    <a:pt x="0" y="54473"/>
                  </a:lnTo>
                  <a:lnTo>
                    <a:pt x="24816" y="29658"/>
                  </a:lnTo>
                  <a:lnTo>
                    <a:pt x="24816" y="90411"/>
                  </a:lnTo>
                </a:path>
              </a:pathLst>
            </a:custGeom>
            <a:noFill/>
            <a:ln w="15875" cap="rnd">
              <a:solidFill>
                <a:schemeClr val="bg1"/>
              </a:solidFill>
              <a:prstDash val="solid"/>
              <a:round/>
            </a:ln>
          </p:spPr>
          <p:txBody>
            <a:bodyPr rtlCol="0" anchor="ctr"/>
            <a:lstStyle/>
            <a:p>
              <a:endParaRPr lang="en-US"/>
            </a:p>
          </p:txBody>
        </p:sp>
        <p:sp>
          <p:nvSpPr>
            <p:cNvPr id="13" name="Freeform: Shape 12">
              <a:extLst>
                <a:ext uri="{FF2B5EF4-FFF2-40B4-BE49-F238E27FC236}">
                  <a16:creationId xmlns:a16="http://schemas.microsoft.com/office/drawing/2014/main" id="{C3CF068B-F391-86D2-9A81-0CF5B5E41CE3}"/>
                </a:ext>
              </a:extLst>
            </p:cNvPr>
            <p:cNvSpPr/>
            <p:nvPr/>
          </p:nvSpPr>
          <p:spPr>
            <a:xfrm>
              <a:off x="1804722" y="3233810"/>
              <a:ext cx="28976" cy="90486"/>
            </a:xfrm>
            <a:custGeom>
              <a:avLst/>
              <a:gdLst>
                <a:gd name="connsiteX0" fmla="*/ 12484 w 28976"/>
                <a:gd name="connsiteY0" fmla="*/ 0 h 90486"/>
                <a:gd name="connsiteX1" fmla="*/ 0 w 28976"/>
                <a:gd name="connsiteY1" fmla="*/ 51069 h 90486"/>
                <a:gd name="connsiteX2" fmla="*/ 28977 w 28976"/>
                <a:gd name="connsiteY2" fmla="*/ 33516 h 90486"/>
                <a:gd name="connsiteX3" fmla="*/ 15056 w 28976"/>
                <a:gd name="connsiteY3" fmla="*/ 90486 h 90486"/>
              </a:gdLst>
              <a:ahLst/>
              <a:cxnLst>
                <a:cxn ang="0">
                  <a:pos x="connsiteX0" y="connsiteY0"/>
                </a:cxn>
                <a:cxn ang="0">
                  <a:pos x="connsiteX1" y="connsiteY1"/>
                </a:cxn>
                <a:cxn ang="0">
                  <a:pos x="connsiteX2" y="connsiteY2"/>
                </a:cxn>
                <a:cxn ang="0">
                  <a:pos x="connsiteX3" y="connsiteY3"/>
                </a:cxn>
              </a:cxnLst>
              <a:rect l="l" t="t" r="r" b="b"/>
              <a:pathLst>
                <a:path w="28976" h="90486">
                  <a:moveTo>
                    <a:pt x="12484" y="0"/>
                  </a:moveTo>
                  <a:lnTo>
                    <a:pt x="0" y="51069"/>
                  </a:lnTo>
                  <a:lnTo>
                    <a:pt x="28977" y="33516"/>
                  </a:lnTo>
                  <a:lnTo>
                    <a:pt x="15056" y="90486"/>
                  </a:lnTo>
                </a:path>
              </a:pathLst>
            </a:custGeom>
            <a:noFill/>
            <a:ln w="15875" cap="rnd">
              <a:solidFill>
                <a:schemeClr val="bg1"/>
              </a:solidFill>
              <a:prstDash val="solid"/>
              <a:round/>
            </a:ln>
          </p:spPr>
          <p:txBody>
            <a:bodyPr rtlCol="0" anchor="ctr"/>
            <a:lstStyle/>
            <a:p>
              <a:endParaRPr lang="en-US"/>
            </a:p>
          </p:txBody>
        </p:sp>
        <p:sp>
          <p:nvSpPr>
            <p:cNvPr id="14" name="Freeform: Shape 13">
              <a:extLst>
                <a:ext uri="{FF2B5EF4-FFF2-40B4-BE49-F238E27FC236}">
                  <a16:creationId xmlns:a16="http://schemas.microsoft.com/office/drawing/2014/main" id="{7720D530-ACE3-3551-3C2C-92CAAA92A97B}"/>
                </a:ext>
              </a:extLst>
            </p:cNvPr>
            <p:cNvSpPr/>
            <p:nvPr/>
          </p:nvSpPr>
          <p:spPr>
            <a:xfrm>
              <a:off x="1600675" y="3292747"/>
              <a:ext cx="49858" cy="63400"/>
            </a:xfrm>
            <a:custGeom>
              <a:avLst/>
              <a:gdLst>
                <a:gd name="connsiteX0" fmla="*/ 0 w 49858"/>
                <a:gd name="connsiteY0" fmla="*/ 0 h 63400"/>
                <a:gd name="connsiteX1" fmla="*/ 18158 w 49858"/>
                <a:gd name="connsiteY1" fmla="*/ 43201 h 63400"/>
                <a:gd name="connsiteX2" fmla="*/ 29582 w 49858"/>
                <a:gd name="connsiteY2" fmla="*/ 15207 h 63400"/>
                <a:gd name="connsiteX3" fmla="*/ 49858 w 49858"/>
                <a:gd name="connsiteY3" fmla="*/ 63401 h 63400"/>
              </a:gdLst>
              <a:ahLst/>
              <a:cxnLst>
                <a:cxn ang="0">
                  <a:pos x="connsiteX0" y="connsiteY0"/>
                </a:cxn>
                <a:cxn ang="0">
                  <a:pos x="connsiteX1" y="connsiteY1"/>
                </a:cxn>
                <a:cxn ang="0">
                  <a:pos x="connsiteX2" y="connsiteY2"/>
                </a:cxn>
                <a:cxn ang="0">
                  <a:pos x="connsiteX3" y="connsiteY3"/>
                </a:cxn>
              </a:cxnLst>
              <a:rect l="l" t="t" r="r" b="b"/>
              <a:pathLst>
                <a:path w="49858" h="63400">
                  <a:moveTo>
                    <a:pt x="0" y="0"/>
                  </a:moveTo>
                  <a:lnTo>
                    <a:pt x="18158" y="43201"/>
                  </a:lnTo>
                  <a:lnTo>
                    <a:pt x="29582" y="15207"/>
                  </a:lnTo>
                  <a:lnTo>
                    <a:pt x="49858" y="63401"/>
                  </a:lnTo>
                </a:path>
              </a:pathLst>
            </a:custGeom>
            <a:noFill/>
            <a:ln w="15875" cap="rnd">
              <a:solidFill>
                <a:schemeClr val="bg1"/>
              </a:solidFill>
              <a:prstDash val="solid"/>
              <a:round/>
            </a:ln>
          </p:spPr>
          <p:txBody>
            <a:bodyPr rtlCol="0" anchor="ctr"/>
            <a:lstStyle/>
            <a:p>
              <a:endParaRPr lang="en-US"/>
            </a:p>
          </p:txBody>
        </p:sp>
        <p:sp>
          <p:nvSpPr>
            <p:cNvPr id="15" name="Freeform: Shape 14">
              <a:extLst>
                <a:ext uri="{FF2B5EF4-FFF2-40B4-BE49-F238E27FC236}">
                  <a16:creationId xmlns:a16="http://schemas.microsoft.com/office/drawing/2014/main" id="{99FEA03F-DE15-6E79-68A3-325BCD066565}"/>
                </a:ext>
              </a:extLst>
            </p:cNvPr>
            <p:cNvSpPr/>
            <p:nvPr/>
          </p:nvSpPr>
          <p:spPr>
            <a:xfrm>
              <a:off x="2001356" y="3304096"/>
              <a:ext cx="33970" cy="73085"/>
            </a:xfrm>
            <a:custGeom>
              <a:avLst/>
              <a:gdLst>
                <a:gd name="connsiteX0" fmla="*/ 33970 w 33970"/>
                <a:gd name="connsiteY0" fmla="*/ 0 h 73085"/>
                <a:gd name="connsiteX1" fmla="*/ 3707 w 33970"/>
                <a:gd name="connsiteY1" fmla="*/ 35710 h 73085"/>
                <a:gd name="connsiteX2" fmla="*/ 33819 w 33970"/>
                <a:gd name="connsiteY2" fmla="*/ 33289 h 73085"/>
                <a:gd name="connsiteX3" fmla="*/ 0 w 33970"/>
                <a:gd name="connsiteY3" fmla="*/ 73085 h 73085"/>
              </a:gdLst>
              <a:ahLst/>
              <a:cxnLst>
                <a:cxn ang="0">
                  <a:pos x="connsiteX0" y="connsiteY0"/>
                </a:cxn>
                <a:cxn ang="0">
                  <a:pos x="connsiteX1" y="connsiteY1"/>
                </a:cxn>
                <a:cxn ang="0">
                  <a:pos x="connsiteX2" y="connsiteY2"/>
                </a:cxn>
                <a:cxn ang="0">
                  <a:pos x="connsiteX3" y="connsiteY3"/>
                </a:cxn>
              </a:cxnLst>
              <a:rect l="l" t="t" r="r" b="b"/>
              <a:pathLst>
                <a:path w="33970" h="73085">
                  <a:moveTo>
                    <a:pt x="33970" y="0"/>
                  </a:moveTo>
                  <a:lnTo>
                    <a:pt x="3707" y="35710"/>
                  </a:lnTo>
                  <a:lnTo>
                    <a:pt x="33819" y="33289"/>
                  </a:lnTo>
                  <a:lnTo>
                    <a:pt x="0" y="73085"/>
                  </a:lnTo>
                </a:path>
              </a:pathLst>
            </a:custGeom>
            <a:noFill/>
            <a:ln w="15875" cap="rnd">
              <a:solidFill>
                <a:schemeClr val="bg1"/>
              </a:solidFill>
              <a:prstDash val="solid"/>
              <a:round/>
            </a:ln>
          </p:spPr>
          <p:txBody>
            <a:bodyPr rtlCol="0" anchor="ctr"/>
            <a:lstStyle/>
            <a:p>
              <a:endParaRPr lang="en-US"/>
            </a:p>
          </p:txBody>
        </p:sp>
        <p:sp>
          <p:nvSpPr>
            <p:cNvPr id="16" name="Freeform: Shape 15">
              <a:extLst>
                <a:ext uri="{FF2B5EF4-FFF2-40B4-BE49-F238E27FC236}">
                  <a16:creationId xmlns:a16="http://schemas.microsoft.com/office/drawing/2014/main" id="{213777DF-4DB9-AA6C-E7C8-6B195C9AEF7B}"/>
                </a:ext>
              </a:extLst>
            </p:cNvPr>
            <p:cNvSpPr/>
            <p:nvPr/>
          </p:nvSpPr>
          <p:spPr>
            <a:xfrm>
              <a:off x="1880077" y="3290780"/>
              <a:ext cx="82617" cy="45545"/>
            </a:xfrm>
            <a:custGeom>
              <a:avLst/>
              <a:gdLst>
                <a:gd name="connsiteX0" fmla="*/ 0 w 82617"/>
                <a:gd name="connsiteY0" fmla="*/ 0 h 45545"/>
                <a:gd name="connsiteX1" fmla="*/ 16115 w 82617"/>
                <a:gd name="connsiteY1" fmla="*/ 22243 h 45545"/>
                <a:gd name="connsiteX2" fmla="*/ 32684 w 82617"/>
                <a:gd name="connsiteY2" fmla="*/ 10214 h 45545"/>
                <a:gd name="connsiteX3" fmla="*/ 48799 w 82617"/>
                <a:gd name="connsiteY3" fmla="*/ 32381 h 45545"/>
                <a:gd name="connsiteX4" fmla="*/ 64687 w 82617"/>
                <a:gd name="connsiteY4" fmla="*/ 20881 h 45545"/>
                <a:gd name="connsiteX5" fmla="*/ 82618 w 82617"/>
                <a:gd name="connsiteY5" fmla="*/ 45546 h 45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7" h="45545">
                  <a:moveTo>
                    <a:pt x="0" y="0"/>
                  </a:moveTo>
                  <a:lnTo>
                    <a:pt x="16115" y="22243"/>
                  </a:lnTo>
                  <a:lnTo>
                    <a:pt x="32684" y="10214"/>
                  </a:lnTo>
                  <a:lnTo>
                    <a:pt x="48799" y="32381"/>
                  </a:lnTo>
                  <a:lnTo>
                    <a:pt x="64687" y="20881"/>
                  </a:lnTo>
                  <a:lnTo>
                    <a:pt x="82618" y="45546"/>
                  </a:lnTo>
                </a:path>
              </a:pathLst>
            </a:custGeom>
            <a:noFill/>
            <a:ln w="15875" cap="rnd">
              <a:solidFill>
                <a:schemeClr val="bg1"/>
              </a:solidFill>
              <a:prstDash val="solid"/>
              <a:round/>
            </a:ln>
          </p:spPr>
          <p:txBody>
            <a:bodyPr rtlCol="0" anchor="ctr"/>
            <a:lstStyle/>
            <a:p>
              <a:endParaRPr lang="en-US"/>
            </a:p>
          </p:txBody>
        </p:sp>
      </p:grpSp>
      <p:grpSp>
        <p:nvGrpSpPr>
          <p:cNvPr id="58" name="Group 57">
            <a:extLst>
              <a:ext uri="{FF2B5EF4-FFF2-40B4-BE49-F238E27FC236}">
                <a16:creationId xmlns:a16="http://schemas.microsoft.com/office/drawing/2014/main" id="{AB74043A-047C-DC0C-3DF6-D51380425096}"/>
              </a:ext>
            </a:extLst>
          </p:cNvPr>
          <p:cNvGrpSpPr/>
          <p:nvPr/>
        </p:nvGrpSpPr>
        <p:grpSpPr>
          <a:xfrm>
            <a:off x="5617409" y="1600597"/>
            <a:ext cx="507600" cy="486000"/>
            <a:chOff x="2380335" y="855729"/>
            <a:chExt cx="424967" cy="437643"/>
          </a:xfrm>
        </p:grpSpPr>
        <p:sp>
          <p:nvSpPr>
            <p:cNvPr id="59" name="Freeform: Shape 58">
              <a:extLst>
                <a:ext uri="{FF2B5EF4-FFF2-40B4-BE49-F238E27FC236}">
                  <a16:creationId xmlns:a16="http://schemas.microsoft.com/office/drawing/2014/main" id="{131924F9-3A64-C758-012E-0FC9A396803B}"/>
                </a:ext>
              </a:extLst>
            </p:cNvPr>
            <p:cNvSpPr/>
            <p:nvPr/>
          </p:nvSpPr>
          <p:spPr>
            <a:xfrm>
              <a:off x="2380335" y="855729"/>
              <a:ext cx="358565" cy="437643"/>
            </a:xfrm>
            <a:custGeom>
              <a:avLst/>
              <a:gdLst>
                <a:gd name="connsiteX0" fmla="*/ 234366 w 358565"/>
                <a:gd name="connsiteY0" fmla="*/ 437644 h 437643"/>
                <a:gd name="connsiteX1" fmla="*/ 0 w 358565"/>
                <a:gd name="connsiteY1" fmla="*/ 437644 h 437643"/>
                <a:gd name="connsiteX2" fmla="*/ 0 w 358565"/>
                <a:gd name="connsiteY2" fmla="*/ 0 h 437643"/>
                <a:gd name="connsiteX3" fmla="*/ 358566 w 358565"/>
                <a:gd name="connsiteY3" fmla="*/ 0 h 437643"/>
                <a:gd name="connsiteX4" fmla="*/ 358566 w 358565"/>
                <a:gd name="connsiteY4" fmla="*/ 206221 h 43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65" h="437643">
                  <a:moveTo>
                    <a:pt x="234366" y="437644"/>
                  </a:moveTo>
                  <a:lnTo>
                    <a:pt x="0" y="437644"/>
                  </a:lnTo>
                  <a:lnTo>
                    <a:pt x="0" y="0"/>
                  </a:lnTo>
                  <a:lnTo>
                    <a:pt x="358566" y="0"/>
                  </a:lnTo>
                  <a:lnTo>
                    <a:pt x="358566" y="206221"/>
                  </a:lnTo>
                </a:path>
              </a:pathLst>
            </a:custGeom>
            <a:noFill/>
            <a:ln w="15875" cap="rnd">
              <a:solidFill>
                <a:schemeClr val="tx1"/>
              </a:solidFill>
              <a:prstDash val="solid"/>
              <a:round/>
            </a:ln>
          </p:spPr>
          <p:txBody>
            <a:bodyPr rtlCol="0" anchor="ctr"/>
            <a:lstStyle/>
            <a:p>
              <a:endParaRPr lang="en-US"/>
            </a:p>
          </p:txBody>
        </p:sp>
        <p:sp>
          <p:nvSpPr>
            <p:cNvPr id="60" name="Freeform: Shape 59">
              <a:extLst>
                <a:ext uri="{FF2B5EF4-FFF2-40B4-BE49-F238E27FC236}">
                  <a16:creationId xmlns:a16="http://schemas.microsoft.com/office/drawing/2014/main" id="{A43FAA27-1AD3-7DB6-BFF7-5CACBBD375C6}"/>
                </a:ext>
              </a:extLst>
            </p:cNvPr>
            <p:cNvSpPr/>
            <p:nvPr/>
          </p:nvSpPr>
          <p:spPr>
            <a:xfrm>
              <a:off x="2463865" y="902814"/>
              <a:ext cx="52969" cy="52969"/>
            </a:xfrm>
            <a:custGeom>
              <a:avLst/>
              <a:gdLst>
                <a:gd name="connsiteX0" fmla="*/ 52970 w 52969"/>
                <a:gd name="connsiteY0" fmla="*/ 26485 h 52969"/>
                <a:gd name="connsiteX1" fmla="*/ 26485 w 52969"/>
                <a:gd name="connsiteY1" fmla="*/ 52970 h 52969"/>
                <a:gd name="connsiteX2" fmla="*/ 0 w 52969"/>
                <a:gd name="connsiteY2" fmla="*/ 26485 h 52969"/>
                <a:gd name="connsiteX3" fmla="*/ 26485 w 52969"/>
                <a:gd name="connsiteY3" fmla="*/ 0 h 52969"/>
                <a:gd name="connsiteX4" fmla="*/ 52970 w 52969"/>
                <a:gd name="connsiteY4" fmla="*/ 26485 h 529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69" h="52969">
                  <a:moveTo>
                    <a:pt x="52970" y="26485"/>
                  </a:moveTo>
                  <a:cubicBezTo>
                    <a:pt x="52970" y="41123"/>
                    <a:pt x="41123" y="52970"/>
                    <a:pt x="26485" y="52970"/>
                  </a:cubicBezTo>
                  <a:cubicBezTo>
                    <a:pt x="11846" y="52970"/>
                    <a:pt x="0" y="41123"/>
                    <a:pt x="0" y="26485"/>
                  </a:cubicBezTo>
                  <a:cubicBezTo>
                    <a:pt x="0" y="11847"/>
                    <a:pt x="11846" y="0"/>
                    <a:pt x="26485" y="0"/>
                  </a:cubicBezTo>
                  <a:cubicBezTo>
                    <a:pt x="41123" y="0"/>
                    <a:pt x="52970" y="11847"/>
                    <a:pt x="52970" y="26485"/>
                  </a:cubicBezTo>
                  <a:close/>
                </a:path>
              </a:pathLst>
            </a:custGeom>
            <a:noFill/>
            <a:ln w="15875" cap="rnd">
              <a:solidFill>
                <a:schemeClr val="tx1"/>
              </a:solidFill>
              <a:prstDash val="solid"/>
              <a:round/>
            </a:ln>
          </p:spPr>
          <p:txBody>
            <a:bodyPr rtlCol="0" anchor="ctr"/>
            <a:lstStyle/>
            <a:p>
              <a:endParaRPr lang="en-US"/>
            </a:p>
          </p:txBody>
        </p:sp>
        <p:sp>
          <p:nvSpPr>
            <p:cNvPr id="61" name="Freeform: Shape 60">
              <a:extLst>
                <a:ext uri="{FF2B5EF4-FFF2-40B4-BE49-F238E27FC236}">
                  <a16:creationId xmlns:a16="http://schemas.microsoft.com/office/drawing/2014/main" id="{EC6251DB-40E4-8119-C287-E847B6957035}"/>
                </a:ext>
              </a:extLst>
            </p:cNvPr>
            <p:cNvSpPr/>
            <p:nvPr/>
          </p:nvSpPr>
          <p:spPr>
            <a:xfrm>
              <a:off x="2436852" y="955784"/>
              <a:ext cx="106996" cy="63156"/>
            </a:xfrm>
            <a:custGeom>
              <a:avLst/>
              <a:gdLst>
                <a:gd name="connsiteX0" fmla="*/ 48518 w 106996"/>
                <a:gd name="connsiteY0" fmla="*/ 0 h 63156"/>
                <a:gd name="connsiteX1" fmla="*/ 58478 w 106996"/>
                <a:gd name="connsiteY1" fmla="*/ 0 h 63156"/>
                <a:gd name="connsiteX2" fmla="*/ 106996 w 106996"/>
                <a:gd name="connsiteY2" fmla="*/ 48518 h 63156"/>
                <a:gd name="connsiteX3" fmla="*/ 106996 w 106996"/>
                <a:gd name="connsiteY3" fmla="*/ 63156 h 63156"/>
                <a:gd name="connsiteX4" fmla="*/ 0 w 106996"/>
                <a:gd name="connsiteY4" fmla="*/ 63156 h 63156"/>
                <a:gd name="connsiteX5" fmla="*/ 0 w 106996"/>
                <a:gd name="connsiteY5" fmla="*/ 48518 h 63156"/>
                <a:gd name="connsiteX6" fmla="*/ 48518 w 106996"/>
                <a:gd name="connsiteY6" fmla="*/ 0 h 6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996" h="63156">
                  <a:moveTo>
                    <a:pt x="48518" y="0"/>
                  </a:moveTo>
                  <a:lnTo>
                    <a:pt x="58478" y="0"/>
                  </a:lnTo>
                  <a:cubicBezTo>
                    <a:pt x="85265" y="0"/>
                    <a:pt x="106996" y="21731"/>
                    <a:pt x="106996" y="48518"/>
                  </a:cubicBezTo>
                  <a:lnTo>
                    <a:pt x="106996" y="63156"/>
                  </a:lnTo>
                  <a:lnTo>
                    <a:pt x="0" y="63156"/>
                  </a:lnTo>
                  <a:lnTo>
                    <a:pt x="0" y="48518"/>
                  </a:lnTo>
                  <a:cubicBezTo>
                    <a:pt x="0" y="21731"/>
                    <a:pt x="21731" y="0"/>
                    <a:pt x="48518" y="0"/>
                  </a:cubicBezTo>
                  <a:close/>
                </a:path>
              </a:pathLst>
            </a:custGeom>
            <a:noFill/>
            <a:ln w="15875" cap="rnd">
              <a:solidFill>
                <a:schemeClr val="tx1"/>
              </a:solidFill>
              <a:prstDash val="solid"/>
              <a:round/>
            </a:ln>
          </p:spPr>
          <p:txBody>
            <a:bodyPr rtlCol="0" anchor="ctr"/>
            <a:lstStyle/>
            <a:p>
              <a:endParaRPr lang="en-US"/>
            </a:p>
          </p:txBody>
        </p:sp>
        <p:sp>
          <p:nvSpPr>
            <p:cNvPr id="62" name="Freeform: Shape 61">
              <a:extLst>
                <a:ext uri="{FF2B5EF4-FFF2-40B4-BE49-F238E27FC236}">
                  <a16:creationId xmlns:a16="http://schemas.microsoft.com/office/drawing/2014/main" id="{47E37526-0C45-9471-4F85-E4BDCEA70AE2}"/>
                </a:ext>
              </a:extLst>
            </p:cNvPr>
            <p:cNvSpPr/>
            <p:nvPr/>
          </p:nvSpPr>
          <p:spPr>
            <a:xfrm>
              <a:off x="2436927" y="1163664"/>
              <a:ext cx="164795" cy="7545"/>
            </a:xfrm>
            <a:custGeom>
              <a:avLst/>
              <a:gdLst>
                <a:gd name="connsiteX0" fmla="*/ 164795 w 164795"/>
                <a:gd name="connsiteY0" fmla="*/ 0 h 7545"/>
                <a:gd name="connsiteX1" fmla="*/ 0 w 164795"/>
                <a:gd name="connsiteY1" fmla="*/ 0 h 7545"/>
              </a:gdLst>
              <a:ahLst/>
              <a:cxnLst>
                <a:cxn ang="0">
                  <a:pos x="connsiteX0" y="connsiteY0"/>
                </a:cxn>
                <a:cxn ang="0">
                  <a:pos x="connsiteX1" y="connsiteY1"/>
                </a:cxn>
              </a:cxnLst>
              <a:rect l="l" t="t" r="r" b="b"/>
              <a:pathLst>
                <a:path w="164795" h="7545">
                  <a:moveTo>
                    <a:pt x="164795" y="0"/>
                  </a:moveTo>
                  <a:lnTo>
                    <a:pt x="0" y="0"/>
                  </a:lnTo>
                </a:path>
              </a:pathLst>
            </a:custGeom>
            <a:ln w="15875" cap="rnd">
              <a:solidFill>
                <a:schemeClr val="tx1"/>
              </a:solidFill>
              <a:prstDash val="solid"/>
              <a:round/>
            </a:ln>
          </p:spPr>
          <p:txBody>
            <a:bodyPr rtlCol="0" anchor="ctr"/>
            <a:lstStyle/>
            <a:p>
              <a:endParaRPr lang="en-US"/>
            </a:p>
          </p:txBody>
        </p:sp>
        <p:sp>
          <p:nvSpPr>
            <p:cNvPr id="63" name="Freeform: Shape 62">
              <a:extLst>
                <a:ext uri="{FF2B5EF4-FFF2-40B4-BE49-F238E27FC236}">
                  <a16:creationId xmlns:a16="http://schemas.microsoft.com/office/drawing/2014/main" id="{BCB46C27-C554-AE82-2D3A-9F787878720B}"/>
                </a:ext>
              </a:extLst>
            </p:cNvPr>
            <p:cNvSpPr/>
            <p:nvPr/>
          </p:nvSpPr>
          <p:spPr>
            <a:xfrm>
              <a:off x="2436927" y="1115373"/>
              <a:ext cx="191582" cy="7545"/>
            </a:xfrm>
            <a:custGeom>
              <a:avLst/>
              <a:gdLst>
                <a:gd name="connsiteX0" fmla="*/ 191582 w 191582"/>
                <a:gd name="connsiteY0" fmla="*/ 0 h 7545"/>
                <a:gd name="connsiteX1" fmla="*/ 0 w 191582"/>
                <a:gd name="connsiteY1" fmla="*/ 0 h 7545"/>
              </a:gdLst>
              <a:ahLst/>
              <a:cxnLst>
                <a:cxn ang="0">
                  <a:pos x="connsiteX0" y="connsiteY0"/>
                </a:cxn>
                <a:cxn ang="0">
                  <a:pos x="connsiteX1" y="connsiteY1"/>
                </a:cxn>
              </a:cxnLst>
              <a:rect l="l" t="t" r="r" b="b"/>
              <a:pathLst>
                <a:path w="191582" h="7545">
                  <a:moveTo>
                    <a:pt x="191582" y="0"/>
                  </a:moveTo>
                  <a:lnTo>
                    <a:pt x="0" y="0"/>
                  </a:lnTo>
                </a:path>
              </a:pathLst>
            </a:custGeom>
            <a:ln w="15875" cap="rnd">
              <a:solidFill>
                <a:schemeClr val="tx1"/>
              </a:solidFill>
              <a:prstDash val="solid"/>
              <a:round/>
            </a:ln>
          </p:spPr>
          <p:txBody>
            <a:bodyPr rtlCol="0" anchor="ctr"/>
            <a:lstStyle/>
            <a:p>
              <a:endParaRPr lang="en-US"/>
            </a:p>
          </p:txBody>
        </p:sp>
        <p:sp>
          <p:nvSpPr>
            <p:cNvPr id="64" name="Freeform: Shape 63">
              <a:extLst>
                <a:ext uri="{FF2B5EF4-FFF2-40B4-BE49-F238E27FC236}">
                  <a16:creationId xmlns:a16="http://schemas.microsoft.com/office/drawing/2014/main" id="{63735E07-A5B3-0C67-99F1-55D4C0340CF7}"/>
                </a:ext>
              </a:extLst>
            </p:cNvPr>
            <p:cNvSpPr/>
            <p:nvPr/>
          </p:nvSpPr>
          <p:spPr>
            <a:xfrm>
              <a:off x="2436927" y="1211956"/>
              <a:ext cx="164795" cy="7545"/>
            </a:xfrm>
            <a:custGeom>
              <a:avLst/>
              <a:gdLst>
                <a:gd name="connsiteX0" fmla="*/ 164795 w 164795"/>
                <a:gd name="connsiteY0" fmla="*/ 0 h 7545"/>
                <a:gd name="connsiteX1" fmla="*/ 0 w 164795"/>
                <a:gd name="connsiteY1" fmla="*/ 0 h 7545"/>
              </a:gdLst>
              <a:ahLst/>
              <a:cxnLst>
                <a:cxn ang="0">
                  <a:pos x="connsiteX0" y="connsiteY0"/>
                </a:cxn>
                <a:cxn ang="0">
                  <a:pos x="connsiteX1" y="connsiteY1"/>
                </a:cxn>
              </a:cxnLst>
              <a:rect l="l" t="t" r="r" b="b"/>
              <a:pathLst>
                <a:path w="164795" h="7545">
                  <a:moveTo>
                    <a:pt x="164795" y="0"/>
                  </a:moveTo>
                  <a:lnTo>
                    <a:pt x="0" y="0"/>
                  </a:lnTo>
                </a:path>
              </a:pathLst>
            </a:custGeom>
            <a:ln w="15875" cap="rnd">
              <a:solidFill>
                <a:schemeClr val="tx1"/>
              </a:solidFill>
              <a:prstDash val="solid"/>
              <a:round/>
            </a:ln>
          </p:spPr>
          <p:txBody>
            <a:bodyPr rtlCol="0" anchor="ctr"/>
            <a:lstStyle/>
            <a:p>
              <a:endParaRPr lang="en-US"/>
            </a:p>
          </p:txBody>
        </p:sp>
        <p:sp>
          <p:nvSpPr>
            <p:cNvPr id="65" name="Freeform: Shape 64">
              <a:extLst>
                <a:ext uri="{FF2B5EF4-FFF2-40B4-BE49-F238E27FC236}">
                  <a16:creationId xmlns:a16="http://schemas.microsoft.com/office/drawing/2014/main" id="{D7A1853C-214D-F7CB-F2F6-C52AC60E842B}"/>
                </a:ext>
              </a:extLst>
            </p:cNvPr>
            <p:cNvSpPr/>
            <p:nvPr/>
          </p:nvSpPr>
          <p:spPr>
            <a:xfrm>
              <a:off x="2436927" y="1067156"/>
              <a:ext cx="248853" cy="7545"/>
            </a:xfrm>
            <a:custGeom>
              <a:avLst/>
              <a:gdLst>
                <a:gd name="connsiteX0" fmla="*/ 248853 w 248853"/>
                <a:gd name="connsiteY0" fmla="*/ 0 h 7545"/>
                <a:gd name="connsiteX1" fmla="*/ 0 w 248853"/>
                <a:gd name="connsiteY1" fmla="*/ 0 h 7545"/>
              </a:gdLst>
              <a:ahLst/>
              <a:cxnLst>
                <a:cxn ang="0">
                  <a:pos x="connsiteX0" y="connsiteY0"/>
                </a:cxn>
                <a:cxn ang="0">
                  <a:pos x="connsiteX1" y="connsiteY1"/>
                </a:cxn>
              </a:cxnLst>
              <a:rect l="l" t="t" r="r" b="b"/>
              <a:pathLst>
                <a:path w="248853" h="7545">
                  <a:moveTo>
                    <a:pt x="248853" y="0"/>
                  </a:moveTo>
                  <a:lnTo>
                    <a:pt x="0" y="0"/>
                  </a:lnTo>
                </a:path>
              </a:pathLst>
            </a:custGeom>
            <a:ln w="15875" cap="rnd">
              <a:solidFill>
                <a:schemeClr val="tx1"/>
              </a:solidFill>
              <a:prstDash val="solid"/>
              <a:round/>
            </a:ln>
          </p:spPr>
          <p:txBody>
            <a:bodyPr rtlCol="0" anchor="ctr"/>
            <a:lstStyle/>
            <a:p>
              <a:endParaRPr lang="en-US"/>
            </a:p>
          </p:txBody>
        </p:sp>
        <p:sp>
          <p:nvSpPr>
            <p:cNvPr id="66" name="Freeform: Shape 65">
              <a:extLst>
                <a:ext uri="{FF2B5EF4-FFF2-40B4-BE49-F238E27FC236}">
                  <a16:creationId xmlns:a16="http://schemas.microsoft.com/office/drawing/2014/main" id="{9A1EE451-27AF-3CF7-9E31-F0474C5E5C11}"/>
                </a:ext>
              </a:extLst>
            </p:cNvPr>
            <p:cNvSpPr/>
            <p:nvPr/>
          </p:nvSpPr>
          <p:spPr>
            <a:xfrm>
              <a:off x="2584217" y="1018940"/>
              <a:ext cx="101563" cy="7545"/>
            </a:xfrm>
            <a:custGeom>
              <a:avLst/>
              <a:gdLst>
                <a:gd name="connsiteX0" fmla="*/ 0 w 101563"/>
                <a:gd name="connsiteY0" fmla="*/ 0 h 7545"/>
                <a:gd name="connsiteX1" fmla="*/ 101564 w 101563"/>
                <a:gd name="connsiteY1" fmla="*/ 0 h 7545"/>
              </a:gdLst>
              <a:ahLst/>
              <a:cxnLst>
                <a:cxn ang="0">
                  <a:pos x="connsiteX0" y="connsiteY0"/>
                </a:cxn>
                <a:cxn ang="0">
                  <a:pos x="connsiteX1" y="connsiteY1"/>
                </a:cxn>
              </a:cxnLst>
              <a:rect l="l" t="t" r="r" b="b"/>
              <a:pathLst>
                <a:path w="101563" h="7545">
                  <a:moveTo>
                    <a:pt x="0" y="0"/>
                  </a:moveTo>
                  <a:lnTo>
                    <a:pt x="101564" y="0"/>
                  </a:lnTo>
                </a:path>
              </a:pathLst>
            </a:custGeom>
            <a:ln w="15875" cap="rnd">
              <a:solidFill>
                <a:schemeClr val="tx1"/>
              </a:solidFill>
              <a:prstDash val="solid"/>
              <a:round/>
            </a:ln>
          </p:spPr>
          <p:txBody>
            <a:bodyPr rtlCol="0" anchor="ctr"/>
            <a:lstStyle/>
            <a:p>
              <a:endParaRPr lang="en-US"/>
            </a:p>
          </p:txBody>
        </p:sp>
        <p:sp>
          <p:nvSpPr>
            <p:cNvPr id="67" name="Freeform: Shape 66">
              <a:extLst>
                <a:ext uri="{FF2B5EF4-FFF2-40B4-BE49-F238E27FC236}">
                  <a16:creationId xmlns:a16="http://schemas.microsoft.com/office/drawing/2014/main" id="{C23F58E4-6CDD-411A-6900-11749B9C963B}"/>
                </a:ext>
              </a:extLst>
            </p:cNvPr>
            <p:cNvSpPr/>
            <p:nvPr/>
          </p:nvSpPr>
          <p:spPr>
            <a:xfrm>
              <a:off x="2584217" y="970648"/>
              <a:ext cx="101563" cy="7545"/>
            </a:xfrm>
            <a:custGeom>
              <a:avLst/>
              <a:gdLst>
                <a:gd name="connsiteX0" fmla="*/ 0 w 101563"/>
                <a:gd name="connsiteY0" fmla="*/ 0 h 7545"/>
                <a:gd name="connsiteX1" fmla="*/ 101564 w 101563"/>
                <a:gd name="connsiteY1" fmla="*/ 0 h 7545"/>
              </a:gdLst>
              <a:ahLst/>
              <a:cxnLst>
                <a:cxn ang="0">
                  <a:pos x="connsiteX0" y="connsiteY0"/>
                </a:cxn>
                <a:cxn ang="0">
                  <a:pos x="connsiteX1" y="connsiteY1"/>
                </a:cxn>
              </a:cxnLst>
              <a:rect l="l" t="t" r="r" b="b"/>
              <a:pathLst>
                <a:path w="101563" h="7545">
                  <a:moveTo>
                    <a:pt x="0" y="0"/>
                  </a:moveTo>
                  <a:lnTo>
                    <a:pt x="101564" y="0"/>
                  </a:lnTo>
                </a:path>
              </a:pathLst>
            </a:custGeom>
            <a:ln w="15875" cap="rnd">
              <a:solidFill>
                <a:schemeClr val="tx1"/>
              </a:solidFill>
              <a:prstDash val="solid"/>
              <a:round/>
            </a:ln>
          </p:spPr>
          <p:txBody>
            <a:bodyPr rtlCol="0" anchor="ctr"/>
            <a:lstStyle/>
            <a:p>
              <a:endParaRPr lang="en-US"/>
            </a:p>
          </p:txBody>
        </p:sp>
        <p:sp>
          <p:nvSpPr>
            <p:cNvPr id="68" name="Freeform: Shape 67">
              <a:extLst>
                <a:ext uri="{FF2B5EF4-FFF2-40B4-BE49-F238E27FC236}">
                  <a16:creationId xmlns:a16="http://schemas.microsoft.com/office/drawing/2014/main" id="{23E15554-AC89-AAFD-BB94-731CF9E9DE00}"/>
                </a:ext>
              </a:extLst>
            </p:cNvPr>
            <p:cNvSpPr/>
            <p:nvPr/>
          </p:nvSpPr>
          <p:spPr>
            <a:xfrm>
              <a:off x="2584217" y="922432"/>
              <a:ext cx="101563" cy="7545"/>
            </a:xfrm>
            <a:custGeom>
              <a:avLst/>
              <a:gdLst>
                <a:gd name="connsiteX0" fmla="*/ 0 w 101563"/>
                <a:gd name="connsiteY0" fmla="*/ 0 h 7545"/>
                <a:gd name="connsiteX1" fmla="*/ 101564 w 101563"/>
                <a:gd name="connsiteY1" fmla="*/ 0 h 7545"/>
              </a:gdLst>
              <a:ahLst/>
              <a:cxnLst>
                <a:cxn ang="0">
                  <a:pos x="connsiteX0" y="connsiteY0"/>
                </a:cxn>
                <a:cxn ang="0">
                  <a:pos x="connsiteX1" y="connsiteY1"/>
                </a:cxn>
              </a:cxnLst>
              <a:rect l="l" t="t" r="r" b="b"/>
              <a:pathLst>
                <a:path w="101563" h="7545">
                  <a:moveTo>
                    <a:pt x="0" y="0"/>
                  </a:moveTo>
                  <a:lnTo>
                    <a:pt x="101564" y="0"/>
                  </a:lnTo>
                </a:path>
              </a:pathLst>
            </a:custGeom>
            <a:ln w="15875" cap="rnd">
              <a:solidFill>
                <a:schemeClr val="tx1"/>
              </a:solidFill>
              <a:prstDash val="solid"/>
              <a:round/>
            </a:ln>
          </p:spPr>
          <p:txBody>
            <a:bodyPr rtlCol="0" anchor="ctr"/>
            <a:lstStyle/>
            <a:p>
              <a:endParaRPr lang="en-US"/>
            </a:p>
          </p:txBody>
        </p:sp>
        <p:sp>
          <p:nvSpPr>
            <p:cNvPr id="69" name="Freeform: Shape 68">
              <a:extLst>
                <a:ext uri="{FF2B5EF4-FFF2-40B4-BE49-F238E27FC236}">
                  <a16:creationId xmlns:a16="http://schemas.microsoft.com/office/drawing/2014/main" id="{1057A3C8-73AE-B185-3F10-E328DF4970E2}"/>
                </a:ext>
              </a:extLst>
            </p:cNvPr>
            <p:cNvSpPr/>
            <p:nvPr/>
          </p:nvSpPr>
          <p:spPr>
            <a:xfrm>
              <a:off x="2643148" y="1171361"/>
              <a:ext cx="162154" cy="122011"/>
            </a:xfrm>
            <a:custGeom>
              <a:avLst/>
              <a:gdLst>
                <a:gd name="connsiteX0" fmla="*/ 144649 w 162154"/>
                <a:gd name="connsiteY0" fmla="*/ 0 h 122011"/>
                <a:gd name="connsiteX1" fmla="*/ 162155 w 162154"/>
                <a:gd name="connsiteY1" fmla="*/ 17506 h 122011"/>
                <a:gd name="connsiteX2" fmla="*/ 162155 w 162154"/>
                <a:gd name="connsiteY2" fmla="*/ 104506 h 122011"/>
                <a:gd name="connsiteX3" fmla="*/ 144649 w 162154"/>
                <a:gd name="connsiteY3" fmla="*/ 122012 h 122011"/>
                <a:gd name="connsiteX4" fmla="*/ 17506 w 162154"/>
                <a:gd name="connsiteY4" fmla="*/ 122012 h 122011"/>
                <a:gd name="connsiteX5" fmla="*/ 0 w 162154"/>
                <a:gd name="connsiteY5" fmla="*/ 104506 h 122011"/>
                <a:gd name="connsiteX6" fmla="*/ 0 w 162154"/>
                <a:gd name="connsiteY6" fmla="*/ 17506 h 122011"/>
                <a:gd name="connsiteX7" fmla="*/ 17506 w 162154"/>
                <a:gd name="connsiteY7" fmla="*/ 0 h 12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154" h="122011">
                  <a:moveTo>
                    <a:pt x="144649" y="0"/>
                  </a:moveTo>
                  <a:cubicBezTo>
                    <a:pt x="154317" y="0"/>
                    <a:pt x="162155" y="7838"/>
                    <a:pt x="162155" y="17506"/>
                  </a:cubicBezTo>
                  <a:lnTo>
                    <a:pt x="162155" y="104506"/>
                  </a:lnTo>
                  <a:cubicBezTo>
                    <a:pt x="162155" y="114174"/>
                    <a:pt x="154317" y="122012"/>
                    <a:pt x="144649" y="122012"/>
                  </a:cubicBezTo>
                  <a:lnTo>
                    <a:pt x="17506" y="122012"/>
                  </a:lnTo>
                  <a:cubicBezTo>
                    <a:pt x="7838" y="122012"/>
                    <a:pt x="0" y="114174"/>
                    <a:pt x="0" y="104506"/>
                  </a:cubicBezTo>
                  <a:lnTo>
                    <a:pt x="0" y="17506"/>
                  </a:lnTo>
                  <a:cubicBezTo>
                    <a:pt x="0" y="7838"/>
                    <a:pt x="7837" y="0"/>
                    <a:pt x="17506" y="0"/>
                  </a:cubicBezTo>
                  <a:close/>
                </a:path>
              </a:pathLst>
            </a:custGeom>
            <a:noFill/>
            <a:ln w="15875" cap="rnd">
              <a:solidFill>
                <a:schemeClr val="tx1"/>
              </a:solidFill>
              <a:prstDash val="solid"/>
              <a:round/>
            </a:ln>
          </p:spPr>
          <p:txBody>
            <a:bodyPr rtlCol="0" anchor="ctr"/>
            <a:lstStyle/>
            <a:p>
              <a:endParaRPr lang="en-US"/>
            </a:p>
          </p:txBody>
        </p:sp>
        <p:sp>
          <p:nvSpPr>
            <p:cNvPr id="70" name="Freeform: Shape 69">
              <a:extLst>
                <a:ext uri="{FF2B5EF4-FFF2-40B4-BE49-F238E27FC236}">
                  <a16:creationId xmlns:a16="http://schemas.microsoft.com/office/drawing/2014/main" id="{67E0793B-3F19-58CD-7738-6DE34A957E33}"/>
                </a:ext>
              </a:extLst>
            </p:cNvPr>
            <p:cNvSpPr/>
            <p:nvPr/>
          </p:nvSpPr>
          <p:spPr>
            <a:xfrm>
              <a:off x="2671293" y="1090246"/>
              <a:ext cx="105939" cy="81114"/>
            </a:xfrm>
            <a:custGeom>
              <a:avLst/>
              <a:gdLst>
                <a:gd name="connsiteX0" fmla="*/ 0 w 105939"/>
                <a:gd name="connsiteY0" fmla="*/ 81115 h 81114"/>
                <a:gd name="connsiteX1" fmla="*/ 0 w 105939"/>
                <a:gd name="connsiteY1" fmla="*/ 43840 h 81114"/>
                <a:gd name="connsiteX2" fmla="*/ 43840 w 105939"/>
                <a:gd name="connsiteY2" fmla="*/ 0 h 81114"/>
                <a:gd name="connsiteX3" fmla="*/ 62100 w 105939"/>
                <a:gd name="connsiteY3" fmla="*/ 0 h 81114"/>
                <a:gd name="connsiteX4" fmla="*/ 105940 w 105939"/>
                <a:gd name="connsiteY4" fmla="*/ 43840 h 81114"/>
                <a:gd name="connsiteX5" fmla="*/ 105940 w 105939"/>
                <a:gd name="connsiteY5" fmla="*/ 81115 h 81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939" h="81114">
                  <a:moveTo>
                    <a:pt x="0" y="81115"/>
                  </a:moveTo>
                  <a:lnTo>
                    <a:pt x="0" y="43840"/>
                  </a:lnTo>
                  <a:cubicBezTo>
                    <a:pt x="0" y="19618"/>
                    <a:pt x="19619" y="0"/>
                    <a:pt x="43840" y="0"/>
                  </a:cubicBezTo>
                  <a:lnTo>
                    <a:pt x="62100" y="0"/>
                  </a:lnTo>
                  <a:cubicBezTo>
                    <a:pt x="86321" y="0"/>
                    <a:pt x="105940" y="19618"/>
                    <a:pt x="105940" y="43840"/>
                  </a:cubicBezTo>
                  <a:lnTo>
                    <a:pt x="105940" y="81115"/>
                  </a:lnTo>
                </a:path>
              </a:pathLst>
            </a:custGeom>
            <a:noFill/>
            <a:ln w="15875" cap="rnd">
              <a:solidFill>
                <a:schemeClr val="tx1"/>
              </a:solidFill>
              <a:prstDash val="solid"/>
              <a:round/>
            </a:ln>
          </p:spPr>
          <p:txBody>
            <a:bodyPr rtlCol="0" anchor="ctr"/>
            <a:lstStyle/>
            <a:p>
              <a:endParaRPr lang="en-US"/>
            </a:p>
          </p:txBody>
        </p:sp>
        <p:sp>
          <p:nvSpPr>
            <p:cNvPr id="71" name="Freeform: Shape 70">
              <a:extLst>
                <a:ext uri="{FF2B5EF4-FFF2-40B4-BE49-F238E27FC236}">
                  <a16:creationId xmlns:a16="http://schemas.microsoft.com/office/drawing/2014/main" id="{12351E16-148A-E94F-5AFD-3DCAE74B4AC1}"/>
                </a:ext>
              </a:extLst>
            </p:cNvPr>
            <p:cNvSpPr/>
            <p:nvPr/>
          </p:nvSpPr>
          <p:spPr>
            <a:xfrm>
              <a:off x="2724263" y="1221765"/>
              <a:ext cx="7545" cy="17581"/>
            </a:xfrm>
            <a:custGeom>
              <a:avLst/>
              <a:gdLst>
                <a:gd name="connsiteX0" fmla="*/ 0 w 7545"/>
                <a:gd name="connsiteY0" fmla="*/ 0 h 17581"/>
                <a:gd name="connsiteX1" fmla="*/ 0 w 7545"/>
                <a:gd name="connsiteY1" fmla="*/ 17581 h 17581"/>
              </a:gdLst>
              <a:ahLst/>
              <a:cxnLst>
                <a:cxn ang="0">
                  <a:pos x="connsiteX0" y="connsiteY0"/>
                </a:cxn>
                <a:cxn ang="0">
                  <a:pos x="connsiteX1" y="connsiteY1"/>
                </a:cxn>
              </a:cxnLst>
              <a:rect l="l" t="t" r="r" b="b"/>
              <a:pathLst>
                <a:path w="7545" h="17581">
                  <a:moveTo>
                    <a:pt x="0" y="0"/>
                  </a:moveTo>
                  <a:lnTo>
                    <a:pt x="0" y="17581"/>
                  </a:lnTo>
                </a:path>
              </a:pathLst>
            </a:custGeom>
            <a:ln w="15875" cap="rnd">
              <a:solidFill>
                <a:schemeClr val="tx1"/>
              </a:solidFill>
              <a:prstDash val="solid"/>
              <a:round/>
            </a:ln>
          </p:spPr>
          <p:txBody>
            <a:bodyPr rtlCol="0" anchor="ctr"/>
            <a:lstStyle/>
            <a:p>
              <a:endParaRPr lang="en-US"/>
            </a:p>
          </p:txBody>
        </p:sp>
      </p:grpSp>
      <p:grpSp>
        <p:nvGrpSpPr>
          <p:cNvPr id="72" name="Group 71">
            <a:extLst>
              <a:ext uri="{FF2B5EF4-FFF2-40B4-BE49-F238E27FC236}">
                <a16:creationId xmlns:a16="http://schemas.microsoft.com/office/drawing/2014/main" id="{035BCECD-FEA3-1EE5-BC85-558F0BD010C2}"/>
              </a:ext>
            </a:extLst>
          </p:cNvPr>
          <p:cNvGrpSpPr/>
          <p:nvPr/>
        </p:nvGrpSpPr>
        <p:grpSpPr>
          <a:xfrm>
            <a:off x="6926293" y="2924033"/>
            <a:ext cx="507600" cy="486000"/>
            <a:chOff x="2397313" y="3209950"/>
            <a:chExt cx="391086" cy="437642"/>
          </a:xfrm>
        </p:grpSpPr>
        <p:sp>
          <p:nvSpPr>
            <p:cNvPr id="73" name="Freeform: Shape 72">
              <a:extLst>
                <a:ext uri="{FF2B5EF4-FFF2-40B4-BE49-F238E27FC236}">
                  <a16:creationId xmlns:a16="http://schemas.microsoft.com/office/drawing/2014/main" id="{7344943C-5D7A-6CC2-5C87-00459EB6DC5C}"/>
                </a:ext>
              </a:extLst>
            </p:cNvPr>
            <p:cNvSpPr/>
            <p:nvPr/>
          </p:nvSpPr>
          <p:spPr>
            <a:xfrm>
              <a:off x="2576067" y="3417000"/>
              <a:ext cx="212332" cy="230592"/>
            </a:xfrm>
            <a:custGeom>
              <a:avLst/>
              <a:gdLst>
                <a:gd name="connsiteX0" fmla="*/ 212333 w 212332"/>
                <a:gd name="connsiteY0" fmla="*/ 19090 h 230592"/>
                <a:gd name="connsiteX1" fmla="*/ 212333 w 212332"/>
                <a:gd name="connsiteY1" fmla="*/ 100809 h 230592"/>
                <a:gd name="connsiteX2" fmla="*/ 168040 w 212332"/>
                <a:gd name="connsiteY2" fmla="*/ 198675 h 230592"/>
                <a:gd name="connsiteX3" fmla="*/ 106166 w 212332"/>
                <a:gd name="connsiteY3" fmla="*/ 230593 h 230592"/>
                <a:gd name="connsiteX4" fmla="*/ 44293 w 212332"/>
                <a:gd name="connsiteY4" fmla="*/ 198675 h 230592"/>
                <a:gd name="connsiteX5" fmla="*/ 0 w 212332"/>
                <a:gd name="connsiteY5" fmla="*/ 100809 h 230592"/>
                <a:gd name="connsiteX6" fmla="*/ 0 w 212332"/>
                <a:gd name="connsiteY6" fmla="*/ 19090 h 230592"/>
                <a:gd name="connsiteX7" fmla="*/ 106166 w 212332"/>
                <a:gd name="connsiteY7" fmla="*/ 0 h 230592"/>
                <a:gd name="connsiteX8" fmla="*/ 212333 w 212332"/>
                <a:gd name="connsiteY8" fmla="*/ 19090 h 23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332" h="230592">
                  <a:moveTo>
                    <a:pt x="212333" y="19090"/>
                  </a:moveTo>
                  <a:lnTo>
                    <a:pt x="212333" y="100809"/>
                  </a:lnTo>
                  <a:cubicBezTo>
                    <a:pt x="212333" y="138235"/>
                    <a:pt x="196713" y="174529"/>
                    <a:pt x="168040" y="198675"/>
                  </a:cubicBezTo>
                  <a:cubicBezTo>
                    <a:pt x="152949" y="211276"/>
                    <a:pt x="132878" y="222896"/>
                    <a:pt x="106166" y="230593"/>
                  </a:cubicBezTo>
                  <a:cubicBezTo>
                    <a:pt x="79455" y="222896"/>
                    <a:pt x="59308" y="211276"/>
                    <a:pt x="44293" y="198675"/>
                  </a:cubicBezTo>
                  <a:cubicBezTo>
                    <a:pt x="15619" y="174605"/>
                    <a:pt x="0" y="138235"/>
                    <a:pt x="0" y="100809"/>
                  </a:cubicBezTo>
                  <a:lnTo>
                    <a:pt x="0" y="19090"/>
                  </a:lnTo>
                  <a:cubicBezTo>
                    <a:pt x="71758" y="27768"/>
                    <a:pt x="106166" y="0"/>
                    <a:pt x="106166" y="0"/>
                  </a:cubicBezTo>
                  <a:cubicBezTo>
                    <a:pt x="106166" y="0"/>
                    <a:pt x="140574" y="27692"/>
                    <a:pt x="212333" y="19090"/>
                  </a:cubicBezTo>
                  <a:close/>
                </a:path>
              </a:pathLst>
            </a:custGeom>
            <a:noFill/>
            <a:ln w="15875" cap="rnd">
              <a:solidFill>
                <a:schemeClr val="bg1"/>
              </a:solidFill>
              <a:prstDash val="solid"/>
              <a:round/>
            </a:ln>
          </p:spPr>
          <p:txBody>
            <a:bodyPr rtlCol="0" anchor="ctr"/>
            <a:lstStyle/>
            <a:p>
              <a:endParaRPr lang="en-US"/>
            </a:p>
          </p:txBody>
        </p:sp>
        <p:sp>
          <p:nvSpPr>
            <p:cNvPr id="74" name="Freeform: Shape 73">
              <a:extLst>
                <a:ext uri="{FF2B5EF4-FFF2-40B4-BE49-F238E27FC236}">
                  <a16:creationId xmlns:a16="http://schemas.microsoft.com/office/drawing/2014/main" id="{EBAC37BD-2258-1111-7410-DEFDF07D4FCC}"/>
                </a:ext>
              </a:extLst>
            </p:cNvPr>
            <p:cNvSpPr/>
            <p:nvPr/>
          </p:nvSpPr>
          <p:spPr>
            <a:xfrm>
              <a:off x="2646015" y="3502793"/>
              <a:ext cx="81643" cy="48593"/>
            </a:xfrm>
            <a:custGeom>
              <a:avLst/>
              <a:gdLst>
                <a:gd name="connsiteX0" fmla="*/ 0 w 81643"/>
                <a:gd name="connsiteY0" fmla="*/ 15468 h 48593"/>
                <a:gd name="connsiteX1" fmla="*/ 33125 w 81643"/>
                <a:gd name="connsiteY1" fmla="*/ 48594 h 48593"/>
                <a:gd name="connsiteX2" fmla="*/ 81643 w 81643"/>
                <a:gd name="connsiteY2" fmla="*/ 0 h 48593"/>
              </a:gdLst>
              <a:ahLst/>
              <a:cxnLst>
                <a:cxn ang="0">
                  <a:pos x="connsiteX0" y="connsiteY0"/>
                </a:cxn>
                <a:cxn ang="0">
                  <a:pos x="connsiteX1" y="connsiteY1"/>
                </a:cxn>
                <a:cxn ang="0">
                  <a:pos x="connsiteX2" y="connsiteY2"/>
                </a:cxn>
              </a:cxnLst>
              <a:rect l="l" t="t" r="r" b="b"/>
              <a:pathLst>
                <a:path w="81643" h="48593">
                  <a:moveTo>
                    <a:pt x="0" y="15468"/>
                  </a:moveTo>
                  <a:lnTo>
                    <a:pt x="33125" y="48594"/>
                  </a:lnTo>
                  <a:lnTo>
                    <a:pt x="81643" y="0"/>
                  </a:lnTo>
                </a:path>
              </a:pathLst>
            </a:custGeom>
            <a:noFill/>
            <a:ln w="15875" cap="rnd">
              <a:solidFill>
                <a:schemeClr val="bg1"/>
              </a:solidFill>
              <a:prstDash val="solid"/>
              <a:round/>
            </a:ln>
          </p:spPr>
          <p:txBody>
            <a:bodyPr rtlCol="0" anchor="ctr"/>
            <a:lstStyle/>
            <a:p>
              <a:endParaRPr lang="en-US"/>
            </a:p>
          </p:txBody>
        </p:sp>
        <p:sp>
          <p:nvSpPr>
            <p:cNvPr id="75" name="Freeform: Shape 74">
              <a:extLst>
                <a:ext uri="{FF2B5EF4-FFF2-40B4-BE49-F238E27FC236}">
                  <a16:creationId xmlns:a16="http://schemas.microsoft.com/office/drawing/2014/main" id="{0EC560CB-EFAC-6D2A-E1A8-CDD7F2D6E6BF}"/>
                </a:ext>
              </a:extLst>
            </p:cNvPr>
            <p:cNvSpPr/>
            <p:nvPr/>
          </p:nvSpPr>
          <p:spPr>
            <a:xfrm>
              <a:off x="2487558" y="3209950"/>
              <a:ext cx="140649" cy="63835"/>
            </a:xfrm>
            <a:custGeom>
              <a:avLst/>
              <a:gdLst>
                <a:gd name="connsiteX0" fmla="*/ 140650 w 140649"/>
                <a:gd name="connsiteY0" fmla="*/ 27466 h 63835"/>
                <a:gd name="connsiteX1" fmla="*/ 140650 w 140649"/>
                <a:gd name="connsiteY1" fmla="*/ 52668 h 63835"/>
                <a:gd name="connsiteX2" fmla="*/ 129482 w 140649"/>
                <a:gd name="connsiteY2" fmla="*/ 63836 h 63835"/>
                <a:gd name="connsiteX3" fmla="*/ 11318 w 140649"/>
                <a:gd name="connsiteY3" fmla="*/ 63836 h 63835"/>
                <a:gd name="connsiteX4" fmla="*/ 0 w 140649"/>
                <a:gd name="connsiteY4" fmla="*/ 52668 h 63835"/>
                <a:gd name="connsiteX5" fmla="*/ 0 w 140649"/>
                <a:gd name="connsiteY5" fmla="*/ 27466 h 63835"/>
                <a:gd name="connsiteX6" fmla="*/ 11318 w 140649"/>
                <a:gd name="connsiteY6" fmla="*/ 16147 h 63835"/>
                <a:gd name="connsiteX7" fmla="*/ 49952 w 140649"/>
                <a:gd name="connsiteY7" fmla="*/ 16147 h 63835"/>
                <a:gd name="connsiteX8" fmla="*/ 70400 w 140649"/>
                <a:gd name="connsiteY8" fmla="*/ 0 h 63835"/>
                <a:gd name="connsiteX9" fmla="*/ 90849 w 140649"/>
                <a:gd name="connsiteY9" fmla="*/ 16147 h 63835"/>
                <a:gd name="connsiteX10" fmla="*/ 129482 w 140649"/>
                <a:gd name="connsiteY10" fmla="*/ 16147 h 63835"/>
                <a:gd name="connsiteX11" fmla="*/ 140650 w 140649"/>
                <a:gd name="connsiteY11" fmla="*/ 27466 h 6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0649" h="63835">
                  <a:moveTo>
                    <a:pt x="140650" y="27466"/>
                  </a:moveTo>
                  <a:lnTo>
                    <a:pt x="140650" y="52668"/>
                  </a:lnTo>
                  <a:cubicBezTo>
                    <a:pt x="140650" y="58780"/>
                    <a:pt x="135669" y="63836"/>
                    <a:pt x="129482" y="63836"/>
                  </a:cubicBezTo>
                  <a:lnTo>
                    <a:pt x="11318" y="63836"/>
                  </a:lnTo>
                  <a:cubicBezTo>
                    <a:pt x="5131" y="63836"/>
                    <a:pt x="0" y="58780"/>
                    <a:pt x="0" y="52668"/>
                  </a:cubicBezTo>
                  <a:lnTo>
                    <a:pt x="0" y="27466"/>
                  </a:lnTo>
                  <a:cubicBezTo>
                    <a:pt x="0" y="21203"/>
                    <a:pt x="5056" y="16147"/>
                    <a:pt x="11318" y="16147"/>
                  </a:cubicBezTo>
                  <a:lnTo>
                    <a:pt x="49952" y="16147"/>
                  </a:lnTo>
                  <a:cubicBezTo>
                    <a:pt x="52064" y="6867"/>
                    <a:pt x="60365" y="0"/>
                    <a:pt x="70400" y="0"/>
                  </a:cubicBezTo>
                  <a:cubicBezTo>
                    <a:pt x="80436" y="0"/>
                    <a:pt x="88736" y="6867"/>
                    <a:pt x="90849" y="16147"/>
                  </a:cubicBezTo>
                  <a:lnTo>
                    <a:pt x="129482" y="16147"/>
                  </a:lnTo>
                  <a:cubicBezTo>
                    <a:pt x="135745" y="16147"/>
                    <a:pt x="140650" y="21203"/>
                    <a:pt x="140650" y="27466"/>
                  </a:cubicBezTo>
                  <a:close/>
                </a:path>
              </a:pathLst>
            </a:custGeom>
            <a:noFill/>
            <a:ln w="15875" cap="rnd">
              <a:solidFill>
                <a:schemeClr val="bg1"/>
              </a:solidFill>
              <a:prstDash val="solid"/>
              <a:round/>
            </a:ln>
          </p:spPr>
          <p:txBody>
            <a:bodyPr rtlCol="0" anchor="ctr"/>
            <a:lstStyle/>
            <a:p>
              <a:endParaRPr lang="en-US"/>
            </a:p>
          </p:txBody>
        </p:sp>
        <p:sp>
          <p:nvSpPr>
            <p:cNvPr id="76" name="Freeform: Shape 75">
              <a:extLst>
                <a:ext uri="{FF2B5EF4-FFF2-40B4-BE49-F238E27FC236}">
                  <a16:creationId xmlns:a16="http://schemas.microsoft.com/office/drawing/2014/main" id="{018E5A31-C915-2186-1DCD-D0E3B7D095A5}"/>
                </a:ext>
              </a:extLst>
            </p:cNvPr>
            <p:cNvSpPr/>
            <p:nvPr/>
          </p:nvSpPr>
          <p:spPr>
            <a:xfrm>
              <a:off x="2397313" y="3241792"/>
              <a:ext cx="185093" cy="378938"/>
            </a:xfrm>
            <a:custGeom>
              <a:avLst/>
              <a:gdLst>
                <a:gd name="connsiteX0" fmla="*/ 90245 w 185093"/>
                <a:gd name="connsiteY0" fmla="*/ 0 h 378938"/>
                <a:gd name="connsiteX1" fmla="*/ 16148 w 185093"/>
                <a:gd name="connsiteY1" fmla="*/ 0 h 378938"/>
                <a:gd name="connsiteX2" fmla="*/ 0 w 185093"/>
                <a:gd name="connsiteY2" fmla="*/ 16374 h 378938"/>
                <a:gd name="connsiteX3" fmla="*/ 0 w 185093"/>
                <a:gd name="connsiteY3" fmla="*/ 362716 h 378938"/>
                <a:gd name="connsiteX4" fmla="*/ 16148 w 185093"/>
                <a:gd name="connsiteY4" fmla="*/ 378939 h 378938"/>
                <a:gd name="connsiteX5" fmla="*/ 185093 w 185093"/>
                <a:gd name="connsiteY5" fmla="*/ 378939 h 37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093" h="378938">
                  <a:moveTo>
                    <a:pt x="90245" y="0"/>
                  </a:moveTo>
                  <a:lnTo>
                    <a:pt x="16148" y="0"/>
                  </a:lnTo>
                  <a:cubicBezTo>
                    <a:pt x="7244" y="0"/>
                    <a:pt x="0" y="7244"/>
                    <a:pt x="0" y="16374"/>
                  </a:cubicBezTo>
                  <a:lnTo>
                    <a:pt x="0" y="362716"/>
                  </a:lnTo>
                  <a:cubicBezTo>
                    <a:pt x="0" y="371695"/>
                    <a:pt x="7244" y="378939"/>
                    <a:pt x="16148" y="378939"/>
                  </a:cubicBezTo>
                  <a:lnTo>
                    <a:pt x="185093" y="378939"/>
                  </a:lnTo>
                </a:path>
              </a:pathLst>
            </a:custGeom>
            <a:noFill/>
            <a:ln w="15875" cap="rnd">
              <a:solidFill>
                <a:schemeClr val="bg1"/>
              </a:solidFill>
              <a:prstDash val="solid"/>
              <a:round/>
            </a:ln>
          </p:spPr>
          <p:txBody>
            <a:bodyPr rtlCol="0" anchor="ctr"/>
            <a:lstStyle/>
            <a:p>
              <a:endParaRPr lang="en-US"/>
            </a:p>
          </p:txBody>
        </p:sp>
        <p:sp>
          <p:nvSpPr>
            <p:cNvPr id="77" name="Freeform: Shape 76">
              <a:extLst>
                <a:ext uri="{FF2B5EF4-FFF2-40B4-BE49-F238E27FC236}">
                  <a16:creationId xmlns:a16="http://schemas.microsoft.com/office/drawing/2014/main" id="{287FA7BF-C1D0-6286-D295-BB59B412E8DD}"/>
                </a:ext>
              </a:extLst>
            </p:cNvPr>
            <p:cNvSpPr/>
            <p:nvPr/>
          </p:nvSpPr>
          <p:spPr>
            <a:xfrm>
              <a:off x="2628207" y="3241792"/>
              <a:ext cx="90169" cy="163210"/>
            </a:xfrm>
            <a:custGeom>
              <a:avLst/>
              <a:gdLst>
                <a:gd name="connsiteX0" fmla="*/ 0 w 90169"/>
                <a:gd name="connsiteY0" fmla="*/ 0 h 163210"/>
                <a:gd name="connsiteX1" fmla="*/ 74022 w 90169"/>
                <a:gd name="connsiteY1" fmla="*/ 0 h 163210"/>
                <a:gd name="connsiteX2" fmla="*/ 90170 w 90169"/>
                <a:gd name="connsiteY2" fmla="*/ 16374 h 163210"/>
                <a:gd name="connsiteX3" fmla="*/ 90170 w 90169"/>
                <a:gd name="connsiteY3" fmla="*/ 163211 h 163210"/>
              </a:gdLst>
              <a:ahLst/>
              <a:cxnLst>
                <a:cxn ang="0">
                  <a:pos x="connsiteX0" y="connsiteY0"/>
                </a:cxn>
                <a:cxn ang="0">
                  <a:pos x="connsiteX1" y="connsiteY1"/>
                </a:cxn>
                <a:cxn ang="0">
                  <a:pos x="connsiteX2" y="connsiteY2"/>
                </a:cxn>
                <a:cxn ang="0">
                  <a:pos x="connsiteX3" y="connsiteY3"/>
                </a:cxn>
              </a:cxnLst>
              <a:rect l="l" t="t" r="r" b="b"/>
              <a:pathLst>
                <a:path w="90169" h="163210">
                  <a:moveTo>
                    <a:pt x="0" y="0"/>
                  </a:moveTo>
                  <a:lnTo>
                    <a:pt x="74022" y="0"/>
                  </a:lnTo>
                  <a:cubicBezTo>
                    <a:pt x="82926" y="0"/>
                    <a:pt x="90170" y="7244"/>
                    <a:pt x="90170" y="16374"/>
                  </a:cubicBezTo>
                  <a:lnTo>
                    <a:pt x="90170" y="163211"/>
                  </a:lnTo>
                </a:path>
              </a:pathLst>
            </a:custGeom>
            <a:noFill/>
            <a:ln w="15875" cap="rnd">
              <a:solidFill>
                <a:schemeClr val="bg1"/>
              </a:solidFill>
              <a:prstDash val="solid"/>
              <a:round/>
            </a:ln>
          </p:spPr>
          <p:txBody>
            <a:bodyPr rtlCol="0" anchor="ctr"/>
            <a:lstStyle/>
            <a:p>
              <a:endParaRPr lang="en-US"/>
            </a:p>
          </p:txBody>
        </p:sp>
        <p:sp>
          <p:nvSpPr>
            <p:cNvPr id="78" name="Freeform: Shape 77">
              <a:extLst>
                <a:ext uri="{FF2B5EF4-FFF2-40B4-BE49-F238E27FC236}">
                  <a16:creationId xmlns:a16="http://schemas.microsoft.com/office/drawing/2014/main" id="{51E40E4F-AD4E-F5D3-B530-259567C76E68}"/>
                </a:ext>
              </a:extLst>
            </p:cNvPr>
            <p:cNvSpPr/>
            <p:nvPr/>
          </p:nvSpPr>
          <p:spPr>
            <a:xfrm>
              <a:off x="2450735" y="3336263"/>
              <a:ext cx="214143" cy="7545"/>
            </a:xfrm>
            <a:custGeom>
              <a:avLst/>
              <a:gdLst>
                <a:gd name="connsiteX0" fmla="*/ 0 w 214143"/>
                <a:gd name="connsiteY0" fmla="*/ 0 h 7545"/>
                <a:gd name="connsiteX1" fmla="*/ 214144 w 214143"/>
                <a:gd name="connsiteY1" fmla="*/ 0 h 7545"/>
              </a:gdLst>
              <a:ahLst/>
              <a:cxnLst>
                <a:cxn ang="0">
                  <a:pos x="connsiteX0" y="connsiteY0"/>
                </a:cxn>
                <a:cxn ang="0">
                  <a:pos x="connsiteX1" y="connsiteY1"/>
                </a:cxn>
              </a:cxnLst>
              <a:rect l="l" t="t" r="r" b="b"/>
              <a:pathLst>
                <a:path w="214143" h="7545">
                  <a:moveTo>
                    <a:pt x="0" y="0"/>
                  </a:moveTo>
                  <a:lnTo>
                    <a:pt x="214144" y="0"/>
                  </a:lnTo>
                </a:path>
              </a:pathLst>
            </a:custGeom>
            <a:ln w="15875" cap="rnd">
              <a:solidFill>
                <a:schemeClr val="bg1"/>
              </a:solidFill>
              <a:prstDash val="solid"/>
              <a:round/>
            </a:ln>
          </p:spPr>
          <p:txBody>
            <a:bodyPr rtlCol="0" anchor="ctr"/>
            <a:lstStyle/>
            <a:p>
              <a:endParaRPr lang="en-US"/>
            </a:p>
          </p:txBody>
        </p:sp>
        <p:sp>
          <p:nvSpPr>
            <p:cNvPr id="79" name="Freeform: Shape 78">
              <a:extLst>
                <a:ext uri="{FF2B5EF4-FFF2-40B4-BE49-F238E27FC236}">
                  <a16:creationId xmlns:a16="http://schemas.microsoft.com/office/drawing/2014/main" id="{8441D873-489B-ED9E-CA09-7AD4D4EA4487}"/>
                </a:ext>
              </a:extLst>
            </p:cNvPr>
            <p:cNvSpPr/>
            <p:nvPr/>
          </p:nvSpPr>
          <p:spPr>
            <a:xfrm>
              <a:off x="2450735" y="3388553"/>
              <a:ext cx="214143" cy="7545"/>
            </a:xfrm>
            <a:custGeom>
              <a:avLst/>
              <a:gdLst>
                <a:gd name="connsiteX0" fmla="*/ 0 w 214143"/>
                <a:gd name="connsiteY0" fmla="*/ 0 h 7545"/>
                <a:gd name="connsiteX1" fmla="*/ 214144 w 214143"/>
                <a:gd name="connsiteY1" fmla="*/ 0 h 7545"/>
              </a:gdLst>
              <a:ahLst/>
              <a:cxnLst>
                <a:cxn ang="0">
                  <a:pos x="connsiteX0" y="connsiteY0"/>
                </a:cxn>
                <a:cxn ang="0">
                  <a:pos x="connsiteX1" y="connsiteY1"/>
                </a:cxn>
              </a:cxnLst>
              <a:rect l="l" t="t" r="r" b="b"/>
              <a:pathLst>
                <a:path w="214143" h="7545">
                  <a:moveTo>
                    <a:pt x="0" y="0"/>
                  </a:moveTo>
                  <a:lnTo>
                    <a:pt x="214144" y="0"/>
                  </a:lnTo>
                </a:path>
              </a:pathLst>
            </a:custGeom>
            <a:ln w="15875" cap="rnd">
              <a:solidFill>
                <a:schemeClr val="bg1"/>
              </a:solidFill>
              <a:prstDash val="solid"/>
              <a:round/>
            </a:ln>
          </p:spPr>
          <p:txBody>
            <a:bodyPr rtlCol="0" anchor="ctr"/>
            <a:lstStyle/>
            <a:p>
              <a:endParaRPr lang="en-US"/>
            </a:p>
          </p:txBody>
        </p:sp>
        <p:sp>
          <p:nvSpPr>
            <p:cNvPr id="80" name="Freeform: Shape 79">
              <a:extLst>
                <a:ext uri="{FF2B5EF4-FFF2-40B4-BE49-F238E27FC236}">
                  <a16:creationId xmlns:a16="http://schemas.microsoft.com/office/drawing/2014/main" id="{C80036E5-F9E9-727D-5B33-5B774732BC2B}"/>
                </a:ext>
              </a:extLst>
            </p:cNvPr>
            <p:cNvSpPr/>
            <p:nvPr/>
          </p:nvSpPr>
          <p:spPr>
            <a:xfrm>
              <a:off x="2450735" y="3440769"/>
              <a:ext cx="96432" cy="7545"/>
            </a:xfrm>
            <a:custGeom>
              <a:avLst/>
              <a:gdLst>
                <a:gd name="connsiteX0" fmla="*/ 0 w 96432"/>
                <a:gd name="connsiteY0" fmla="*/ 0 h 7545"/>
                <a:gd name="connsiteX1" fmla="*/ 96432 w 96432"/>
                <a:gd name="connsiteY1" fmla="*/ 0 h 7545"/>
              </a:gdLst>
              <a:ahLst/>
              <a:cxnLst>
                <a:cxn ang="0">
                  <a:pos x="connsiteX0" y="connsiteY0"/>
                </a:cxn>
                <a:cxn ang="0">
                  <a:pos x="connsiteX1" y="connsiteY1"/>
                </a:cxn>
              </a:cxnLst>
              <a:rect l="l" t="t" r="r" b="b"/>
              <a:pathLst>
                <a:path w="96432" h="7545">
                  <a:moveTo>
                    <a:pt x="0" y="0"/>
                  </a:moveTo>
                  <a:lnTo>
                    <a:pt x="96432" y="0"/>
                  </a:lnTo>
                </a:path>
              </a:pathLst>
            </a:custGeom>
            <a:ln w="15875" cap="rnd">
              <a:solidFill>
                <a:schemeClr val="bg1"/>
              </a:solidFill>
              <a:prstDash val="solid"/>
              <a:round/>
            </a:ln>
          </p:spPr>
          <p:txBody>
            <a:bodyPr rtlCol="0" anchor="ctr"/>
            <a:lstStyle/>
            <a:p>
              <a:endParaRPr lang="en-US"/>
            </a:p>
          </p:txBody>
        </p:sp>
        <p:sp>
          <p:nvSpPr>
            <p:cNvPr id="81" name="Freeform: Shape 80">
              <a:extLst>
                <a:ext uri="{FF2B5EF4-FFF2-40B4-BE49-F238E27FC236}">
                  <a16:creationId xmlns:a16="http://schemas.microsoft.com/office/drawing/2014/main" id="{C5FD327D-F8DD-E1D2-E6BF-362CE09A9AF7}"/>
                </a:ext>
              </a:extLst>
            </p:cNvPr>
            <p:cNvSpPr/>
            <p:nvPr/>
          </p:nvSpPr>
          <p:spPr>
            <a:xfrm>
              <a:off x="2450735" y="3492984"/>
              <a:ext cx="96432" cy="7545"/>
            </a:xfrm>
            <a:custGeom>
              <a:avLst/>
              <a:gdLst>
                <a:gd name="connsiteX0" fmla="*/ 0 w 96432"/>
                <a:gd name="connsiteY0" fmla="*/ 0 h 7545"/>
                <a:gd name="connsiteX1" fmla="*/ 96432 w 96432"/>
                <a:gd name="connsiteY1" fmla="*/ 0 h 7545"/>
              </a:gdLst>
              <a:ahLst/>
              <a:cxnLst>
                <a:cxn ang="0">
                  <a:pos x="connsiteX0" y="connsiteY0"/>
                </a:cxn>
                <a:cxn ang="0">
                  <a:pos x="connsiteX1" y="connsiteY1"/>
                </a:cxn>
              </a:cxnLst>
              <a:rect l="l" t="t" r="r" b="b"/>
              <a:pathLst>
                <a:path w="96432" h="7545">
                  <a:moveTo>
                    <a:pt x="0" y="0"/>
                  </a:moveTo>
                  <a:lnTo>
                    <a:pt x="96432" y="0"/>
                  </a:lnTo>
                </a:path>
              </a:pathLst>
            </a:custGeom>
            <a:ln w="15875" cap="rnd">
              <a:solidFill>
                <a:schemeClr val="bg1"/>
              </a:solidFill>
              <a:prstDash val="solid"/>
              <a:round/>
            </a:ln>
          </p:spPr>
          <p:txBody>
            <a:bodyPr rtlCol="0" anchor="ctr"/>
            <a:lstStyle/>
            <a:p>
              <a:endParaRPr lang="en-US"/>
            </a:p>
          </p:txBody>
        </p:sp>
        <p:sp>
          <p:nvSpPr>
            <p:cNvPr id="82" name="Freeform: Shape 81">
              <a:extLst>
                <a:ext uri="{FF2B5EF4-FFF2-40B4-BE49-F238E27FC236}">
                  <a16:creationId xmlns:a16="http://schemas.microsoft.com/office/drawing/2014/main" id="{B5B737C1-CF61-AA47-ADFD-90F031433CD0}"/>
                </a:ext>
              </a:extLst>
            </p:cNvPr>
            <p:cNvSpPr/>
            <p:nvPr/>
          </p:nvSpPr>
          <p:spPr>
            <a:xfrm>
              <a:off x="2450735" y="3545200"/>
              <a:ext cx="96432" cy="7545"/>
            </a:xfrm>
            <a:custGeom>
              <a:avLst/>
              <a:gdLst>
                <a:gd name="connsiteX0" fmla="*/ 0 w 96432"/>
                <a:gd name="connsiteY0" fmla="*/ 0 h 7545"/>
                <a:gd name="connsiteX1" fmla="*/ 96432 w 96432"/>
                <a:gd name="connsiteY1" fmla="*/ 0 h 7545"/>
              </a:gdLst>
              <a:ahLst/>
              <a:cxnLst>
                <a:cxn ang="0">
                  <a:pos x="connsiteX0" y="connsiteY0"/>
                </a:cxn>
                <a:cxn ang="0">
                  <a:pos x="connsiteX1" y="connsiteY1"/>
                </a:cxn>
              </a:cxnLst>
              <a:rect l="l" t="t" r="r" b="b"/>
              <a:pathLst>
                <a:path w="96432" h="7545">
                  <a:moveTo>
                    <a:pt x="0" y="0"/>
                  </a:moveTo>
                  <a:lnTo>
                    <a:pt x="96432" y="0"/>
                  </a:lnTo>
                </a:path>
              </a:pathLst>
            </a:custGeom>
            <a:ln w="15875" cap="rnd">
              <a:solidFill>
                <a:schemeClr val="bg1"/>
              </a:solidFill>
              <a:prstDash val="solid"/>
              <a:round/>
            </a:ln>
          </p:spPr>
          <p:txBody>
            <a:bodyPr rtlCol="0" anchor="ctr"/>
            <a:lstStyle/>
            <a:p>
              <a:endParaRPr lang="en-US"/>
            </a:p>
          </p:txBody>
        </p:sp>
      </p:grpSp>
    </p:spTree>
    <p:extLst>
      <p:ext uri="{BB962C8B-B14F-4D97-AF65-F5344CB8AC3E}">
        <p14:creationId xmlns:p14="http://schemas.microsoft.com/office/powerpoint/2010/main" val="227588475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16B2-AC1E-8B41-97D0-A7F5514F07ED}"/>
              </a:ext>
            </a:extLst>
          </p:cNvPr>
          <p:cNvSpPr>
            <a:spLocks noGrp="1"/>
          </p:cNvSpPr>
          <p:nvPr>
            <p:ph type="title"/>
          </p:nvPr>
        </p:nvSpPr>
        <p:spPr/>
        <p:txBody>
          <a:bodyPr/>
          <a:lstStyle/>
          <a:p>
            <a:r>
              <a:rPr lang="en-US"/>
              <a:t>High-Level Architecture</a:t>
            </a:r>
          </a:p>
        </p:txBody>
      </p:sp>
      <p:sp>
        <p:nvSpPr>
          <p:cNvPr id="3" name="Footer Placeholder 2">
            <a:extLst>
              <a:ext uri="{FF2B5EF4-FFF2-40B4-BE49-F238E27FC236}">
                <a16:creationId xmlns:a16="http://schemas.microsoft.com/office/drawing/2014/main" id="{AE9318BA-28F7-DDAA-7A0A-0A594DE78DEC}"/>
              </a:ext>
            </a:extLst>
          </p:cNvPr>
          <p:cNvSpPr>
            <a:spLocks noGrp="1"/>
          </p:cNvSpPr>
          <p:nvPr>
            <p:ph type="ftr" sz="quarter" idx="11"/>
          </p:nvPr>
        </p:nvSpPr>
        <p:spPr/>
        <p:txBody>
          <a:bodyPr/>
          <a:lstStyle/>
          <a:p>
            <a:r>
              <a:rPr lang="en-US" dirty="0"/>
              <a:t>TCS-Confidential</a:t>
            </a:r>
            <a:endParaRPr lang="en-IN" dirty="0"/>
          </a:p>
        </p:txBody>
      </p:sp>
      <p:sp>
        <p:nvSpPr>
          <p:cNvPr id="4" name="Slide Number Placeholder 3">
            <a:extLst>
              <a:ext uri="{FF2B5EF4-FFF2-40B4-BE49-F238E27FC236}">
                <a16:creationId xmlns:a16="http://schemas.microsoft.com/office/drawing/2014/main" id="{D4F0F59C-BDBC-32DB-C9DD-BEC40492F015}"/>
              </a:ext>
            </a:extLst>
          </p:cNvPr>
          <p:cNvSpPr>
            <a:spLocks noGrp="1"/>
          </p:cNvSpPr>
          <p:nvPr>
            <p:ph type="sldNum" sz="quarter" idx="12"/>
          </p:nvPr>
        </p:nvSpPr>
        <p:spPr/>
        <p:txBody>
          <a:bodyPr/>
          <a:lstStyle/>
          <a:p>
            <a:fld id="{662A0901-ACEF-4BE9-9C8C-C119B421173E}" type="slidenum">
              <a:rPr lang="en-IN" smtClean="0"/>
              <a:t>8</a:t>
            </a:fld>
            <a:endParaRPr lang="en-IN"/>
          </a:p>
        </p:txBody>
      </p:sp>
      <p:sp>
        <p:nvSpPr>
          <p:cNvPr id="7" name="Rectangle: Rounded Corners 6">
            <a:extLst>
              <a:ext uri="{FF2B5EF4-FFF2-40B4-BE49-F238E27FC236}">
                <a16:creationId xmlns:a16="http://schemas.microsoft.com/office/drawing/2014/main" id="{DE67036E-116D-5E78-9956-675E022BFA67}"/>
              </a:ext>
            </a:extLst>
          </p:cNvPr>
          <p:cNvSpPr/>
          <p:nvPr/>
        </p:nvSpPr>
        <p:spPr>
          <a:xfrm>
            <a:off x="1222422" y="585338"/>
            <a:ext cx="6446109" cy="70845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lang="en-SG" sz="2000" dirty="0"/>
              <a:t>Frontend Layer</a:t>
            </a:r>
          </a:p>
          <a:p>
            <a:pPr lvl="1" algn="ctr"/>
            <a:r>
              <a:rPr lang="en-SG" sz="1600" dirty="0"/>
              <a:t>React JS + </a:t>
            </a:r>
            <a:r>
              <a:rPr lang="en-SG" sz="1600" dirty="0" err="1"/>
              <a:t>Javascript</a:t>
            </a:r>
            <a:r>
              <a:rPr lang="en-SG" sz="1600" dirty="0"/>
              <a:t> + Vite+ </a:t>
            </a:r>
            <a:r>
              <a:rPr lang="en-SG" sz="1600" dirty="0" err="1"/>
              <a:t>Zustland</a:t>
            </a:r>
            <a:endParaRPr lang="en-SG" sz="1600" dirty="0"/>
          </a:p>
        </p:txBody>
      </p:sp>
      <p:sp>
        <p:nvSpPr>
          <p:cNvPr id="10" name="Rectangle: Rounded Corners 9">
            <a:extLst>
              <a:ext uri="{FF2B5EF4-FFF2-40B4-BE49-F238E27FC236}">
                <a16:creationId xmlns:a16="http://schemas.microsoft.com/office/drawing/2014/main" id="{7152707C-125F-E4CA-D6F6-445638CC647F}"/>
              </a:ext>
            </a:extLst>
          </p:cNvPr>
          <p:cNvSpPr/>
          <p:nvPr/>
        </p:nvSpPr>
        <p:spPr>
          <a:xfrm>
            <a:off x="1235675" y="1759295"/>
            <a:ext cx="6446109" cy="1741786"/>
          </a:xfrm>
          <a:prstGeom prst="roundRect">
            <a:avLst/>
          </a:prstGeom>
          <a:solidFill>
            <a:srgbClr val="C98D2A"/>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sz="2000" dirty="0"/>
              <a:t> Backend Layer</a:t>
            </a:r>
          </a:p>
          <a:p>
            <a:pPr algn="ctr"/>
            <a:r>
              <a:rPr lang="en-SG" sz="1600" dirty="0" err="1"/>
              <a:t>FastAPI</a:t>
            </a:r>
            <a:r>
              <a:rPr lang="en-SG" sz="1600" dirty="0"/>
              <a:t> + Python  + Async/Await Pattern</a:t>
            </a:r>
            <a:br>
              <a:rPr lang="en-SG" sz="1600" dirty="0"/>
            </a:br>
            <a:br>
              <a:rPr lang="en-SG" sz="1600" dirty="0"/>
            </a:br>
            <a:endParaRPr lang="en-SG" sz="1600" dirty="0"/>
          </a:p>
        </p:txBody>
      </p:sp>
      <p:sp>
        <p:nvSpPr>
          <p:cNvPr id="11" name="Rectangle: Rounded Corners 10">
            <a:extLst>
              <a:ext uri="{FF2B5EF4-FFF2-40B4-BE49-F238E27FC236}">
                <a16:creationId xmlns:a16="http://schemas.microsoft.com/office/drawing/2014/main" id="{8C385F74-A7D1-F8BC-4017-ED1AEDECE847}"/>
              </a:ext>
            </a:extLst>
          </p:cNvPr>
          <p:cNvSpPr/>
          <p:nvPr/>
        </p:nvSpPr>
        <p:spPr>
          <a:xfrm>
            <a:off x="1276864" y="3992631"/>
            <a:ext cx="1433384" cy="694697"/>
          </a:xfrm>
          <a:prstGeom prst="roundRect">
            <a:avLst/>
          </a:prstGeom>
          <a:solidFill>
            <a:srgbClr val="D15FD1"/>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600"/>
              <a:t>SQLite</a:t>
            </a:r>
            <a:br>
              <a:rPr lang="en-GB" sz="1600"/>
            </a:br>
            <a:r>
              <a:rPr lang="en-GB" sz="1600"/>
              <a:t>(Async)</a:t>
            </a:r>
            <a:endParaRPr lang="en-SG" sz="1600"/>
          </a:p>
        </p:txBody>
      </p:sp>
      <p:sp>
        <p:nvSpPr>
          <p:cNvPr id="13" name="Rectangle: Rounded Corners 12">
            <a:extLst>
              <a:ext uri="{FF2B5EF4-FFF2-40B4-BE49-F238E27FC236}">
                <a16:creationId xmlns:a16="http://schemas.microsoft.com/office/drawing/2014/main" id="{DBDF3221-2799-399B-BB39-85CD6B77DC49}"/>
              </a:ext>
            </a:extLst>
          </p:cNvPr>
          <p:cNvSpPr/>
          <p:nvPr/>
        </p:nvSpPr>
        <p:spPr>
          <a:xfrm>
            <a:off x="3762632" y="3969278"/>
            <a:ext cx="1433384" cy="694697"/>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a:t>OpenAI API</a:t>
            </a:r>
          </a:p>
          <a:p>
            <a:pPr algn="ctr"/>
            <a:r>
              <a:rPr lang="en-GB" sz="1600"/>
              <a:t>(LLM)</a:t>
            </a:r>
            <a:endParaRPr lang="en-SG" sz="1600"/>
          </a:p>
        </p:txBody>
      </p:sp>
      <p:sp>
        <p:nvSpPr>
          <p:cNvPr id="14" name="Rectangle: Rounded Corners 13">
            <a:extLst>
              <a:ext uri="{FF2B5EF4-FFF2-40B4-BE49-F238E27FC236}">
                <a16:creationId xmlns:a16="http://schemas.microsoft.com/office/drawing/2014/main" id="{6C2CF67E-3BEC-97A7-5FBF-0ECD8E9672BA}"/>
              </a:ext>
            </a:extLst>
          </p:cNvPr>
          <p:cNvSpPr/>
          <p:nvPr/>
        </p:nvSpPr>
        <p:spPr>
          <a:xfrm>
            <a:off x="6086475" y="3969278"/>
            <a:ext cx="1595309" cy="694697"/>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File Storage</a:t>
            </a:r>
          </a:p>
          <a:p>
            <a:pPr algn="ctr"/>
            <a:r>
              <a:rPr lang="en-GB" sz="1600" dirty="0"/>
              <a:t>(Local storage)</a:t>
            </a:r>
            <a:endParaRPr lang="en-SG" sz="1600" dirty="0"/>
          </a:p>
        </p:txBody>
      </p:sp>
      <p:cxnSp>
        <p:nvCxnSpPr>
          <p:cNvPr id="23" name="Straight Arrow Connector 22">
            <a:extLst>
              <a:ext uri="{FF2B5EF4-FFF2-40B4-BE49-F238E27FC236}">
                <a16:creationId xmlns:a16="http://schemas.microsoft.com/office/drawing/2014/main" id="{D7D1F5D5-7CAB-F8CB-8B01-389DC81FC911}"/>
              </a:ext>
            </a:extLst>
          </p:cNvPr>
          <p:cNvCxnSpPr>
            <a:cxnSpLocks/>
          </p:cNvCxnSpPr>
          <p:nvPr/>
        </p:nvCxnSpPr>
        <p:spPr>
          <a:xfrm>
            <a:off x="1993556" y="3501081"/>
            <a:ext cx="0" cy="49155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1C65143C-7B16-73DF-CD96-0B9ADEED67EE}"/>
              </a:ext>
            </a:extLst>
          </p:cNvPr>
          <p:cNvCxnSpPr>
            <a:stCxn id="7" idx="2"/>
            <a:endCxn id="10" idx="0"/>
          </p:cNvCxnSpPr>
          <p:nvPr/>
        </p:nvCxnSpPr>
        <p:spPr>
          <a:xfrm>
            <a:off x="4445477" y="1293792"/>
            <a:ext cx="13253" cy="46550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E964925-05EB-A35E-7C70-42535AAACEFE}"/>
              </a:ext>
            </a:extLst>
          </p:cNvPr>
          <p:cNvCxnSpPr>
            <a:cxnSpLocks/>
          </p:cNvCxnSpPr>
          <p:nvPr/>
        </p:nvCxnSpPr>
        <p:spPr>
          <a:xfrm>
            <a:off x="4508156" y="3501081"/>
            <a:ext cx="0" cy="49155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177DC833-85B8-B882-1514-ED41BE92C883}"/>
              </a:ext>
            </a:extLst>
          </p:cNvPr>
          <p:cNvCxnSpPr>
            <a:cxnSpLocks/>
          </p:cNvCxnSpPr>
          <p:nvPr/>
        </p:nvCxnSpPr>
        <p:spPr>
          <a:xfrm>
            <a:off x="6965092" y="3501081"/>
            <a:ext cx="0" cy="49155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B5297A7E-5DBD-8EB3-7ED9-25BB18A720C3}"/>
              </a:ext>
            </a:extLst>
          </p:cNvPr>
          <p:cNvSpPr txBox="1"/>
          <p:nvPr/>
        </p:nvSpPr>
        <p:spPr>
          <a:xfrm>
            <a:off x="4508156" y="1378313"/>
            <a:ext cx="2387961" cy="276999"/>
          </a:xfrm>
          <a:prstGeom prst="rect">
            <a:avLst/>
          </a:prstGeom>
          <a:noFill/>
        </p:spPr>
        <p:txBody>
          <a:bodyPr wrap="none" rtlCol="0">
            <a:spAutoFit/>
          </a:bodyPr>
          <a:lstStyle/>
          <a:p>
            <a:r>
              <a:rPr lang="en-SG" sz="1200"/>
              <a:t>REST API + Server-Sent Events (SSE)</a:t>
            </a:r>
          </a:p>
        </p:txBody>
      </p:sp>
    </p:spTree>
    <p:extLst>
      <p:ext uri="{BB962C8B-B14F-4D97-AF65-F5344CB8AC3E}">
        <p14:creationId xmlns:p14="http://schemas.microsoft.com/office/powerpoint/2010/main" val="372731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CA479B4B-FB82-3F9D-D956-C7DCE14BC2AF}"/>
              </a:ext>
            </a:extLst>
          </p:cNvPr>
          <p:cNvSpPr/>
          <p:nvPr/>
        </p:nvSpPr>
        <p:spPr>
          <a:xfrm>
            <a:off x="3052848" y="1671665"/>
            <a:ext cx="3038389" cy="1803914"/>
          </a:xfrm>
          <a:custGeom>
            <a:avLst/>
            <a:gdLst>
              <a:gd name="connsiteX0" fmla="*/ 3038389 w 3038389"/>
              <a:gd name="connsiteY0" fmla="*/ 927802 h 1803914"/>
              <a:gd name="connsiteX1" fmla="*/ 3038199 w 3038389"/>
              <a:gd name="connsiteY1" fmla="*/ 915038 h 1803914"/>
              <a:gd name="connsiteX2" fmla="*/ 3037723 w 3038389"/>
              <a:gd name="connsiteY2" fmla="*/ 911038 h 1803914"/>
              <a:gd name="connsiteX3" fmla="*/ 3028864 w 3038389"/>
              <a:gd name="connsiteY3" fmla="*/ 821217 h 1803914"/>
              <a:gd name="connsiteX4" fmla="*/ 3030103 w 3038389"/>
              <a:gd name="connsiteY4" fmla="*/ 829789 h 1803914"/>
              <a:gd name="connsiteX5" fmla="*/ 2575570 w 3038389"/>
              <a:gd name="connsiteY5" fmla="*/ 258003 h 1803914"/>
              <a:gd name="connsiteX6" fmla="*/ 2048075 w 3038389"/>
              <a:gd name="connsiteY6" fmla="*/ 57312 h 1803914"/>
              <a:gd name="connsiteX7" fmla="*/ 1850812 w 3038389"/>
              <a:gd name="connsiteY7" fmla="*/ 22164 h 1803914"/>
              <a:gd name="connsiteX8" fmla="*/ 1708414 w 3038389"/>
              <a:gd name="connsiteY8" fmla="*/ 6829 h 1803914"/>
              <a:gd name="connsiteX9" fmla="*/ 1645644 w 3038389"/>
              <a:gd name="connsiteY9" fmla="*/ 3019 h 1803914"/>
              <a:gd name="connsiteX10" fmla="*/ 1591447 w 3038389"/>
              <a:gd name="connsiteY10" fmla="*/ 828 h 1803914"/>
              <a:gd name="connsiteX11" fmla="*/ 704860 w 3038389"/>
              <a:gd name="connsiteY11" fmla="*/ 138655 h 1803914"/>
              <a:gd name="connsiteX12" fmla="*/ 97069 w 3038389"/>
              <a:gd name="connsiteY12" fmla="*/ 583759 h 1803914"/>
              <a:gd name="connsiteX13" fmla="*/ 108214 w 3038389"/>
              <a:gd name="connsiteY13" fmla="*/ 1253557 h 1803914"/>
              <a:gd name="connsiteX14" fmla="*/ 587893 w 3038389"/>
              <a:gd name="connsiteY14" fmla="*/ 1619507 h 1803914"/>
              <a:gd name="connsiteX15" fmla="*/ 1456382 w 3038389"/>
              <a:gd name="connsiteY15" fmla="*/ 1803816 h 1803914"/>
              <a:gd name="connsiteX16" fmla="*/ 1612021 w 3038389"/>
              <a:gd name="connsiteY16" fmla="*/ 1803149 h 1803914"/>
              <a:gd name="connsiteX17" fmla="*/ 2264483 w 3038389"/>
              <a:gd name="connsiteY17" fmla="*/ 1692564 h 1803914"/>
              <a:gd name="connsiteX18" fmla="*/ 2290201 w 3038389"/>
              <a:gd name="connsiteY18" fmla="*/ 1683706 h 1803914"/>
              <a:gd name="connsiteX19" fmla="*/ 2357638 w 3038389"/>
              <a:gd name="connsiteY19" fmla="*/ 1659798 h 1803914"/>
              <a:gd name="connsiteX20" fmla="*/ 2479177 w 3038389"/>
              <a:gd name="connsiteY20" fmla="*/ 1610649 h 1803914"/>
              <a:gd name="connsiteX21" fmla="*/ 2694918 w 3038389"/>
              <a:gd name="connsiteY21" fmla="*/ 1488157 h 1803914"/>
              <a:gd name="connsiteX22" fmla="*/ 2927995 w 3038389"/>
              <a:gd name="connsiteY22" fmla="*/ 1256033 h 1803914"/>
              <a:gd name="connsiteX23" fmla="*/ 3028103 w 3038389"/>
              <a:gd name="connsiteY23" fmla="*/ 1028386 h 1803914"/>
              <a:gd name="connsiteX24" fmla="*/ 3038104 w 3038389"/>
              <a:gd name="connsiteY24" fmla="*/ 940946 h 1803914"/>
              <a:gd name="connsiteX25" fmla="*/ 3038389 w 3038389"/>
              <a:gd name="connsiteY25" fmla="*/ 927802 h 1803914"/>
              <a:gd name="connsiteX26" fmla="*/ 3038389 w 3038389"/>
              <a:gd name="connsiteY26" fmla="*/ 927802 h 1803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38389" h="1803914">
                <a:moveTo>
                  <a:pt x="3038389" y="927802"/>
                </a:moveTo>
                <a:cubicBezTo>
                  <a:pt x="3038294" y="923515"/>
                  <a:pt x="3038199" y="919324"/>
                  <a:pt x="3038199" y="915038"/>
                </a:cubicBezTo>
                <a:cubicBezTo>
                  <a:pt x="3037913" y="934659"/>
                  <a:pt x="3037913" y="913704"/>
                  <a:pt x="3037723" y="911038"/>
                </a:cubicBezTo>
                <a:cubicBezTo>
                  <a:pt x="3036675" y="889987"/>
                  <a:pt x="3033436" y="849887"/>
                  <a:pt x="3028864" y="821217"/>
                </a:cubicBezTo>
                <a:cubicBezTo>
                  <a:pt x="3029341" y="823979"/>
                  <a:pt x="3029626" y="826836"/>
                  <a:pt x="3030103" y="829789"/>
                </a:cubicBezTo>
                <a:cubicBezTo>
                  <a:pt x="2986478" y="573471"/>
                  <a:pt x="2789882" y="386115"/>
                  <a:pt x="2575570" y="258003"/>
                </a:cubicBezTo>
                <a:cubicBezTo>
                  <a:pt x="2412978" y="160753"/>
                  <a:pt x="2232289" y="98460"/>
                  <a:pt x="2048075" y="57312"/>
                </a:cubicBezTo>
                <a:cubicBezTo>
                  <a:pt x="1983019" y="42738"/>
                  <a:pt x="1917011" y="30070"/>
                  <a:pt x="1850812" y="22164"/>
                </a:cubicBezTo>
                <a:cubicBezTo>
                  <a:pt x="1803378" y="16545"/>
                  <a:pt x="1756039" y="10544"/>
                  <a:pt x="1708414" y="6829"/>
                </a:cubicBezTo>
                <a:cubicBezTo>
                  <a:pt x="1687554" y="5305"/>
                  <a:pt x="1666504" y="4067"/>
                  <a:pt x="1645644" y="3019"/>
                </a:cubicBezTo>
                <a:cubicBezTo>
                  <a:pt x="1636786" y="2543"/>
                  <a:pt x="1572968" y="257"/>
                  <a:pt x="1591447" y="828"/>
                </a:cubicBezTo>
                <a:cubicBezTo>
                  <a:pt x="1289790" y="-6315"/>
                  <a:pt x="988228" y="32166"/>
                  <a:pt x="704860" y="138655"/>
                </a:cubicBezTo>
                <a:cubicBezTo>
                  <a:pt x="474164" y="225428"/>
                  <a:pt x="229276" y="367922"/>
                  <a:pt x="97069" y="583759"/>
                </a:cubicBezTo>
                <a:cubicBezTo>
                  <a:pt x="-32566" y="795785"/>
                  <a:pt x="-35804" y="1048102"/>
                  <a:pt x="108214" y="1253557"/>
                </a:cubicBezTo>
                <a:cubicBezTo>
                  <a:pt x="225181" y="1420530"/>
                  <a:pt x="403870" y="1537020"/>
                  <a:pt x="587893" y="1619507"/>
                </a:cubicBezTo>
                <a:cubicBezTo>
                  <a:pt x="852497" y="1742951"/>
                  <a:pt x="1166155" y="1803816"/>
                  <a:pt x="1456382" y="1803816"/>
                </a:cubicBezTo>
                <a:cubicBezTo>
                  <a:pt x="1506865" y="1803816"/>
                  <a:pt x="1560395" y="1804292"/>
                  <a:pt x="1612021" y="1803149"/>
                </a:cubicBezTo>
                <a:cubicBezTo>
                  <a:pt x="1823190" y="1803149"/>
                  <a:pt x="2056648" y="1760287"/>
                  <a:pt x="2264483" y="1692564"/>
                </a:cubicBezTo>
                <a:cubicBezTo>
                  <a:pt x="2236956" y="1700660"/>
                  <a:pt x="2291725" y="1683229"/>
                  <a:pt x="2290201" y="1683706"/>
                </a:cubicBezTo>
                <a:cubicBezTo>
                  <a:pt x="2312775" y="1675990"/>
                  <a:pt x="2335254" y="1667894"/>
                  <a:pt x="2357638" y="1659798"/>
                </a:cubicBezTo>
                <a:cubicBezTo>
                  <a:pt x="2398690" y="1645034"/>
                  <a:pt x="2439457" y="1628746"/>
                  <a:pt x="2479177" y="1610649"/>
                </a:cubicBezTo>
                <a:cubicBezTo>
                  <a:pt x="2554615" y="1576454"/>
                  <a:pt x="2627386" y="1536258"/>
                  <a:pt x="2694918" y="1488157"/>
                </a:cubicBezTo>
                <a:cubicBezTo>
                  <a:pt x="2784548" y="1424245"/>
                  <a:pt x="2865225" y="1344806"/>
                  <a:pt x="2927995" y="1256033"/>
                </a:cubicBezTo>
                <a:cubicBezTo>
                  <a:pt x="2973429" y="1188025"/>
                  <a:pt x="3015624" y="1103538"/>
                  <a:pt x="3028103" y="1028386"/>
                </a:cubicBezTo>
                <a:cubicBezTo>
                  <a:pt x="3034484" y="1000763"/>
                  <a:pt x="3038104" y="951900"/>
                  <a:pt x="3038104" y="940946"/>
                </a:cubicBezTo>
                <a:cubicBezTo>
                  <a:pt x="3038104" y="936469"/>
                  <a:pt x="3038104" y="932183"/>
                  <a:pt x="3038389" y="927802"/>
                </a:cubicBezTo>
                <a:cubicBezTo>
                  <a:pt x="3038294" y="923992"/>
                  <a:pt x="3038389" y="932183"/>
                  <a:pt x="3038389" y="927802"/>
                </a:cubicBezTo>
                <a:close/>
              </a:path>
            </a:pathLst>
          </a:custGeom>
          <a:solidFill>
            <a:schemeClr val="bg1">
              <a:lumMod val="85000"/>
            </a:schemeClr>
          </a:solidFill>
          <a:ln w="0"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158CC13C-8F04-BAAA-6F54-60CE10384315}"/>
              </a:ext>
            </a:extLst>
          </p:cNvPr>
          <p:cNvSpPr/>
          <p:nvPr/>
        </p:nvSpPr>
        <p:spPr>
          <a:xfrm>
            <a:off x="4187994" y="1110753"/>
            <a:ext cx="768096" cy="771401"/>
          </a:xfrm>
          <a:custGeom>
            <a:avLst/>
            <a:gdLst>
              <a:gd name="connsiteX0" fmla="*/ 856042 w 856232"/>
              <a:gd name="connsiteY0" fmla="*/ 261503 h 508438"/>
              <a:gd name="connsiteX1" fmla="*/ 856042 w 856232"/>
              <a:gd name="connsiteY1" fmla="*/ 257883 h 508438"/>
              <a:gd name="connsiteX2" fmla="*/ 855947 w 856232"/>
              <a:gd name="connsiteY2" fmla="*/ 256740 h 508438"/>
              <a:gd name="connsiteX3" fmla="*/ 853470 w 856232"/>
              <a:gd name="connsiteY3" fmla="*/ 231404 h 508438"/>
              <a:gd name="connsiteX4" fmla="*/ 853851 w 856232"/>
              <a:gd name="connsiteY4" fmla="*/ 233785 h 508438"/>
              <a:gd name="connsiteX5" fmla="*/ 725740 w 856232"/>
              <a:gd name="connsiteY5" fmla="*/ 72622 h 508438"/>
              <a:gd name="connsiteX6" fmla="*/ 577055 w 856232"/>
              <a:gd name="connsiteY6" fmla="*/ 16044 h 508438"/>
              <a:gd name="connsiteX7" fmla="*/ 521524 w 856232"/>
              <a:gd name="connsiteY7" fmla="*/ 6138 h 508438"/>
              <a:gd name="connsiteX8" fmla="*/ 481424 w 856232"/>
              <a:gd name="connsiteY8" fmla="*/ 1851 h 508438"/>
              <a:gd name="connsiteX9" fmla="*/ 463707 w 856232"/>
              <a:gd name="connsiteY9" fmla="*/ 804 h 508438"/>
              <a:gd name="connsiteX10" fmla="*/ 448467 w 856232"/>
              <a:gd name="connsiteY10" fmla="*/ 232 h 508438"/>
              <a:gd name="connsiteX11" fmla="*/ 198626 w 856232"/>
              <a:gd name="connsiteY11" fmla="*/ 38999 h 508438"/>
              <a:gd name="connsiteX12" fmla="*/ 27367 w 856232"/>
              <a:gd name="connsiteY12" fmla="*/ 164443 h 508438"/>
              <a:gd name="connsiteX13" fmla="*/ 30510 w 856232"/>
              <a:gd name="connsiteY13" fmla="*/ 353229 h 508438"/>
              <a:gd name="connsiteX14" fmla="*/ 165670 w 856232"/>
              <a:gd name="connsiteY14" fmla="*/ 456384 h 508438"/>
              <a:gd name="connsiteX15" fmla="*/ 410462 w 856232"/>
              <a:gd name="connsiteY15" fmla="*/ 508391 h 508438"/>
              <a:gd name="connsiteX16" fmla="*/ 454373 w 856232"/>
              <a:gd name="connsiteY16" fmla="*/ 508200 h 508438"/>
              <a:gd name="connsiteX17" fmla="*/ 638205 w 856232"/>
              <a:gd name="connsiteY17" fmla="*/ 477054 h 508438"/>
              <a:gd name="connsiteX18" fmla="*/ 645444 w 856232"/>
              <a:gd name="connsiteY18" fmla="*/ 474577 h 508438"/>
              <a:gd name="connsiteX19" fmla="*/ 664399 w 856232"/>
              <a:gd name="connsiteY19" fmla="*/ 467814 h 508438"/>
              <a:gd name="connsiteX20" fmla="*/ 698689 w 856232"/>
              <a:gd name="connsiteY20" fmla="*/ 454003 h 508438"/>
              <a:gd name="connsiteX21" fmla="*/ 759458 w 856232"/>
              <a:gd name="connsiteY21" fmla="*/ 419523 h 508438"/>
              <a:gd name="connsiteX22" fmla="*/ 825181 w 856232"/>
              <a:gd name="connsiteY22" fmla="*/ 354086 h 508438"/>
              <a:gd name="connsiteX23" fmla="*/ 853375 w 856232"/>
              <a:gd name="connsiteY23" fmla="*/ 289887 h 508438"/>
              <a:gd name="connsiteX24" fmla="*/ 856232 w 856232"/>
              <a:gd name="connsiteY24" fmla="*/ 265218 h 508438"/>
              <a:gd name="connsiteX25" fmla="*/ 856232 w 856232"/>
              <a:gd name="connsiteY25" fmla="*/ 261503 h 508438"/>
              <a:gd name="connsiteX26" fmla="*/ 856232 w 856232"/>
              <a:gd name="connsiteY26" fmla="*/ 261503 h 50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6232" h="508438">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w="12700" cap="flat">
            <a:solidFill>
              <a:schemeClr val="bg1"/>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3535D97-9042-95D4-9656-6EE322FA4C8D}"/>
              </a:ext>
            </a:extLst>
          </p:cNvPr>
          <p:cNvSpPr/>
          <p:nvPr/>
        </p:nvSpPr>
        <p:spPr>
          <a:xfrm>
            <a:off x="4187994" y="3072618"/>
            <a:ext cx="768096" cy="771401"/>
          </a:xfrm>
          <a:custGeom>
            <a:avLst/>
            <a:gdLst>
              <a:gd name="connsiteX0" fmla="*/ 856042 w 856232"/>
              <a:gd name="connsiteY0" fmla="*/ 261503 h 508438"/>
              <a:gd name="connsiteX1" fmla="*/ 856042 w 856232"/>
              <a:gd name="connsiteY1" fmla="*/ 257883 h 508438"/>
              <a:gd name="connsiteX2" fmla="*/ 855947 w 856232"/>
              <a:gd name="connsiteY2" fmla="*/ 256740 h 508438"/>
              <a:gd name="connsiteX3" fmla="*/ 853470 w 856232"/>
              <a:gd name="connsiteY3" fmla="*/ 231404 h 508438"/>
              <a:gd name="connsiteX4" fmla="*/ 853851 w 856232"/>
              <a:gd name="connsiteY4" fmla="*/ 233785 h 508438"/>
              <a:gd name="connsiteX5" fmla="*/ 725740 w 856232"/>
              <a:gd name="connsiteY5" fmla="*/ 72622 h 508438"/>
              <a:gd name="connsiteX6" fmla="*/ 577055 w 856232"/>
              <a:gd name="connsiteY6" fmla="*/ 16044 h 508438"/>
              <a:gd name="connsiteX7" fmla="*/ 521524 w 856232"/>
              <a:gd name="connsiteY7" fmla="*/ 6138 h 508438"/>
              <a:gd name="connsiteX8" fmla="*/ 481424 w 856232"/>
              <a:gd name="connsiteY8" fmla="*/ 1851 h 508438"/>
              <a:gd name="connsiteX9" fmla="*/ 463707 w 856232"/>
              <a:gd name="connsiteY9" fmla="*/ 804 h 508438"/>
              <a:gd name="connsiteX10" fmla="*/ 448467 w 856232"/>
              <a:gd name="connsiteY10" fmla="*/ 232 h 508438"/>
              <a:gd name="connsiteX11" fmla="*/ 198626 w 856232"/>
              <a:gd name="connsiteY11" fmla="*/ 38999 h 508438"/>
              <a:gd name="connsiteX12" fmla="*/ 27367 w 856232"/>
              <a:gd name="connsiteY12" fmla="*/ 164443 h 508438"/>
              <a:gd name="connsiteX13" fmla="*/ 30510 w 856232"/>
              <a:gd name="connsiteY13" fmla="*/ 353229 h 508438"/>
              <a:gd name="connsiteX14" fmla="*/ 165670 w 856232"/>
              <a:gd name="connsiteY14" fmla="*/ 456384 h 508438"/>
              <a:gd name="connsiteX15" fmla="*/ 410462 w 856232"/>
              <a:gd name="connsiteY15" fmla="*/ 508391 h 508438"/>
              <a:gd name="connsiteX16" fmla="*/ 454373 w 856232"/>
              <a:gd name="connsiteY16" fmla="*/ 508200 h 508438"/>
              <a:gd name="connsiteX17" fmla="*/ 638205 w 856232"/>
              <a:gd name="connsiteY17" fmla="*/ 477054 h 508438"/>
              <a:gd name="connsiteX18" fmla="*/ 645444 w 856232"/>
              <a:gd name="connsiteY18" fmla="*/ 474577 h 508438"/>
              <a:gd name="connsiteX19" fmla="*/ 664399 w 856232"/>
              <a:gd name="connsiteY19" fmla="*/ 467814 h 508438"/>
              <a:gd name="connsiteX20" fmla="*/ 698689 w 856232"/>
              <a:gd name="connsiteY20" fmla="*/ 454003 h 508438"/>
              <a:gd name="connsiteX21" fmla="*/ 759458 w 856232"/>
              <a:gd name="connsiteY21" fmla="*/ 419523 h 508438"/>
              <a:gd name="connsiteX22" fmla="*/ 825181 w 856232"/>
              <a:gd name="connsiteY22" fmla="*/ 354086 h 508438"/>
              <a:gd name="connsiteX23" fmla="*/ 853375 w 856232"/>
              <a:gd name="connsiteY23" fmla="*/ 289887 h 508438"/>
              <a:gd name="connsiteX24" fmla="*/ 856232 w 856232"/>
              <a:gd name="connsiteY24" fmla="*/ 265218 h 508438"/>
              <a:gd name="connsiteX25" fmla="*/ 856232 w 856232"/>
              <a:gd name="connsiteY25" fmla="*/ 261503 h 508438"/>
              <a:gd name="connsiteX26" fmla="*/ 856232 w 856232"/>
              <a:gd name="connsiteY26" fmla="*/ 261503 h 50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6232" h="508438">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4E84C4"/>
          </a:solidFill>
          <a:ln w="12700"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808F5B49-F97C-721E-3510-6AB176F24567}"/>
              </a:ext>
            </a:extLst>
          </p:cNvPr>
          <p:cNvSpPr>
            <a:spLocks noGrp="1"/>
          </p:cNvSpPr>
          <p:nvPr>
            <p:ph type="title"/>
          </p:nvPr>
        </p:nvSpPr>
        <p:spPr/>
        <p:txBody>
          <a:bodyPr/>
          <a:lstStyle/>
          <a:p>
            <a:r>
              <a:rPr lang="en-SG" dirty="0"/>
              <a:t>Innovation &amp; Creativity</a:t>
            </a:r>
            <a:endParaRPr lang="en-US" dirty="0"/>
          </a:p>
        </p:txBody>
      </p:sp>
      <p:sp>
        <p:nvSpPr>
          <p:cNvPr id="32" name="Freeform: Shape 31">
            <a:extLst>
              <a:ext uri="{FF2B5EF4-FFF2-40B4-BE49-F238E27FC236}">
                <a16:creationId xmlns:a16="http://schemas.microsoft.com/office/drawing/2014/main" id="{C1D15C32-A93D-1FBF-FCCB-EB7BFE8F0842}"/>
              </a:ext>
            </a:extLst>
          </p:cNvPr>
          <p:cNvSpPr/>
          <p:nvPr/>
        </p:nvSpPr>
        <p:spPr>
          <a:xfrm>
            <a:off x="3803033" y="2122056"/>
            <a:ext cx="1521138" cy="903132"/>
          </a:xfrm>
          <a:custGeom>
            <a:avLst/>
            <a:gdLst>
              <a:gd name="connsiteX0" fmla="*/ 1322294 w 1322293"/>
              <a:gd name="connsiteY0" fmla="*/ 403656 h 785074"/>
              <a:gd name="connsiteX1" fmla="*/ 1322294 w 1322293"/>
              <a:gd name="connsiteY1" fmla="*/ 398132 h 785074"/>
              <a:gd name="connsiteX2" fmla="*/ 1322103 w 1322293"/>
              <a:gd name="connsiteY2" fmla="*/ 396417 h 785074"/>
              <a:gd name="connsiteX3" fmla="*/ 1318198 w 1322293"/>
              <a:gd name="connsiteY3" fmla="*/ 357365 h 785074"/>
              <a:gd name="connsiteX4" fmla="*/ 1318769 w 1322293"/>
              <a:gd name="connsiteY4" fmla="*/ 361079 h 785074"/>
              <a:gd name="connsiteX5" fmla="*/ 1120935 w 1322293"/>
              <a:gd name="connsiteY5" fmla="*/ 112286 h 785074"/>
              <a:gd name="connsiteX6" fmla="*/ 891383 w 1322293"/>
              <a:gd name="connsiteY6" fmla="*/ 24942 h 785074"/>
              <a:gd name="connsiteX7" fmla="*/ 805562 w 1322293"/>
              <a:gd name="connsiteY7" fmla="*/ 9607 h 785074"/>
              <a:gd name="connsiteX8" fmla="*/ 743555 w 1322293"/>
              <a:gd name="connsiteY8" fmla="*/ 2939 h 785074"/>
              <a:gd name="connsiteX9" fmla="*/ 716218 w 1322293"/>
              <a:gd name="connsiteY9" fmla="*/ 1320 h 785074"/>
              <a:gd name="connsiteX10" fmla="*/ 692596 w 1322293"/>
              <a:gd name="connsiteY10" fmla="*/ 368 h 785074"/>
              <a:gd name="connsiteX11" fmla="*/ 306738 w 1322293"/>
              <a:gd name="connsiteY11" fmla="*/ 60375 h 785074"/>
              <a:gd name="connsiteX12" fmla="*/ 42229 w 1322293"/>
              <a:gd name="connsiteY12" fmla="*/ 254114 h 785074"/>
              <a:gd name="connsiteX13" fmla="*/ 47087 w 1322293"/>
              <a:gd name="connsiteY13" fmla="*/ 545579 h 785074"/>
              <a:gd name="connsiteX14" fmla="*/ 255875 w 1322293"/>
              <a:gd name="connsiteY14" fmla="*/ 704837 h 785074"/>
              <a:gd name="connsiteX15" fmla="*/ 633827 w 1322293"/>
              <a:gd name="connsiteY15" fmla="*/ 785037 h 785074"/>
              <a:gd name="connsiteX16" fmla="*/ 701549 w 1322293"/>
              <a:gd name="connsiteY16" fmla="*/ 784751 h 785074"/>
              <a:gd name="connsiteX17" fmla="*/ 985490 w 1322293"/>
              <a:gd name="connsiteY17" fmla="*/ 736650 h 785074"/>
              <a:gd name="connsiteX18" fmla="*/ 996634 w 1322293"/>
              <a:gd name="connsiteY18" fmla="*/ 732840 h 785074"/>
              <a:gd name="connsiteX19" fmla="*/ 1025971 w 1322293"/>
              <a:gd name="connsiteY19" fmla="*/ 722458 h 785074"/>
              <a:gd name="connsiteX20" fmla="*/ 1078835 w 1322293"/>
              <a:gd name="connsiteY20" fmla="*/ 701122 h 785074"/>
              <a:gd name="connsiteX21" fmla="*/ 1172751 w 1322293"/>
              <a:gd name="connsiteY21" fmla="*/ 647782 h 785074"/>
              <a:gd name="connsiteX22" fmla="*/ 1274192 w 1322293"/>
              <a:gd name="connsiteY22" fmla="*/ 546817 h 785074"/>
              <a:gd name="connsiteX23" fmla="*/ 1317722 w 1322293"/>
              <a:gd name="connsiteY23" fmla="*/ 447757 h 785074"/>
              <a:gd name="connsiteX24" fmla="*/ 1322103 w 1322293"/>
              <a:gd name="connsiteY24" fmla="*/ 409752 h 785074"/>
              <a:gd name="connsiteX25" fmla="*/ 1322198 w 1322293"/>
              <a:gd name="connsiteY25" fmla="*/ 404037 h 785074"/>
              <a:gd name="connsiteX26" fmla="*/ 1322198 w 1322293"/>
              <a:gd name="connsiteY26" fmla="*/ 404037 h 78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22293" h="785074">
                <a:moveTo>
                  <a:pt x="1322294" y="403656"/>
                </a:moveTo>
                <a:cubicBezTo>
                  <a:pt x="1322294" y="401751"/>
                  <a:pt x="1322294" y="399941"/>
                  <a:pt x="1322294" y="398132"/>
                </a:cubicBezTo>
                <a:cubicBezTo>
                  <a:pt x="1322198" y="406704"/>
                  <a:pt x="1322198" y="397560"/>
                  <a:pt x="1322103" y="396417"/>
                </a:cubicBezTo>
                <a:cubicBezTo>
                  <a:pt x="1321627" y="387273"/>
                  <a:pt x="1320198" y="369842"/>
                  <a:pt x="1318198" y="357365"/>
                </a:cubicBezTo>
                <a:cubicBezTo>
                  <a:pt x="1318388" y="358603"/>
                  <a:pt x="1318484" y="359841"/>
                  <a:pt x="1318769" y="361079"/>
                </a:cubicBezTo>
                <a:cubicBezTo>
                  <a:pt x="1299815" y="249542"/>
                  <a:pt x="1214185" y="168008"/>
                  <a:pt x="1120935" y="112286"/>
                </a:cubicBezTo>
                <a:cubicBezTo>
                  <a:pt x="1050164" y="69995"/>
                  <a:pt x="971583" y="42849"/>
                  <a:pt x="891383" y="24942"/>
                </a:cubicBezTo>
                <a:cubicBezTo>
                  <a:pt x="863093" y="18560"/>
                  <a:pt x="834328" y="13131"/>
                  <a:pt x="805562" y="9607"/>
                </a:cubicBezTo>
                <a:cubicBezTo>
                  <a:pt x="784893" y="7130"/>
                  <a:pt x="764319" y="4559"/>
                  <a:pt x="743555" y="2939"/>
                </a:cubicBezTo>
                <a:cubicBezTo>
                  <a:pt x="734506" y="2273"/>
                  <a:pt x="725362" y="1701"/>
                  <a:pt x="716218" y="1320"/>
                </a:cubicBezTo>
                <a:cubicBezTo>
                  <a:pt x="712408" y="1130"/>
                  <a:pt x="684595" y="177"/>
                  <a:pt x="692596" y="368"/>
                </a:cubicBezTo>
                <a:cubicBezTo>
                  <a:pt x="561341" y="-2776"/>
                  <a:pt x="430087" y="13988"/>
                  <a:pt x="306738" y="60375"/>
                </a:cubicBezTo>
                <a:cubicBezTo>
                  <a:pt x="206345" y="98094"/>
                  <a:pt x="99760" y="160197"/>
                  <a:pt x="42229" y="254114"/>
                </a:cubicBezTo>
                <a:cubicBezTo>
                  <a:pt x="-14159" y="346411"/>
                  <a:pt x="-15588" y="456234"/>
                  <a:pt x="47087" y="545579"/>
                </a:cubicBezTo>
                <a:cubicBezTo>
                  <a:pt x="97950" y="618254"/>
                  <a:pt x="175769" y="668927"/>
                  <a:pt x="255875" y="704837"/>
                </a:cubicBezTo>
                <a:cubicBezTo>
                  <a:pt x="371032" y="758558"/>
                  <a:pt x="507525" y="785037"/>
                  <a:pt x="633827" y="785037"/>
                </a:cubicBezTo>
                <a:cubicBezTo>
                  <a:pt x="655829" y="785037"/>
                  <a:pt x="679070" y="785228"/>
                  <a:pt x="701549" y="784751"/>
                </a:cubicBezTo>
                <a:cubicBezTo>
                  <a:pt x="793466" y="784751"/>
                  <a:pt x="895097" y="766082"/>
                  <a:pt x="985490" y="736650"/>
                </a:cubicBezTo>
                <a:cubicBezTo>
                  <a:pt x="973488" y="740174"/>
                  <a:pt x="997396" y="732554"/>
                  <a:pt x="996634" y="732840"/>
                </a:cubicBezTo>
                <a:cubicBezTo>
                  <a:pt x="1006445" y="729506"/>
                  <a:pt x="1016255" y="725982"/>
                  <a:pt x="1025971" y="722458"/>
                </a:cubicBezTo>
                <a:cubicBezTo>
                  <a:pt x="1043878" y="716076"/>
                  <a:pt x="1061594" y="708932"/>
                  <a:pt x="1078835" y="701122"/>
                </a:cubicBezTo>
                <a:cubicBezTo>
                  <a:pt x="1111696" y="686263"/>
                  <a:pt x="1143319" y="668737"/>
                  <a:pt x="1172751" y="647782"/>
                </a:cubicBezTo>
                <a:cubicBezTo>
                  <a:pt x="1211708" y="619969"/>
                  <a:pt x="1246856" y="585393"/>
                  <a:pt x="1274192" y="546817"/>
                </a:cubicBezTo>
                <a:cubicBezTo>
                  <a:pt x="1294004" y="517194"/>
                  <a:pt x="1312292" y="480428"/>
                  <a:pt x="1317722" y="447757"/>
                </a:cubicBezTo>
                <a:cubicBezTo>
                  <a:pt x="1320484" y="435755"/>
                  <a:pt x="1322103" y="414419"/>
                  <a:pt x="1322103" y="409752"/>
                </a:cubicBezTo>
                <a:cubicBezTo>
                  <a:pt x="1322103" y="407847"/>
                  <a:pt x="1322103" y="405942"/>
                  <a:pt x="1322198" y="404037"/>
                </a:cubicBezTo>
                <a:cubicBezTo>
                  <a:pt x="1322198" y="402418"/>
                  <a:pt x="1322198" y="405942"/>
                  <a:pt x="1322198" y="404037"/>
                </a:cubicBezTo>
                <a:close/>
              </a:path>
            </a:pathLst>
          </a:custGeom>
          <a:solidFill>
            <a:schemeClr val="bg2">
              <a:lumMod val="95000"/>
            </a:schemeClr>
          </a:solid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1777AE1-8C4B-D1C4-6F95-88EF093755D9}"/>
              </a:ext>
            </a:extLst>
          </p:cNvPr>
          <p:cNvSpPr/>
          <p:nvPr/>
        </p:nvSpPr>
        <p:spPr>
          <a:xfrm>
            <a:off x="2668800" y="2187922"/>
            <a:ext cx="768096" cy="771401"/>
          </a:xfrm>
          <a:custGeom>
            <a:avLst/>
            <a:gdLst>
              <a:gd name="connsiteX0" fmla="*/ 856042 w 856232"/>
              <a:gd name="connsiteY0" fmla="*/ 261503 h 508438"/>
              <a:gd name="connsiteX1" fmla="*/ 856042 w 856232"/>
              <a:gd name="connsiteY1" fmla="*/ 257883 h 508438"/>
              <a:gd name="connsiteX2" fmla="*/ 855947 w 856232"/>
              <a:gd name="connsiteY2" fmla="*/ 256740 h 508438"/>
              <a:gd name="connsiteX3" fmla="*/ 853470 w 856232"/>
              <a:gd name="connsiteY3" fmla="*/ 231404 h 508438"/>
              <a:gd name="connsiteX4" fmla="*/ 853851 w 856232"/>
              <a:gd name="connsiteY4" fmla="*/ 233785 h 508438"/>
              <a:gd name="connsiteX5" fmla="*/ 725740 w 856232"/>
              <a:gd name="connsiteY5" fmla="*/ 72622 h 508438"/>
              <a:gd name="connsiteX6" fmla="*/ 577055 w 856232"/>
              <a:gd name="connsiteY6" fmla="*/ 16044 h 508438"/>
              <a:gd name="connsiteX7" fmla="*/ 521524 w 856232"/>
              <a:gd name="connsiteY7" fmla="*/ 6138 h 508438"/>
              <a:gd name="connsiteX8" fmla="*/ 481424 w 856232"/>
              <a:gd name="connsiteY8" fmla="*/ 1851 h 508438"/>
              <a:gd name="connsiteX9" fmla="*/ 463707 w 856232"/>
              <a:gd name="connsiteY9" fmla="*/ 804 h 508438"/>
              <a:gd name="connsiteX10" fmla="*/ 448467 w 856232"/>
              <a:gd name="connsiteY10" fmla="*/ 232 h 508438"/>
              <a:gd name="connsiteX11" fmla="*/ 198626 w 856232"/>
              <a:gd name="connsiteY11" fmla="*/ 38999 h 508438"/>
              <a:gd name="connsiteX12" fmla="*/ 27367 w 856232"/>
              <a:gd name="connsiteY12" fmla="*/ 164443 h 508438"/>
              <a:gd name="connsiteX13" fmla="*/ 30510 w 856232"/>
              <a:gd name="connsiteY13" fmla="*/ 353229 h 508438"/>
              <a:gd name="connsiteX14" fmla="*/ 165670 w 856232"/>
              <a:gd name="connsiteY14" fmla="*/ 456384 h 508438"/>
              <a:gd name="connsiteX15" fmla="*/ 410462 w 856232"/>
              <a:gd name="connsiteY15" fmla="*/ 508391 h 508438"/>
              <a:gd name="connsiteX16" fmla="*/ 454373 w 856232"/>
              <a:gd name="connsiteY16" fmla="*/ 508200 h 508438"/>
              <a:gd name="connsiteX17" fmla="*/ 638205 w 856232"/>
              <a:gd name="connsiteY17" fmla="*/ 477054 h 508438"/>
              <a:gd name="connsiteX18" fmla="*/ 645444 w 856232"/>
              <a:gd name="connsiteY18" fmla="*/ 474577 h 508438"/>
              <a:gd name="connsiteX19" fmla="*/ 664399 w 856232"/>
              <a:gd name="connsiteY19" fmla="*/ 467814 h 508438"/>
              <a:gd name="connsiteX20" fmla="*/ 698689 w 856232"/>
              <a:gd name="connsiteY20" fmla="*/ 454003 h 508438"/>
              <a:gd name="connsiteX21" fmla="*/ 759458 w 856232"/>
              <a:gd name="connsiteY21" fmla="*/ 419523 h 508438"/>
              <a:gd name="connsiteX22" fmla="*/ 825181 w 856232"/>
              <a:gd name="connsiteY22" fmla="*/ 354086 h 508438"/>
              <a:gd name="connsiteX23" fmla="*/ 853375 w 856232"/>
              <a:gd name="connsiteY23" fmla="*/ 289887 h 508438"/>
              <a:gd name="connsiteX24" fmla="*/ 856232 w 856232"/>
              <a:gd name="connsiteY24" fmla="*/ 265218 h 508438"/>
              <a:gd name="connsiteX25" fmla="*/ 856232 w 856232"/>
              <a:gd name="connsiteY25" fmla="*/ 261503 h 508438"/>
              <a:gd name="connsiteX26" fmla="*/ 856232 w 856232"/>
              <a:gd name="connsiteY26" fmla="*/ 261503 h 50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6232" h="508438">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w="12700" cap="flat">
            <a:solidFill>
              <a:schemeClr val="bg1"/>
            </a:solidFill>
            <a:prstDash val="solid"/>
            <a:miter/>
          </a:ln>
        </p:spPr>
        <p:txBody>
          <a:bodyPr rtlCol="0" anchor="ctr"/>
          <a:lstStyle/>
          <a:p>
            <a:endParaRPr lang="en-US"/>
          </a:p>
        </p:txBody>
      </p:sp>
      <p:grpSp>
        <p:nvGrpSpPr>
          <p:cNvPr id="54" name="Group 53">
            <a:extLst>
              <a:ext uri="{FF2B5EF4-FFF2-40B4-BE49-F238E27FC236}">
                <a16:creationId xmlns:a16="http://schemas.microsoft.com/office/drawing/2014/main" id="{CDAA592B-3345-5E4E-8B39-751D934FF5F8}"/>
              </a:ext>
            </a:extLst>
          </p:cNvPr>
          <p:cNvGrpSpPr/>
          <p:nvPr/>
        </p:nvGrpSpPr>
        <p:grpSpPr>
          <a:xfrm>
            <a:off x="4414927" y="1318438"/>
            <a:ext cx="314230" cy="356031"/>
            <a:chOff x="4404344" y="1144710"/>
            <a:chExt cx="314230" cy="356031"/>
          </a:xfrm>
        </p:grpSpPr>
        <p:sp>
          <p:nvSpPr>
            <p:cNvPr id="36" name="Freeform: Shape 35">
              <a:extLst>
                <a:ext uri="{FF2B5EF4-FFF2-40B4-BE49-F238E27FC236}">
                  <a16:creationId xmlns:a16="http://schemas.microsoft.com/office/drawing/2014/main" id="{D6795A20-B381-AB65-E6F7-B25C06FBF95B}"/>
                </a:ext>
              </a:extLst>
            </p:cNvPr>
            <p:cNvSpPr/>
            <p:nvPr/>
          </p:nvSpPr>
          <p:spPr>
            <a:xfrm>
              <a:off x="4461640" y="1197683"/>
              <a:ext cx="199457" cy="234681"/>
            </a:xfrm>
            <a:custGeom>
              <a:avLst/>
              <a:gdLst>
                <a:gd name="connsiteX0" fmla="*/ 199457 w 199457"/>
                <a:gd name="connsiteY0" fmla="*/ 99728 h 234681"/>
                <a:gd name="connsiteX1" fmla="*/ 150539 w 199457"/>
                <a:gd name="connsiteY1" fmla="*/ 182070 h 234681"/>
                <a:gd name="connsiteX2" fmla="*/ 99729 w 199457"/>
                <a:gd name="connsiteY2" fmla="*/ 234682 h 234681"/>
                <a:gd name="connsiteX3" fmla="*/ 51171 w 199457"/>
                <a:gd name="connsiteY3" fmla="*/ 185493 h 234681"/>
                <a:gd name="connsiteX4" fmla="*/ 0 w 199457"/>
                <a:gd name="connsiteY4" fmla="*/ 99728 h 234681"/>
                <a:gd name="connsiteX5" fmla="*/ 99729 w 199457"/>
                <a:gd name="connsiteY5" fmla="*/ 0 h 234681"/>
                <a:gd name="connsiteX6" fmla="*/ 199457 w 199457"/>
                <a:gd name="connsiteY6" fmla="*/ 99728 h 23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457" h="234681">
                  <a:moveTo>
                    <a:pt x="199457" y="99728"/>
                  </a:moveTo>
                  <a:cubicBezTo>
                    <a:pt x="199457" y="125314"/>
                    <a:pt x="166394" y="156214"/>
                    <a:pt x="150539" y="182070"/>
                  </a:cubicBezTo>
                  <a:cubicBezTo>
                    <a:pt x="132251" y="211799"/>
                    <a:pt x="129278" y="234682"/>
                    <a:pt x="99729" y="234682"/>
                  </a:cubicBezTo>
                  <a:cubicBezTo>
                    <a:pt x="70179" y="234682"/>
                    <a:pt x="69278" y="213511"/>
                    <a:pt x="51171" y="185493"/>
                  </a:cubicBezTo>
                  <a:cubicBezTo>
                    <a:pt x="33964" y="159097"/>
                    <a:pt x="0" y="126485"/>
                    <a:pt x="0" y="99728"/>
                  </a:cubicBezTo>
                  <a:cubicBezTo>
                    <a:pt x="0" y="44594"/>
                    <a:pt x="44594" y="0"/>
                    <a:pt x="99729" y="0"/>
                  </a:cubicBezTo>
                  <a:cubicBezTo>
                    <a:pt x="154863" y="0"/>
                    <a:pt x="199457" y="44594"/>
                    <a:pt x="199457" y="99728"/>
                  </a:cubicBezTo>
                  <a:close/>
                </a:path>
              </a:pathLst>
            </a:custGeom>
            <a:noFill/>
            <a:ln w="12700" cap="rnd">
              <a:solidFill>
                <a:schemeClr val="bg1"/>
              </a:solid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6558368E-A32B-19DA-DF20-44391E375062}"/>
                </a:ext>
              </a:extLst>
            </p:cNvPr>
            <p:cNvSpPr/>
            <p:nvPr/>
          </p:nvSpPr>
          <p:spPr>
            <a:xfrm>
              <a:off x="4539117" y="1453625"/>
              <a:ext cx="44413" cy="47116"/>
            </a:xfrm>
            <a:custGeom>
              <a:avLst/>
              <a:gdLst>
                <a:gd name="connsiteX0" fmla="*/ 0 w 44413"/>
                <a:gd name="connsiteY0" fmla="*/ 0 h 47116"/>
                <a:gd name="connsiteX1" fmla="*/ 44414 w 44413"/>
                <a:gd name="connsiteY1" fmla="*/ 0 h 47116"/>
                <a:gd name="connsiteX2" fmla="*/ 44414 w 44413"/>
                <a:gd name="connsiteY2" fmla="*/ 47117 h 47116"/>
                <a:gd name="connsiteX3" fmla="*/ 0 w 44413"/>
                <a:gd name="connsiteY3" fmla="*/ 47117 h 47116"/>
              </a:gdLst>
              <a:ahLst/>
              <a:cxnLst>
                <a:cxn ang="0">
                  <a:pos x="connsiteX0" y="connsiteY0"/>
                </a:cxn>
                <a:cxn ang="0">
                  <a:pos x="connsiteX1" y="connsiteY1"/>
                </a:cxn>
                <a:cxn ang="0">
                  <a:pos x="connsiteX2" y="connsiteY2"/>
                </a:cxn>
                <a:cxn ang="0">
                  <a:pos x="connsiteX3" y="connsiteY3"/>
                </a:cxn>
              </a:cxnLst>
              <a:rect l="l" t="t" r="r" b="b"/>
              <a:pathLst>
                <a:path w="44413" h="47116">
                  <a:moveTo>
                    <a:pt x="0" y="0"/>
                  </a:moveTo>
                  <a:lnTo>
                    <a:pt x="44414" y="0"/>
                  </a:lnTo>
                  <a:lnTo>
                    <a:pt x="44414" y="47117"/>
                  </a:lnTo>
                  <a:lnTo>
                    <a:pt x="0" y="47117"/>
                  </a:lnTo>
                  <a:close/>
                </a:path>
              </a:pathLst>
            </a:custGeom>
            <a:noFill/>
            <a:ln w="12700" cap="rnd">
              <a:solidFill>
                <a:schemeClr val="bg1"/>
              </a:solid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43B7679-AA5E-D5AA-A51F-60BE40DA0FAB}"/>
                </a:ext>
              </a:extLst>
            </p:cNvPr>
            <p:cNvSpPr/>
            <p:nvPr/>
          </p:nvSpPr>
          <p:spPr>
            <a:xfrm>
              <a:off x="4561279" y="1152007"/>
              <a:ext cx="9008" cy="18197"/>
            </a:xfrm>
            <a:custGeom>
              <a:avLst/>
              <a:gdLst>
                <a:gd name="connsiteX0" fmla="*/ 0 w 9008"/>
                <a:gd name="connsiteY0" fmla="*/ 18198 h 18197"/>
                <a:gd name="connsiteX1" fmla="*/ 0 w 9008"/>
                <a:gd name="connsiteY1" fmla="*/ 0 h 18197"/>
              </a:gdLst>
              <a:ahLst/>
              <a:cxnLst>
                <a:cxn ang="0">
                  <a:pos x="connsiteX0" y="connsiteY0"/>
                </a:cxn>
                <a:cxn ang="0">
                  <a:pos x="connsiteX1" y="connsiteY1"/>
                </a:cxn>
              </a:cxnLst>
              <a:rect l="l" t="t" r="r" b="b"/>
              <a:pathLst>
                <a:path w="9008" h="18197">
                  <a:moveTo>
                    <a:pt x="0" y="18198"/>
                  </a:moveTo>
                  <a:lnTo>
                    <a:pt x="0" y="0"/>
                  </a:lnTo>
                </a:path>
              </a:pathLst>
            </a:custGeom>
            <a:ln w="12700" cap="rnd">
              <a:solidFill>
                <a:schemeClr val="bg1"/>
              </a:solid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C79327D-EE55-9190-F991-2D326389F730}"/>
                </a:ext>
              </a:extLst>
            </p:cNvPr>
            <p:cNvSpPr/>
            <p:nvPr/>
          </p:nvSpPr>
          <p:spPr>
            <a:xfrm>
              <a:off x="4499298" y="1144710"/>
              <a:ext cx="12522" cy="34233"/>
            </a:xfrm>
            <a:custGeom>
              <a:avLst/>
              <a:gdLst>
                <a:gd name="connsiteX0" fmla="*/ 12522 w 12522"/>
                <a:gd name="connsiteY0" fmla="*/ 34234 h 34233"/>
                <a:gd name="connsiteX1" fmla="*/ 0 w 12522"/>
                <a:gd name="connsiteY1" fmla="*/ 0 h 34233"/>
              </a:gdLst>
              <a:ahLst/>
              <a:cxnLst>
                <a:cxn ang="0">
                  <a:pos x="connsiteX0" y="connsiteY0"/>
                </a:cxn>
                <a:cxn ang="0">
                  <a:pos x="connsiteX1" y="connsiteY1"/>
                </a:cxn>
              </a:cxnLst>
              <a:rect l="l" t="t" r="r" b="b"/>
              <a:pathLst>
                <a:path w="12522" h="34233">
                  <a:moveTo>
                    <a:pt x="12522" y="34234"/>
                  </a:moveTo>
                  <a:lnTo>
                    <a:pt x="0" y="0"/>
                  </a:lnTo>
                </a:path>
              </a:pathLst>
            </a:custGeom>
            <a:ln w="12700" cap="rnd">
              <a:solidFill>
                <a:schemeClr val="bg1"/>
              </a:solid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09CFB823-A3CD-A19D-EF83-55364BAC86FF}"/>
                </a:ext>
              </a:extLst>
            </p:cNvPr>
            <p:cNvSpPr/>
            <p:nvPr/>
          </p:nvSpPr>
          <p:spPr>
            <a:xfrm>
              <a:off x="4404344" y="1224349"/>
              <a:ext cx="31621" cy="18288"/>
            </a:xfrm>
            <a:custGeom>
              <a:avLst/>
              <a:gdLst>
                <a:gd name="connsiteX0" fmla="*/ 31621 w 31621"/>
                <a:gd name="connsiteY0" fmla="*/ 18288 h 18288"/>
                <a:gd name="connsiteX1" fmla="*/ 0 w 31621"/>
                <a:gd name="connsiteY1" fmla="*/ 0 h 18288"/>
              </a:gdLst>
              <a:ahLst/>
              <a:cxnLst>
                <a:cxn ang="0">
                  <a:pos x="connsiteX0" y="connsiteY0"/>
                </a:cxn>
                <a:cxn ang="0">
                  <a:pos x="connsiteX1" y="connsiteY1"/>
                </a:cxn>
              </a:cxnLst>
              <a:rect l="l" t="t" r="r" b="b"/>
              <a:pathLst>
                <a:path w="31621" h="18288">
                  <a:moveTo>
                    <a:pt x="31621" y="18288"/>
                  </a:moveTo>
                  <a:lnTo>
                    <a:pt x="0" y="0"/>
                  </a:lnTo>
                </a:path>
              </a:pathLst>
            </a:custGeom>
            <a:ln w="12700" cap="rnd">
              <a:solidFill>
                <a:schemeClr val="bg1"/>
              </a:solid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13FC63A-3FC0-86B7-598E-EEDBC41228DC}"/>
                </a:ext>
              </a:extLst>
            </p:cNvPr>
            <p:cNvSpPr/>
            <p:nvPr/>
          </p:nvSpPr>
          <p:spPr>
            <a:xfrm>
              <a:off x="4611188" y="1144710"/>
              <a:ext cx="12432" cy="34233"/>
            </a:xfrm>
            <a:custGeom>
              <a:avLst/>
              <a:gdLst>
                <a:gd name="connsiteX0" fmla="*/ 0 w 12432"/>
                <a:gd name="connsiteY0" fmla="*/ 34234 h 34233"/>
                <a:gd name="connsiteX1" fmla="*/ 12432 w 12432"/>
                <a:gd name="connsiteY1" fmla="*/ 0 h 34233"/>
              </a:gdLst>
              <a:ahLst/>
              <a:cxnLst>
                <a:cxn ang="0">
                  <a:pos x="connsiteX0" y="connsiteY0"/>
                </a:cxn>
                <a:cxn ang="0">
                  <a:pos x="connsiteX1" y="connsiteY1"/>
                </a:cxn>
              </a:cxnLst>
              <a:rect l="l" t="t" r="r" b="b"/>
              <a:pathLst>
                <a:path w="12432" h="34233">
                  <a:moveTo>
                    <a:pt x="0" y="34234"/>
                  </a:moveTo>
                  <a:lnTo>
                    <a:pt x="12432" y="0"/>
                  </a:lnTo>
                </a:path>
              </a:pathLst>
            </a:custGeom>
            <a:ln w="12700" cap="rnd">
              <a:solidFill>
                <a:schemeClr val="bg1"/>
              </a:solid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105A12FE-E95E-5964-4764-724B0B1ABAD6}"/>
                </a:ext>
              </a:extLst>
            </p:cNvPr>
            <p:cNvSpPr/>
            <p:nvPr/>
          </p:nvSpPr>
          <p:spPr>
            <a:xfrm>
              <a:off x="4654701" y="1190115"/>
              <a:ext cx="11711" cy="13963"/>
            </a:xfrm>
            <a:custGeom>
              <a:avLst/>
              <a:gdLst>
                <a:gd name="connsiteX0" fmla="*/ 0 w 11711"/>
                <a:gd name="connsiteY0" fmla="*/ 13964 h 13963"/>
                <a:gd name="connsiteX1" fmla="*/ 11712 w 11711"/>
                <a:gd name="connsiteY1" fmla="*/ 0 h 13963"/>
              </a:gdLst>
              <a:ahLst/>
              <a:cxnLst>
                <a:cxn ang="0">
                  <a:pos x="connsiteX0" y="connsiteY0"/>
                </a:cxn>
                <a:cxn ang="0">
                  <a:pos x="connsiteX1" y="connsiteY1"/>
                </a:cxn>
              </a:cxnLst>
              <a:rect l="l" t="t" r="r" b="b"/>
              <a:pathLst>
                <a:path w="11711" h="13963">
                  <a:moveTo>
                    <a:pt x="0" y="13964"/>
                  </a:moveTo>
                  <a:lnTo>
                    <a:pt x="11712" y="0"/>
                  </a:lnTo>
                </a:path>
              </a:pathLst>
            </a:custGeom>
            <a:ln w="12700" cap="rnd">
              <a:solidFill>
                <a:schemeClr val="bg1"/>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C74D1D9-E13B-44E2-2508-78C514581E29}"/>
                </a:ext>
              </a:extLst>
            </p:cNvPr>
            <p:cNvSpPr/>
            <p:nvPr/>
          </p:nvSpPr>
          <p:spPr>
            <a:xfrm>
              <a:off x="4456505" y="1190115"/>
              <a:ext cx="11711" cy="13963"/>
            </a:xfrm>
            <a:custGeom>
              <a:avLst/>
              <a:gdLst>
                <a:gd name="connsiteX0" fmla="*/ 11712 w 11711"/>
                <a:gd name="connsiteY0" fmla="*/ 13964 h 13963"/>
                <a:gd name="connsiteX1" fmla="*/ 0 w 11711"/>
                <a:gd name="connsiteY1" fmla="*/ 0 h 13963"/>
              </a:gdLst>
              <a:ahLst/>
              <a:cxnLst>
                <a:cxn ang="0">
                  <a:pos x="connsiteX0" y="connsiteY0"/>
                </a:cxn>
                <a:cxn ang="0">
                  <a:pos x="connsiteX1" y="connsiteY1"/>
                </a:cxn>
              </a:cxnLst>
              <a:rect l="l" t="t" r="r" b="b"/>
              <a:pathLst>
                <a:path w="11711" h="13963">
                  <a:moveTo>
                    <a:pt x="11712" y="13964"/>
                  </a:moveTo>
                  <a:lnTo>
                    <a:pt x="0" y="0"/>
                  </a:lnTo>
                </a:path>
              </a:pathLst>
            </a:custGeom>
            <a:ln w="12700" cap="rnd">
              <a:solidFill>
                <a:schemeClr val="bg1"/>
              </a:solid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4D26B4A-FA9E-E92C-6D4C-20DE998B7745}"/>
                </a:ext>
              </a:extLst>
            </p:cNvPr>
            <p:cNvSpPr/>
            <p:nvPr/>
          </p:nvSpPr>
          <p:spPr>
            <a:xfrm>
              <a:off x="4687043" y="1224349"/>
              <a:ext cx="31531" cy="18288"/>
            </a:xfrm>
            <a:custGeom>
              <a:avLst/>
              <a:gdLst>
                <a:gd name="connsiteX0" fmla="*/ 0 w 31531"/>
                <a:gd name="connsiteY0" fmla="*/ 18288 h 18288"/>
                <a:gd name="connsiteX1" fmla="*/ 31531 w 31531"/>
                <a:gd name="connsiteY1" fmla="*/ 0 h 18288"/>
              </a:gdLst>
              <a:ahLst/>
              <a:cxnLst>
                <a:cxn ang="0">
                  <a:pos x="connsiteX0" y="connsiteY0"/>
                </a:cxn>
                <a:cxn ang="0">
                  <a:pos x="connsiteX1" y="connsiteY1"/>
                </a:cxn>
              </a:cxnLst>
              <a:rect l="l" t="t" r="r" b="b"/>
              <a:pathLst>
                <a:path w="31531" h="18288">
                  <a:moveTo>
                    <a:pt x="0" y="18288"/>
                  </a:moveTo>
                  <a:lnTo>
                    <a:pt x="31531" y="0"/>
                  </a:lnTo>
                </a:path>
              </a:pathLst>
            </a:custGeom>
            <a:ln w="12700" cap="rnd">
              <a:solidFill>
                <a:schemeClr val="bg1"/>
              </a:solidFill>
              <a:prstDash val="solid"/>
              <a:miter/>
            </a:ln>
          </p:spPr>
          <p:txBody>
            <a:bodyPr rtlCol="0" anchor="ctr"/>
            <a:lstStyle/>
            <a:p>
              <a:endParaRPr lang="en-US"/>
            </a:p>
          </p:txBody>
        </p:sp>
      </p:grpSp>
      <p:grpSp>
        <p:nvGrpSpPr>
          <p:cNvPr id="88" name="Group 87">
            <a:extLst>
              <a:ext uri="{FF2B5EF4-FFF2-40B4-BE49-F238E27FC236}">
                <a16:creationId xmlns:a16="http://schemas.microsoft.com/office/drawing/2014/main" id="{1C5803DC-875B-B024-F592-3EBDBB59DAE6}"/>
              </a:ext>
            </a:extLst>
          </p:cNvPr>
          <p:cNvGrpSpPr/>
          <p:nvPr/>
        </p:nvGrpSpPr>
        <p:grpSpPr>
          <a:xfrm>
            <a:off x="2814214" y="2364865"/>
            <a:ext cx="462037" cy="417514"/>
            <a:chOff x="2804853" y="2023302"/>
            <a:chExt cx="462037" cy="417514"/>
          </a:xfrm>
        </p:grpSpPr>
        <p:sp>
          <p:nvSpPr>
            <p:cNvPr id="76" name="Freeform: Shape 75">
              <a:extLst>
                <a:ext uri="{FF2B5EF4-FFF2-40B4-BE49-F238E27FC236}">
                  <a16:creationId xmlns:a16="http://schemas.microsoft.com/office/drawing/2014/main" id="{87B6C4E0-CE6A-7F74-8D86-7A132F7B3F25}"/>
                </a:ext>
              </a:extLst>
            </p:cNvPr>
            <p:cNvSpPr/>
            <p:nvPr/>
          </p:nvSpPr>
          <p:spPr>
            <a:xfrm>
              <a:off x="2926763" y="2144124"/>
              <a:ext cx="60693" cy="60918"/>
            </a:xfrm>
            <a:custGeom>
              <a:avLst/>
              <a:gdLst>
                <a:gd name="connsiteX0" fmla="*/ 60693 w 60693"/>
                <a:gd name="connsiteY0" fmla="*/ 30459 h 60918"/>
                <a:gd name="connsiteX1" fmla="*/ 30347 w 60693"/>
                <a:gd name="connsiteY1" fmla="*/ 60919 h 60918"/>
                <a:gd name="connsiteX2" fmla="*/ 0 w 60693"/>
                <a:gd name="connsiteY2" fmla="*/ 30459 h 60918"/>
                <a:gd name="connsiteX3" fmla="*/ 30347 w 60693"/>
                <a:gd name="connsiteY3" fmla="*/ 0 h 60918"/>
                <a:gd name="connsiteX4" fmla="*/ 60693 w 60693"/>
                <a:gd name="connsiteY4" fmla="*/ 30459 h 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 h="60918">
                  <a:moveTo>
                    <a:pt x="60693" y="30459"/>
                  </a:moveTo>
                  <a:cubicBezTo>
                    <a:pt x="60693" y="47268"/>
                    <a:pt x="47156" y="60919"/>
                    <a:pt x="30347" y="60919"/>
                  </a:cubicBezTo>
                  <a:cubicBezTo>
                    <a:pt x="13537" y="60919"/>
                    <a:pt x="0" y="47381"/>
                    <a:pt x="0" y="30459"/>
                  </a:cubicBezTo>
                  <a:cubicBezTo>
                    <a:pt x="0" y="13537"/>
                    <a:pt x="13537" y="0"/>
                    <a:pt x="30347" y="0"/>
                  </a:cubicBezTo>
                  <a:cubicBezTo>
                    <a:pt x="47156" y="0"/>
                    <a:pt x="60693" y="13650"/>
                    <a:pt x="60693" y="30459"/>
                  </a:cubicBezTo>
                  <a:close/>
                </a:path>
              </a:pathLst>
            </a:custGeom>
            <a:noFill/>
            <a:ln w="12700" cap="rnd">
              <a:solidFill>
                <a:schemeClr val="tx1"/>
              </a:solid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9E69D27-FFF8-6C59-7D92-B86ECD5102D5}"/>
                </a:ext>
              </a:extLst>
            </p:cNvPr>
            <p:cNvSpPr/>
            <p:nvPr/>
          </p:nvSpPr>
          <p:spPr>
            <a:xfrm>
              <a:off x="3149342" y="2323834"/>
              <a:ext cx="42191" cy="42304"/>
            </a:xfrm>
            <a:custGeom>
              <a:avLst/>
              <a:gdLst>
                <a:gd name="connsiteX0" fmla="*/ 42192 w 42191"/>
                <a:gd name="connsiteY0" fmla="*/ 21096 h 42304"/>
                <a:gd name="connsiteX1" fmla="*/ 21096 w 42191"/>
                <a:gd name="connsiteY1" fmla="*/ 42305 h 42304"/>
                <a:gd name="connsiteX2" fmla="*/ 0 w 42191"/>
                <a:gd name="connsiteY2" fmla="*/ 21096 h 42304"/>
                <a:gd name="connsiteX3" fmla="*/ 21096 w 42191"/>
                <a:gd name="connsiteY3" fmla="*/ 0 h 42304"/>
                <a:gd name="connsiteX4" fmla="*/ 42192 w 42191"/>
                <a:gd name="connsiteY4" fmla="*/ 21096 h 42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191" h="42304">
                  <a:moveTo>
                    <a:pt x="42192" y="21096"/>
                  </a:moveTo>
                  <a:cubicBezTo>
                    <a:pt x="42192" y="32828"/>
                    <a:pt x="32716" y="42305"/>
                    <a:pt x="21096" y="42305"/>
                  </a:cubicBezTo>
                  <a:cubicBezTo>
                    <a:pt x="9476" y="42305"/>
                    <a:pt x="0" y="32941"/>
                    <a:pt x="0" y="21096"/>
                  </a:cubicBezTo>
                  <a:cubicBezTo>
                    <a:pt x="0" y="9251"/>
                    <a:pt x="9476" y="0"/>
                    <a:pt x="21096" y="0"/>
                  </a:cubicBezTo>
                  <a:cubicBezTo>
                    <a:pt x="32716" y="0"/>
                    <a:pt x="42192" y="9363"/>
                    <a:pt x="42192" y="21096"/>
                  </a:cubicBezTo>
                  <a:close/>
                </a:path>
              </a:pathLst>
            </a:custGeom>
            <a:noFill/>
            <a:ln w="12700" cap="rnd">
              <a:solidFill>
                <a:schemeClr val="tx1"/>
              </a:solid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C30A2D8D-D8B6-DC12-B742-926FF5A02B6A}"/>
                </a:ext>
              </a:extLst>
            </p:cNvPr>
            <p:cNvSpPr/>
            <p:nvPr/>
          </p:nvSpPr>
          <p:spPr>
            <a:xfrm>
              <a:off x="2804853" y="2023302"/>
              <a:ext cx="304172" cy="302675"/>
            </a:xfrm>
            <a:custGeom>
              <a:avLst/>
              <a:gdLst>
                <a:gd name="connsiteX0" fmla="*/ 240137 w 304172"/>
                <a:gd name="connsiteY0" fmla="*/ 26511 h 302675"/>
                <a:gd name="connsiteX1" fmla="*/ 242055 w 304172"/>
                <a:gd name="connsiteY1" fmla="*/ 29331 h 302675"/>
                <a:gd name="connsiteX2" fmla="*/ 281652 w 304172"/>
                <a:gd name="connsiteY2" fmla="*/ 72087 h 302675"/>
                <a:gd name="connsiteX3" fmla="*/ 282442 w 304172"/>
                <a:gd name="connsiteY3" fmla="*/ 77389 h 302675"/>
                <a:gd name="connsiteX4" fmla="*/ 266761 w 304172"/>
                <a:gd name="connsiteY4" fmla="*/ 106946 h 302675"/>
                <a:gd name="connsiteX5" fmla="*/ 266310 w 304172"/>
                <a:gd name="connsiteY5" fmla="*/ 111120 h 302675"/>
                <a:gd name="connsiteX6" fmla="*/ 268340 w 304172"/>
                <a:gd name="connsiteY6" fmla="*/ 118227 h 302675"/>
                <a:gd name="connsiteX7" fmla="*/ 275673 w 304172"/>
                <a:gd name="connsiteY7" fmla="*/ 127140 h 302675"/>
                <a:gd name="connsiteX8" fmla="*/ 301846 w 304172"/>
                <a:gd name="connsiteY8" fmla="*/ 140790 h 302675"/>
                <a:gd name="connsiteX9" fmla="*/ 304102 w 304172"/>
                <a:gd name="connsiteY9" fmla="*/ 144964 h 302675"/>
                <a:gd name="connsiteX10" fmla="*/ 295077 w 304172"/>
                <a:gd name="connsiteY10" fmla="*/ 204303 h 302675"/>
                <a:gd name="connsiteX11" fmla="*/ 292031 w 304172"/>
                <a:gd name="connsiteY11" fmla="*/ 207236 h 302675"/>
                <a:gd name="connsiteX12" fmla="*/ 259203 w 304172"/>
                <a:gd name="connsiteY12" fmla="*/ 213328 h 302675"/>
                <a:gd name="connsiteX13" fmla="*/ 255029 w 304172"/>
                <a:gd name="connsiteY13" fmla="*/ 216036 h 302675"/>
                <a:gd name="connsiteX14" fmla="*/ 248034 w 304172"/>
                <a:gd name="connsiteY14" fmla="*/ 226978 h 302675"/>
                <a:gd name="connsiteX15" fmla="*/ 249952 w 304172"/>
                <a:gd name="connsiteY15" fmla="*/ 239613 h 302675"/>
                <a:gd name="connsiteX16" fmla="*/ 254352 w 304172"/>
                <a:gd name="connsiteY16" fmla="*/ 262853 h 302675"/>
                <a:gd name="connsiteX17" fmla="*/ 252772 w 304172"/>
                <a:gd name="connsiteY17" fmla="*/ 266237 h 302675"/>
                <a:gd name="connsiteX18" fmla="*/ 200202 w 304172"/>
                <a:gd name="connsiteY18" fmla="*/ 296471 h 302675"/>
                <a:gd name="connsiteX19" fmla="*/ 196028 w 304172"/>
                <a:gd name="connsiteY19" fmla="*/ 295794 h 302675"/>
                <a:gd name="connsiteX20" fmla="*/ 170645 w 304172"/>
                <a:gd name="connsiteY20" fmla="*/ 274021 h 302675"/>
                <a:gd name="connsiteX21" fmla="*/ 166245 w 304172"/>
                <a:gd name="connsiteY21" fmla="*/ 272442 h 302675"/>
                <a:gd name="connsiteX22" fmla="*/ 158236 w 304172"/>
                <a:gd name="connsiteY22" fmla="*/ 272893 h 302675"/>
                <a:gd name="connsiteX23" fmla="*/ 149211 w 304172"/>
                <a:gd name="connsiteY23" fmla="*/ 277406 h 302675"/>
                <a:gd name="connsiteX24" fmla="*/ 127551 w 304172"/>
                <a:gd name="connsiteY24" fmla="*/ 302676 h 302675"/>
                <a:gd name="connsiteX25" fmla="*/ 97204 w 304172"/>
                <a:gd name="connsiteY25" fmla="*/ 290605 h 302675"/>
                <a:gd name="connsiteX26" fmla="*/ 66970 w 304172"/>
                <a:gd name="connsiteY26" fmla="*/ 278534 h 302675"/>
                <a:gd name="connsiteX27" fmla="*/ 67534 w 304172"/>
                <a:gd name="connsiteY27" fmla="*/ 260145 h 302675"/>
                <a:gd name="connsiteX28" fmla="*/ 68211 w 304172"/>
                <a:gd name="connsiteY28" fmla="*/ 242434 h 302675"/>
                <a:gd name="connsiteX29" fmla="*/ 66519 w 304172"/>
                <a:gd name="connsiteY29" fmla="*/ 237808 h 302675"/>
                <a:gd name="connsiteX30" fmla="*/ 57494 w 304172"/>
                <a:gd name="connsiteY30" fmla="*/ 228558 h 302675"/>
                <a:gd name="connsiteX31" fmla="*/ 44521 w 304172"/>
                <a:gd name="connsiteY31" fmla="*/ 227543 h 302675"/>
                <a:gd name="connsiteX32" fmla="*/ 21281 w 304172"/>
                <a:gd name="connsiteY32" fmla="*/ 226640 h 302675"/>
                <a:gd name="connsiteX33" fmla="*/ 18123 w 304172"/>
                <a:gd name="connsiteY33" fmla="*/ 224271 h 302675"/>
                <a:gd name="connsiteX34" fmla="*/ 185 w 304172"/>
                <a:gd name="connsiteY34" fmla="*/ 166173 h 302675"/>
                <a:gd name="connsiteX35" fmla="*/ 1652 w 304172"/>
                <a:gd name="connsiteY35" fmla="*/ 162450 h 302675"/>
                <a:gd name="connsiteX36" fmla="*/ 28727 w 304172"/>
                <a:gd name="connsiteY36" fmla="*/ 142595 h 302675"/>
                <a:gd name="connsiteX37" fmla="*/ 31209 w 304172"/>
                <a:gd name="connsiteY37" fmla="*/ 138421 h 302675"/>
                <a:gd name="connsiteX38" fmla="*/ 32788 w 304172"/>
                <a:gd name="connsiteY38" fmla="*/ 125447 h 302675"/>
                <a:gd name="connsiteX39" fmla="*/ 25455 w 304172"/>
                <a:gd name="connsiteY39" fmla="*/ 114617 h 302675"/>
                <a:gd name="connsiteX40" fmla="*/ 11805 w 304172"/>
                <a:gd name="connsiteY40" fmla="*/ 96116 h 302675"/>
                <a:gd name="connsiteX41" fmla="*/ 11805 w 304172"/>
                <a:gd name="connsiteY41" fmla="*/ 91829 h 302675"/>
                <a:gd name="connsiteX42" fmla="*/ 45649 w 304172"/>
                <a:gd name="connsiteY42" fmla="*/ 42417 h 302675"/>
                <a:gd name="connsiteX43" fmla="*/ 49936 w 304172"/>
                <a:gd name="connsiteY43" fmla="*/ 40838 h 302675"/>
                <a:gd name="connsiteX44" fmla="*/ 82538 w 304172"/>
                <a:gd name="connsiteY44" fmla="*/ 49750 h 302675"/>
                <a:gd name="connsiteX45" fmla="*/ 86600 w 304172"/>
                <a:gd name="connsiteY45" fmla="*/ 49299 h 302675"/>
                <a:gd name="connsiteX46" fmla="*/ 93933 w 304172"/>
                <a:gd name="connsiteY46" fmla="*/ 45351 h 302675"/>
                <a:gd name="connsiteX47" fmla="*/ 100250 w 304172"/>
                <a:gd name="connsiteY47" fmla="*/ 36664 h 302675"/>
                <a:gd name="connsiteX48" fmla="*/ 107808 w 304172"/>
                <a:gd name="connsiteY48" fmla="*/ 8010 h 302675"/>
                <a:gd name="connsiteX49" fmla="*/ 111870 w 304172"/>
                <a:gd name="connsiteY49" fmla="*/ 4738 h 302675"/>
                <a:gd name="connsiteX50" fmla="*/ 169968 w 304172"/>
                <a:gd name="connsiteY50" fmla="*/ 677 h 302675"/>
                <a:gd name="connsiteX51" fmla="*/ 173352 w 304172"/>
                <a:gd name="connsiteY51" fmla="*/ 0 h 302675"/>
                <a:gd name="connsiteX52" fmla="*/ 173916 w 304172"/>
                <a:gd name="connsiteY52" fmla="*/ 226 h 302675"/>
                <a:gd name="connsiteX53" fmla="*/ 174029 w 304172"/>
                <a:gd name="connsiteY53" fmla="*/ 1128 h 302675"/>
                <a:gd name="connsiteX54" fmla="*/ 188582 w 304172"/>
                <a:gd name="connsiteY54" fmla="*/ 34521 h 302675"/>
                <a:gd name="connsiteX55" fmla="*/ 190951 w 304172"/>
                <a:gd name="connsiteY55" fmla="*/ 36777 h 302675"/>
                <a:gd name="connsiteX56" fmla="*/ 201781 w 304172"/>
                <a:gd name="connsiteY56" fmla="*/ 41064 h 302675"/>
                <a:gd name="connsiteX57" fmla="*/ 206294 w 304172"/>
                <a:gd name="connsiteY57" fmla="*/ 40951 h 302675"/>
                <a:gd name="connsiteX58" fmla="*/ 219718 w 304172"/>
                <a:gd name="connsiteY58" fmla="*/ 35085 h 302675"/>
                <a:gd name="connsiteX59" fmla="*/ 239573 w 304172"/>
                <a:gd name="connsiteY59" fmla="*/ 26285 h 302675"/>
                <a:gd name="connsiteX60" fmla="*/ 240137 w 304172"/>
                <a:gd name="connsiteY60" fmla="*/ 26511 h 30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4172" h="302675">
                  <a:moveTo>
                    <a:pt x="240137" y="26511"/>
                  </a:moveTo>
                  <a:cubicBezTo>
                    <a:pt x="240701" y="27526"/>
                    <a:pt x="241378" y="28542"/>
                    <a:pt x="242055" y="29331"/>
                  </a:cubicBezTo>
                  <a:cubicBezTo>
                    <a:pt x="255254" y="43546"/>
                    <a:pt x="268453" y="57873"/>
                    <a:pt x="281652" y="72087"/>
                  </a:cubicBezTo>
                  <a:cubicBezTo>
                    <a:pt x="283345" y="73892"/>
                    <a:pt x="283570" y="75246"/>
                    <a:pt x="282442" y="77389"/>
                  </a:cubicBezTo>
                  <a:cubicBezTo>
                    <a:pt x="277140" y="87091"/>
                    <a:pt x="271838" y="97019"/>
                    <a:pt x="266761" y="106946"/>
                  </a:cubicBezTo>
                  <a:cubicBezTo>
                    <a:pt x="266084" y="108074"/>
                    <a:pt x="266084" y="109766"/>
                    <a:pt x="266310" y="111120"/>
                  </a:cubicBezTo>
                  <a:cubicBezTo>
                    <a:pt x="266761" y="113489"/>
                    <a:pt x="267889" y="115858"/>
                    <a:pt x="268340" y="118227"/>
                  </a:cubicBezTo>
                  <a:cubicBezTo>
                    <a:pt x="269017" y="122740"/>
                    <a:pt x="271725" y="125109"/>
                    <a:pt x="275673" y="127140"/>
                  </a:cubicBezTo>
                  <a:cubicBezTo>
                    <a:pt x="284473" y="131426"/>
                    <a:pt x="293046" y="136277"/>
                    <a:pt x="301846" y="140790"/>
                  </a:cubicBezTo>
                  <a:cubicBezTo>
                    <a:pt x="303538" y="141692"/>
                    <a:pt x="304440" y="142595"/>
                    <a:pt x="304102" y="144964"/>
                  </a:cubicBezTo>
                  <a:cubicBezTo>
                    <a:pt x="301056" y="164706"/>
                    <a:pt x="298010" y="184561"/>
                    <a:pt x="295077" y="204303"/>
                  </a:cubicBezTo>
                  <a:cubicBezTo>
                    <a:pt x="294851" y="206108"/>
                    <a:pt x="293949" y="206898"/>
                    <a:pt x="292031" y="207236"/>
                  </a:cubicBezTo>
                  <a:cubicBezTo>
                    <a:pt x="281088" y="209154"/>
                    <a:pt x="270033" y="211072"/>
                    <a:pt x="259203" y="213328"/>
                  </a:cubicBezTo>
                  <a:cubicBezTo>
                    <a:pt x="257736" y="213667"/>
                    <a:pt x="255931" y="214795"/>
                    <a:pt x="255029" y="216036"/>
                  </a:cubicBezTo>
                  <a:cubicBezTo>
                    <a:pt x="252321" y="219533"/>
                    <a:pt x="248824" y="223030"/>
                    <a:pt x="248034" y="226978"/>
                  </a:cubicBezTo>
                  <a:cubicBezTo>
                    <a:pt x="247245" y="230927"/>
                    <a:pt x="249050" y="235327"/>
                    <a:pt x="249952" y="239613"/>
                  </a:cubicBezTo>
                  <a:cubicBezTo>
                    <a:pt x="251306" y="247397"/>
                    <a:pt x="252772" y="255069"/>
                    <a:pt x="254352" y="262853"/>
                  </a:cubicBezTo>
                  <a:cubicBezTo>
                    <a:pt x="254690" y="264545"/>
                    <a:pt x="254352" y="265335"/>
                    <a:pt x="252772" y="266237"/>
                  </a:cubicBezTo>
                  <a:cubicBezTo>
                    <a:pt x="235174" y="276165"/>
                    <a:pt x="217575" y="286318"/>
                    <a:pt x="200202" y="296471"/>
                  </a:cubicBezTo>
                  <a:cubicBezTo>
                    <a:pt x="198397" y="297486"/>
                    <a:pt x="197381" y="297035"/>
                    <a:pt x="196028" y="295794"/>
                  </a:cubicBezTo>
                  <a:cubicBezTo>
                    <a:pt x="187567" y="288574"/>
                    <a:pt x="179219" y="281128"/>
                    <a:pt x="170645" y="274021"/>
                  </a:cubicBezTo>
                  <a:cubicBezTo>
                    <a:pt x="169517" y="273006"/>
                    <a:pt x="167712" y="272555"/>
                    <a:pt x="166245" y="272442"/>
                  </a:cubicBezTo>
                  <a:cubicBezTo>
                    <a:pt x="163538" y="272442"/>
                    <a:pt x="160830" y="273119"/>
                    <a:pt x="158236" y="272893"/>
                  </a:cubicBezTo>
                  <a:cubicBezTo>
                    <a:pt x="154287" y="272667"/>
                    <a:pt x="151692" y="274472"/>
                    <a:pt x="149211" y="277406"/>
                  </a:cubicBezTo>
                  <a:cubicBezTo>
                    <a:pt x="142216" y="285979"/>
                    <a:pt x="134883" y="294215"/>
                    <a:pt x="127551" y="302676"/>
                  </a:cubicBezTo>
                  <a:cubicBezTo>
                    <a:pt x="117397" y="298727"/>
                    <a:pt x="107244" y="294666"/>
                    <a:pt x="97204" y="290605"/>
                  </a:cubicBezTo>
                  <a:cubicBezTo>
                    <a:pt x="87164" y="286656"/>
                    <a:pt x="77123" y="282708"/>
                    <a:pt x="66970" y="278534"/>
                  </a:cubicBezTo>
                  <a:cubicBezTo>
                    <a:pt x="67196" y="272442"/>
                    <a:pt x="67422" y="266237"/>
                    <a:pt x="67534" y="260145"/>
                  </a:cubicBezTo>
                  <a:cubicBezTo>
                    <a:pt x="67760" y="254279"/>
                    <a:pt x="68211" y="248300"/>
                    <a:pt x="68211" y="242434"/>
                  </a:cubicBezTo>
                  <a:cubicBezTo>
                    <a:pt x="68211" y="240854"/>
                    <a:pt x="67534" y="239049"/>
                    <a:pt x="66519" y="237808"/>
                  </a:cubicBezTo>
                  <a:cubicBezTo>
                    <a:pt x="63699" y="234424"/>
                    <a:pt x="61217" y="230137"/>
                    <a:pt x="57494" y="228558"/>
                  </a:cubicBezTo>
                  <a:cubicBezTo>
                    <a:pt x="53771" y="226753"/>
                    <a:pt x="48920" y="227655"/>
                    <a:pt x="44521" y="227543"/>
                  </a:cubicBezTo>
                  <a:cubicBezTo>
                    <a:pt x="36737" y="227091"/>
                    <a:pt x="28953" y="226753"/>
                    <a:pt x="21281" y="226640"/>
                  </a:cubicBezTo>
                  <a:cubicBezTo>
                    <a:pt x="19476" y="226640"/>
                    <a:pt x="18687" y="225963"/>
                    <a:pt x="18123" y="224271"/>
                  </a:cubicBezTo>
                  <a:cubicBezTo>
                    <a:pt x="12256" y="204867"/>
                    <a:pt x="6277" y="185463"/>
                    <a:pt x="185" y="166173"/>
                  </a:cubicBezTo>
                  <a:cubicBezTo>
                    <a:pt x="-379" y="164255"/>
                    <a:pt x="411" y="163465"/>
                    <a:pt x="1652" y="162450"/>
                  </a:cubicBezTo>
                  <a:cubicBezTo>
                    <a:pt x="10677" y="155907"/>
                    <a:pt x="19702" y="149251"/>
                    <a:pt x="28727" y="142595"/>
                  </a:cubicBezTo>
                  <a:cubicBezTo>
                    <a:pt x="29968" y="141692"/>
                    <a:pt x="30983" y="139887"/>
                    <a:pt x="31209" y="138421"/>
                  </a:cubicBezTo>
                  <a:cubicBezTo>
                    <a:pt x="32111" y="134134"/>
                    <a:pt x="33804" y="129396"/>
                    <a:pt x="32788" y="125447"/>
                  </a:cubicBezTo>
                  <a:cubicBezTo>
                    <a:pt x="31773" y="121499"/>
                    <a:pt x="28050" y="118227"/>
                    <a:pt x="25455" y="114617"/>
                  </a:cubicBezTo>
                  <a:cubicBezTo>
                    <a:pt x="20943" y="108413"/>
                    <a:pt x="16430" y="102208"/>
                    <a:pt x="11805" y="96116"/>
                  </a:cubicBezTo>
                  <a:cubicBezTo>
                    <a:pt x="10677" y="94537"/>
                    <a:pt x="10677" y="93409"/>
                    <a:pt x="11805" y="91829"/>
                  </a:cubicBezTo>
                  <a:cubicBezTo>
                    <a:pt x="23199" y="75471"/>
                    <a:pt x="34480" y="58888"/>
                    <a:pt x="45649" y="42417"/>
                  </a:cubicBezTo>
                  <a:cubicBezTo>
                    <a:pt x="46890" y="40725"/>
                    <a:pt x="48018" y="40274"/>
                    <a:pt x="49936" y="40838"/>
                  </a:cubicBezTo>
                  <a:cubicBezTo>
                    <a:pt x="60766" y="43884"/>
                    <a:pt x="71596" y="46817"/>
                    <a:pt x="82538" y="49750"/>
                  </a:cubicBezTo>
                  <a:cubicBezTo>
                    <a:pt x="83779" y="50089"/>
                    <a:pt x="85472" y="49750"/>
                    <a:pt x="86600" y="49299"/>
                  </a:cubicBezTo>
                  <a:cubicBezTo>
                    <a:pt x="89194" y="48058"/>
                    <a:pt x="91338" y="46366"/>
                    <a:pt x="93933" y="45351"/>
                  </a:cubicBezTo>
                  <a:cubicBezTo>
                    <a:pt x="98107" y="43771"/>
                    <a:pt x="99235" y="40387"/>
                    <a:pt x="100250" y="36664"/>
                  </a:cubicBezTo>
                  <a:cubicBezTo>
                    <a:pt x="102732" y="27075"/>
                    <a:pt x="105327" y="17599"/>
                    <a:pt x="107808" y="8010"/>
                  </a:cubicBezTo>
                  <a:cubicBezTo>
                    <a:pt x="108485" y="5753"/>
                    <a:pt x="109501" y="4964"/>
                    <a:pt x="111870" y="4738"/>
                  </a:cubicBezTo>
                  <a:cubicBezTo>
                    <a:pt x="131273" y="3497"/>
                    <a:pt x="150564" y="2031"/>
                    <a:pt x="169968" y="677"/>
                  </a:cubicBezTo>
                  <a:cubicBezTo>
                    <a:pt x="171096" y="677"/>
                    <a:pt x="172224" y="226"/>
                    <a:pt x="173352" y="0"/>
                  </a:cubicBezTo>
                  <a:cubicBezTo>
                    <a:pt x="173578" y="0"/>
                    <a:pt x="173691" y="113"/>
                    <a:pt x="173916" y="226"/>
                  </a:cubicBezTo>
                  <a:cubicBezTo>
                    <a:pt x="173916" y="564"/>
                    <a:pt x="173916" y="790"/>
                    <a:pt x="174029" y="1128"/>
                  </a:cubicBezTo>
                  <a:cubicBezTo>
                    <a:pt x="178880" y="12297"/>
                    <a:pt x="183731" y="23465"/>
                    <a:pt x="188582" y="34521"/>
                  </a:cubicBezTo>
                  <a:cubicBezTo>
                    <a:pt x="189033" y="35536"/>
                    <a:pt x="190049" y="36326"/>
                    <a:pt x="190951" y="36777"/>
                  </a:cubicBezTo>
                  <a:cubicBezTo>
                    <a:pt x="194561" y="38243"/>
                    <a:pt x="198171" y="39823"/>
                    <a:pt x="201781" y="41064"/>
                  </a:cubicBezTo>
                  <a:cubicBezTo>
                    <a:pt x="203135" y="41402"/>
                    <a:pt x="204940" y="41402"/>
                    <a:pt x="206294" y="40951"/>
                  </a:cubicBezTo>
                  <a:cubicBezTo>
                    <a:pt x="210919" y="39146"/>
                    <a:pt x="215319" y="37115"/>
                    <a:pt x="219718" y="35085"/>
                  </a:cubicBezTo>
                  <a:cubicBezTo>
                    <a:pt x="226374" y="32152"/>
                    <a:pt x="232917" y="29106"/>
                    <a:pt x="239573" y="26285"/>
                  </a:cubicBezTo>
                  <a:cubicBezTo>
                    <a:pt x="239799" y="26285"/>
                    <a:pt x="239912" y="26398"/>
                    <a:pt x="240137" y="26511"/>
                  </a:cubicBezTo>
                  <a:close/>
                </a:path>
              </a:pathLst>
            </a:custGeom>
            <a:noFill/>
            <a:ln w="12700" cap="rnd">
              <a:solidFill>
                <a:schemeClr val="tx1"/>
              </a:solid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26B20E2-CD18-2573-94A5-0490BCA332D6}"/>
                </a:ext>
              </a:extLst>
            </p:cNvPr>
            <p:cNvSpPr/>
            <p:nvPr/>
          </p:nvSpPr>
          <p:spPr>
            <a:xfrm>
              <a:off x="3074095" y="2249127"/>
              <a:ext cx="192795" cy="191689"/>
            </a:xfrm>
            <a:custGeom>
              <a:avLst/>
              <a:gdLst>
                <a:gd name="connsiteX0" fmla="*/ 192571 w 192570"/>
                <a:gd name="connsiteY0" fmla="*/ 109115 h 191689"/>
                <a:gd name="connsiteX1" fmla="*/ 191555 w 192570"/>
                <a:gd name="connsiteY1" fmla="*/ 111033 h 191689"/>
                <a:gd name="connsiteX2" fmla="*/ 179146 w 192570"/>
                <a:gd name="connsiteY2" fmla="*/ 145666 h 191689"/>
                <a:gd name="connsiteX3" fmla="*/ 176439 w 192570"/>
                <a:gd name="connsiteY3" fmla="*/ 147584 h 191689"/>
                <a:gd name="connsiteX4" fmla="*/ 155230 w 192570"/>
                <a:gd name="connsiteY4" fmla="*/ 147359 h 191689"/>
                <a:gd name="connsiteX5" fmla="*/ 152748 w 192570"/>
                <a:gd name="connsiteY5" fmla="*/ 148261 h 191689"/>
                <a:gd name="connsiteX6" fmla="*/ 149364 w 192570"/>
                <a:gd name="connsiteY6" fmla="*/ 151533 h 191689"/>
                <a:gd name="connsiteX7" fmla="*/ 146430 w 192570"/>
                <a:gd name="connsiteY7" fmla="*/ 158189 h 191689"/>
                <a:gd name="connsiteX8" fmla="*/ 146430 w 192570"/>
                <a:gd name="connsiteY8" fmla="*/ 176915 h 191689"/>
                <a:gd name="connsiteX9" fmla="*/ 144738 w 192570"/>
                <a:gd name="connsiteY9" fmla="*/ 179284 h 191689"/>
                <a:gd name="connsiteX10" fmla="*/ 108638 w 192570"/>
                <a:gd name="connsiteY10" fmla="*/ 191468 h 191689"/>
                <a:gd name="connsiteX11" fmla="*/ 106044 w 192570"/>
                <a:gd name="connsiteY11" fmla="*/ 190679 h 191689"/>
                <a:gd name="connsiteX12" fmla="*/ 92957 w 192570"/>
                <a:gd name="connsiteY12" fmla="*/ 173982 h 191689"/>
                <a:gd name="connsiteX13" fmla="*/ 90250 w 192570"/>
                <a:gd name="connsiteY13" fmla="*/ 172516 h 191689"/>
                <a:gd name="connsiteX14" fmla="*/ 82015 w 192570"/>
                <a:gd name="connsiteY14" fmla="*/ 171726 h 191689"/>
                <a:gd name="connsiteX15" fmla="*/ 75471 w 192570"/>
                <a:gd name="connsiteY15" fmla="*/ 176464 h 191689"/>
                <a:gd name="connsiteX16" fmla="*/ 63626 w 192570"/>
                <a:gd name="connsiteY16" fmla="*/ 185715 h 191689"/>
                <a:gd name="connsiteX17" fmla="*/ 61370 w 192570"/>
                <a:gd name="connsiteY17" fmla="*/ 185828 h 191689"/>
                <a:gd name="connsiteX18" fmla="*/ 28993 w 192570"/>
                <a:gd name="connsiteY18" fmla="*/ 165070 h 191689"/>
                <a:gd name="connsiteX19" fmla="*/ 28203 w 192570"/>
                <a:gd name="connsiteY19" fmla="*/ 162588 h 191689"/>
                <a:gd name="connsiteX20" fmla="*/ 33054 w 192570"/>
                <a:gd name="connsiteY20" fmla="*/ 142056 h 191689"/>
                <a:gd name="connsiteX21" fmla="*/ 32603 w 192570"/>
                <a:gd name="connsiteY21" fmla="*/ 139010 h 191689"/>
                <a:gd name="connsiteX22" fmla="*/ 30008 w 192570"/>
                <a:gd name="connsiteY22" fmla="*/ 134724 h 191689"/>
                <a:gd name="connsiteX23" fmla="*/ 24819 w 192570"/>
                <a:gd name="connsiteY23" fmla="*/ 131114 h 191689"/>
                <a:gd name="connsiteX24" fmla="*/ 4287 w 192570"/>
                <a:gd name="connsiteY24" fmla="*/ 126150 h 191689"/>
                <a:gd name="connsiteX25" fmla="*/ 2143 w 192570"/>
                <a:gd name="connsiteY25" fmla="*/ 105618 h 191689"/>
                <a:gd name="connsiteX26" fmla="*/ 0 w 192570"/>
                <a:gd name="connsiteY26" fmla="*/ 85086 h 191689"/>
                <a:gd name="connsiteX27" fmla="*/ 10492 w 192570"/>
                <a:gd name="connsiteY27" fmla="*/ 80122 h 191689"/>
                <a:gd name="connsiteX28" fmla="*/ 20532 w 192570"/>
                <a:gd name="connsiteY28" fmla="*/ 75384 h 191689"/>
                <a:gd name="connsiteX29" fmla="*/ 22675 w 192570"/>
                <a:gd name="connsiteY29" fmla="*/ 73128 h 191689"/>
                <a:gd name="connsiteX30" fmla="*/ 25383 w 192570"/>
                <a:gd name="connsiteY30" fmla="*/ 65344 h 191689"/>
                <a:gd name="connsiteX31" fmla="*/ 22111 w 192570"/>
                <a:gd name="connsiteY31" fmla="*/ 57786 h 191689"/>
                <a:gd name="connsiteX32" fmla="*/ 15794 w 192570"/>
                <a:gd name="connsiteY32" fmla="*/ 44474 h 191689"/>
                <a:gd name="connsiteX33" fmla="*/ 16245 w 192570"/>
                <a:gd name="connsiteY33" fmla="*/ 42105 h 191689"/>
                <a:gd name="connsiteX34" fmla="*/ 43658 w 192570"/>
                <a:gd name="connsiteY34" fmla="*/ 15143 h 191689"/>
                <a:gd name="connsiteX35" fmla="*/ 46140 w 192570"/>
                <a:gd name="connsiteY35" fmla="*/ 14917 h 191689"/>
                <a:gd name="connsiteX36" fmla="*/ 65206 w 192570"/>
                <a:gd name="connsiteY36" fmla="*/ 24280 h 191689"/>
                <a:gd name="connsiteX37" fmla="*/ 68364 w 192570"/>
                <a:gd name="connsiteY37" fmla="*/ 24280 h 191689"/>
                <a:gd name="connsiteX38" fmla="*/ 76148 w 192570"/>
                <a:gd name="connsiteY38" fmla="*/ 21573 h 191689"/>
                <a:gd name="connsiteX39" fmla="*/ 79984 w 192570"/>
                <a:gd name="connsiteY39" fmla="*/ 14353 h 191689"/>
                <a:gd name="connsiteX40" fmla="*/ 86414 w 192570"/>
                <a:gd name="connsiteY40" fmla="*/ 1379 h 191689"/>
                <a:gd name="connsiteX41" fmla="*/ 88783 w 192570"/>
                <a:gd name="connsiteY41" fmla="*/ 26 h 191689"/>
                <a:gd name="connsiteX42" fmla="*/ 126463 w 192570"/>
                <a:gd name="connsiteY42" fmla="*/ 4764 h 191689"/>
                <a:gd name="connsiteX43" fmla="*/ 128606 w 192570"/>
                <a:gd name="connsiteY43" fmla="*/ 6682 h 191689"/>
                <a:gd name="connsiteX44" fmla="*/ 133119 w 192570"/>
                <a:gd name="connsiteY44" fmla="*/ 27439 h 191689"/>
                <a:gd name="connsiteX45" fmla="*/ 134585 w 192570"/>
                <a:gd name="connsiteY45" fmla="*/ 29695 h 191689"/>
                <a:gd name="connsiteX46" fmla="*/ 138985 w 192570"/>
                <a:gd name="connsiteY46" fmla="*/ 32628 h 191689"/>
                <a:gd name="connsiteX47" fmla="*/ 145641 w 192570"/>
                <a:gd name="connsiteY47" fmla="*/ 33644 h 191689"/>
                <a:gd name="connsiteX48" fmla="*/ 164029 w 192570"/>
                <a:gd name="connsiteY48" fmla="*/ 29583 h 191689"/>
                <a:gd name="connsiteX49" fmla="*/ 167075 w 192570"/>
                <a:gd name="connsiteY49" fmla="*/ 30936 h 191689"/>
                <a:gd name="connsiteX50" fmla="*/ 186366 w 192570"/>
                <a:gd name="connsiteY50" fmla="*/ 62298 h 191689"/>
                <a:gd name="connsiteX51" fmla="*/ 187720 w 192570"/>
                <a:gd name="connsiteY51" fmla="*/ 63990 h 191689"/>
                <a:gd name="connsiteX52" fmla="*/ 187720 w 192570"/>
                <a:gd name="connsiteY52" fmla="*/ 64329 h 191689"/>
                <a:gd name="connsiteX53" fmla="*/ 187269 w 192570"/>
                <a:gd name="connsiteY53" fmla="*/ 64667 h 191689"/>
                <a:gd name="connsiteX54" fmla="*/ 172716 w 192570"/>
                <a:gd name="connsiteY54" fmla="*/ 82491 h 191689"/>
                <a:gd name="connsiteX55" fmla="*/ 172152 w 192570"/>
                <a:gd name="connsiteY55" fmla="*/ 84522 h 191689"/>
                <a:gd name="connsiteX56" fmla="*/ 172941 w 192570"/>
                <a:gd name="connsiteY56" fmla="*/ 91855 h 191689"/>
                <a:gd name="connsiteX57" fmla="*/ 174408 w 192570"/>
                <a:gd name="connsiteY57" fmla="*/ 94337 h 191689"/>
                <a:gd name="connsiteX58" fmla="*/ 181628 w 192570"/>
                <a:gd name="connsiteY58" fmla="*/ 100203 h 191689"/>
                <a:gd name="connsiteX59" fmla="*/ 192458 w 192570"/>
                <a:gd name="connsiteY59" fmla="*/ 108777 h 191689"/>
                <a:gd name="connsiteX60" fmla="*/ 192458 w 192570"/>
                <a:gd name="connsiteY60" fmla="*/ 109228 h 191689"/>
                <a:gd name="connsiteX0" fmla="*/ 274486 w 274486"/>
                <a:gd name="connsiteY0" fmla="*/ 171027 h 191689"/>
                <a:gd name="connsiteX1" fmla="*/ 191555 w 274486"/>
                <a:gd name="connsiteY1" fmla="*/ 111033 h 191689"/>
                <a:gd name="connsiteX2" fmla="*/ 179146 w 274486"/>
                <a:gd name="connsiteY2" fmla="*/ 145666 h 191689"/>
                <a:gd name="connsiteX3" fmla="*/ 176439 w 274486"/>
                <a:gd name="connsiteY3" fmla="*/ 147584 h 191689"/>
                <a:gd name="connsiteX4" fmla="*/ 155230 w 274486"/>
                <a:gd name="connsiteY4" fmla="*/ 147359 h 191689"/>
                <a:gd name="connsiteX5" fmla="*/ 152748 w 274486"/>
                <a:gd name="connsiteY5" fmla="*/ 148261 h 191689"/>
                <a:gd name="connsiteX6" fmla="*/ 149364 w 274486"/>
                <a:gd name="connsiteY6" fmla="*/ 151533 h 191689"/>
                <a:gd name="connsiteX7" fmla="*/ 146430 w 274486"/>
                <a:gd name="connsiteY7" fmla="*/ 158189 h 191689"/>
                <a:gd name="connsiteX8" fmla="*/ 146430 w 274486"/>
                <a:gd name="connsiteY8" fmla="*/ 176915 h 191689"/>
                <a:gd name="connsiteX9" fmla="*/ 144738 w 274486"/>
                <a:gd name="connsiteY9" fmla="*/ 179284 h 191689"/>
                <a:gd name="connsiteX10" fmla="*/ 108638 w 274486"/>
                <a:gd name="connsiteY10" fmla="*/ 191468 h 191689"/>
                <a:gd name="connsiteX11" fmla="*/ 106044 w 274486"/>
                <a:gd name="connsiteY11" fmla="*/ 190679 h 191689"/>
                <a:gd name="connsiteX12" fmla="*/ 92957 w 274486"/>
                <a:gd name="connsiteY12" fmla="*/ 173982 h 191689"/>
                <a:gd name="connsiteX13" fmla="*/ 90250 w 274486"/>
                <a:gd name="connsiteY13" fmla="*/ 172516 h 191689"/>
                <a:gd name="connsiteX14" fmla="*/ 82015 w 274486"/>
                <a:gd name="connsiteY14" fmla="*/ 171726 h 191689"/>
                <a:gd name="connsiteX15" fmla="*/ 75471 w 274486"/>
                <a:gd name="connsiteY15" fmla="*/ 176464 h 191689"/>
                <a:gd name="connsiteX16" fmla="*/ 63626 w 274486"/>
                <a:gd name="connsiteY16" fmla="*/ 185715 h 191689"/>
                <a:gd name="connsiteX17" fmla="*/ 61370 w 274486"/>
                <a:gd name="connsiteY17" fmla="*/ 185828 h 191689"/>
                <a:gd name="connsiteX18" fmla="*/ 28993 w 274486"/>
                <a:gd name="connsiteY18" fmla="*/ 165070 h 191689"/>
                <a:gd name="connsiteX19" fmla="*/ 28203 w 274486"/>
                <a:gd name="connsiteY19" fmla="*/ 162588 h 191689"/>
                <a:gd name="connsiteX20" fmla="*/ 33054 w 274486"/>
                <a:gd name="connsiteY20" fmla="*/ 142056 h 191689"/>
                <a:gd name="connsiteX21" fmla="*/ 32603 w 274486"/>
                <a:gd name="connsiteY21" fmla="*/ 139010 h 191689"/>
                <a:gd name="connsiteX22" fmla="*/ 30008 w 274486"/>
                <a:gd name="connsiteY22" fmla="*/ 134724 h 191689"/>
                <a:gd name="connsiteX23" fmla="*/ 24819 w 274486"/>
                <a:gd name="connsiteY23" fmla="*/ 131114 h 191689"/>
                <a:gd name="connsiteX24" fmla="*/ 4287 w 274486"/>
                <a:gd name="connsiteY24" fmla="*/ 126150 h 191689"/>
                <a:gd name="connsiteX25" fmla="*/ 2143 w 274486"/>
                <a:gd name="connsiteY25" fmla="*/ 105618 h 191689"/>
                <a:gd name="connsiteX26" fmla="*/ 0 w 274486"/>
                <a:gd name="connsiteY26" fmla="*/ 85086 h 191689"/>
                <a:gd name="connsiteX27" fmla="*/ 10492 w 274486"/>
                <a:gd name="connsiteY27" fmla="*/ 80122 h 191689"/>
                <a:gd name="connsiteX28" fmla="*/ 20532 w 274486"/>
                <a:gd name="connsiteY28" fmla="*/ 75384 h 191689"/>
                <a:gd name="connsiteX29" fmla="*/ 22675 w 274486"/>
                <a:gd name="connsiteY29" fmla="*/ 73128 h 191689"/>
                <a:gd name="connsiteX30" fmla="*/ 25383 w 274486"/>
                <a:gd name="connsiteY30" fmla="*/ 65344 h 191689"/>
                <a:gd name="connsiteX31" fmla="*/ 22111 w 274486"/>
                <a:gd name="connsiteY31" fmla="*/ 57786 h 191689"/>
                <a:gd name="connsiteX32" fmla="*/ 15794 w 274486"/>
                <a:gd name="connsiteY32" fmla="*/ 44474 h 191689"/>
                <a:gd name="connsiteX33" fmla="*/ 16245 w 274486"/>
                <a:gd name="connsiteY33" fmla="*/ 42105 h 191689"/>
                <a:gd name="connsiteX34" fmla="*/ 43658 w 274486"/>
                <a:gd name="connsiteY34" fmla="*/ 15143 h 191689"/>
                <a:gd name="connsiteX35" fmla="*/ 46140 w 274486"/>
                <a:gd name="connsiteY35" fmla="*/ 14917 h 191689"/>
                <a:gd name="connsiteX36" fmla="*/ 65206 w 274486"/>
                <a:gd name="connsiteY36" fmla="*/ 24280 h 191689"/>
                <a:gd name="connsiteX37" fmla="*/ 68364 w 274486"/>
                <a:gd name="connsiteY37" fmla="*/ 24280 h 191689"/>
                <a:gd name="connsiteX38" fmla="*/ 76148 w 274486"/>
                <a:gd name="connsiteY38" fmla="*/ 21573 h 191689"/>
                <a:gd name="connsiteX39" fmla="*/ 79984 w 274486"/>
                <a:gd name="connsiteY39" fmla="*/ 14353 h 191689"/>
                <a:gd name="connsiteX40" fmla="*/ 86414 w 274486"/>
                <a:gd name="connsiteY40" fmla="*/ 1379 h 191689"/>
                <a:gd name="connsiteX41" fmla="*/ 88783 w 274486"/>
                <a:gd name="connsiteY41" fmla="*/ 26 h 191689"/>
                <a:gd name="connsiteX42" fmla="*/ 126463 w 274486"/>
                <a:gd name="connsiteY42" fmla="*/ 4764 h 191689"/>
                <a:gd name="connsiteX43" fmla="*/ 128606 w 274486"/>
                <a:gd name="connsiteY43" fmla="*/ 6682 h 191689"/>
                <a:gd name="connsiteX44" fmla="*/ 133119 w 274486"/>
                <a:gd name="connsiteY44" fmla="*/ 27439 h 191689"/>
                <a:gd name="connsiteX45" fmla="*/ 134585 w 274486"/>
                <a:gd name="connsiteY45" fmla="*/ 29695 h 191689"/>
                <a:gd name="connsiteX46" fmla="*/ 138985 w 274486"/>
                <a:gd name="connsiteY46" fmla="*/ 32628 h 191689"/>
                <a:gd name="connsiteX47" fmla="*/ 145641 w 274486"/>
                <a:gd name="connsiteY47" fmla="*/ 33644 h 191689"/>
                <a:gd name="connsiteX48" fmla="*/ 164029 w 274486"/>
                <a:gd name="connsiteY48" fmla="*/ 29583 h 191689"/>
                <a:gd name="connsiteX49" fmla="*/ 167075 w 274486"/>
                <a:gd name="connsiteY49" fmla="*/ 30936 h 191689"/>
                <a:gd name="connsiteX50" fmla="*/ 186366 w 274486"/>
                <a:gd name="connsiteY50" fmla="*/ 62298 h 191689"/>
                <a:gd name="connsiteX51" fmla="*/ 187720 w 274486"/>
                <a:gd name="connsiteY51" fmla="*/ 63990 h 191689"/>
                <a:gd name="connsiteX52" fmla="*/ 187720 w 274486"/>
                <a:gd name="connsiteY52" fmla="*/ 64329 h 191689"/>
                <a:gd name="connsiteX53" fmla="*/ 187269 w 274486"/>
                <a:gd name="connsiteY53" fmla="*/ 64667 h 191689"/>
                <a:gd name="connsiteX54" fmla="*/ 172716 w 274486"/>
                <a:gd name="connsiteY54" fmla="*/ 82491 h 191689"/>
                <a:gd name="connsiteX55" fmla="*/ 172152 w 274486"/>
                <a:gd name="connsiteY55" fmla="*/ 84522 h 191689"/>
                <a:gd name="connsiteX56" fmla="*/ 172941 w 274486"/>
                <a:gd name="connsiteY56" fmla="*/ 91855 h 191689"/>
                <a:gd name="connsiteX57" fmla="*/ 174408 w 274486"/>
                <a:gd name="connsiteY57" fmla="*/ 94337 h 191689"/>
                <a:gd name="connsiteX58" fmla="*/ 181628 w 274486"/>
                <a:gd name="connsiteY58" fmla="*/ 100203 h 191689"/>
                <a:gd name="connsiteX59" fmla="*/ 192458 w 274486"/>
                <a:gd name="connsiteY59" fmla="*/ 108777 h 191689"/>
                <a:gd name="connsiteX60" fmla="*/ 192458 w 274486"/>
                <a:gd name="connsiteY60" fmla="*/ 109228 h 191689"/>
                <a:gd name="connsiteX61" fmla="*/ 274486 w 274486"/>
                <a:gd name="connsiteY61" fmla="*/ 171027 h 191689"/>
                <a:gd name="connsiteX0" fmla="*/ 192458 w 192795"/>
                <a:gd name="connsiteY0" fmla="*/ 109228 h 191689"/>
                <a:gd name="connsiteX1" fmla="*/ 191555 w 192795"/>
                <a:gd name="connsiteY1" fmla="*/ 111033 h 191689"/>
                <a:gd name="connsiteX2" fmla="*/ 179146 w 192795"/>
                <a:gd name="connsiteY2" fmla="*/ 145666 h 191689"/>
                <a:gd name="connsiteX3" fmla="*/ 176439 w 192795"/>
                <a:gd name="connsiteY3" fmla="*/ 147584 h 191689"/>
                <a:gd name="connsiteX4" fmla="*/ 155230 w 192795"/>
                <a:gd name="connsiteY4" fmla="*/ 147359 h 191689"/>
                <a:gd name="connsiteX5" fmla="*/ 152748 w 192795"/>
                <a:gd name="connsiteY5" fmla="*/ 148261 h 191689"/>
                <a:gd name="connsiteX6" fmla="*/ 149364 w 192795"/>
                <a:gd name="connsiteY6" fmla="*/ 151533 h 191689"/>
                <a:gd name="connsiteX7" fmla="*/ 146430 w 192795"/>
                <a:gd name="connsiteY7" fmla="*/ 158189 h 191689"/>
                <a:gd name="connsiteX8" fmla="*/ 146430 w 192795"/>
                <a:gd name="connsiteY8" fmla="*/ 176915 h 191689"/>
                <a:gd name="connsiteX9" fmla="*/ 144738 w 192795"/>
                <a:gd name="connsiteY9" fmla="*/ 179284 h 191689"/>
                <a:gd name="connsiteX10" fmla="*/ 108638 w 192795"/>
                <a:gd name="connsiteY10" fmla="*/ 191468 h 191689"/>
                <a:gd name="connsiteX11" fmla="*/ 106044 w 192795"/>
                <a:gd name="connsiteY11" fmla="*/ 190679 h 191689"/>
                <a:gd name="connsiteX12" fmla="*/ 92957 w 192795"/>
                <a:gd name="connsiteY12" fmla="*/ 173982 h 191689"/>
                <a:gd name="connsiteX13" fmla="*/ 90250 w 192795"/>
                <a:gd name="connsiteY13" fmla="*/ 172516 h 191689"/>
                <a:gd name="connsiteX14" fmla="*/ 82015 w 192795"/>
                <a:gd name="connsiteY14" fmla="*/ 171726 h 191689"/>
                <a:gd name="connsiteX15" fmla="*/ 75471 w 192795"/>
                <a:gd name="connsiteY15" fmla="*/ 176464 h 191689"/>
                <a:gd name="connsiteX16" fmla="*/ 63626 w 192795"/>
                <a:gd name="connsiteY16" fmla="*/ 185715 h 191689"/>
                <a:gd name="connsiteX17" fmla="*/ 61370 w 192795"/>
                <a:gd name="connsiteY17" fmla="*/ 185828 h 191689"/>
                <a:gd name="connsiteX18" fmla="*/ 28993 w 192795"/>
                <a:gd name="connsiteY18" fmla="*/ 165070 h 191689"/>
                <a:gd name="connsiteX19" fmla="*/ 28203 w 192795"/>
                <a:gd name="connsiteY19" fmla="*/ 162588 h 191689"/>
                <a:gd name="connsiteX20" fmla="*/ 33054 w 192795"/>
                <a:gd name="connsiteY20" fmla="*/ 142056 h 191689"/>
                <a:gd name="connsiteX21" fmla="*/ 32603 w 192795"/>
                <a:gd name="connsiteY21" fmla="*/ 139010 h 191689"/>
                <a:gd name="connsiteX22" fmla="*/ 30008 w 192795"/>
                <a:gd name="connsiteY22" fmla="*/ 134724 h 191689"/>
                <a:gd name="connsiteX23" fmla="*/ 24819 w 192795"/>
                <a:gd name="connsiteY23" fmla="*/ 131114 h 191689"/>
                <a:gd name="connsiteX24" fmla="*/ 4287 w 192795"/>
                <a:gd name="connsiteY24" fmla="*/ 126150 h 191689"/>
                <a:gd name="connsiteX25" fmla="*/ 2143 w 192795"/>
                <a:gd name="connsiteY25" fmla="*/ 105618 h 191689"/>
                <a:gd name="connsiteX26" fmla="*/ 0 w 192795"/>
                <a:gd name="connsiteY26" fmla="*/ 85086 h 191689"/>
                <a:gd name="connsiteX27" fmla="*/ 10492 w 192795"/>
                <a:gd name="connsiteY27" fmla="*/ 80122 h 191689"/>
                <a:gd name="connsiteX28" fmla="*/ 20532 w 192795"/>
                <a:gd name="connsiteY28" fmla="*/ 75384 h 191689"/>
                <a:gd name="connsiteX29" fmla="*/ 22675 w 192795"/>
                <a:gd name="connsiteY29" fmla="*/ 73128 h 191689"/>
                <a:gd name="connsiteX30" fmla="*/ 25383 w 192795"/>
                <a:gd name="connsiteY30" fmla="*/ 65344 h 191689"/>
                <a:gd name="connsiteX31" fmla="*/ 22111 w 192795"/>
                <a:gd name="connsiteY31" fmla="*/ 57786 h 191689"/>
                <a:gd name="connsiteX32" fmla="*/ 15794 w 192795"/>
                <a:gd name="connsiteY32" fmla="*/ 44474 h 191689"/>
                <a:gd name="connsiteX33" fmla="*/ 16245 w 192795"/>
                <a:gd name="connsiteY33" fmla="*/ 42105 h 191689"/>
                <a:gd name="connsiteX34" fmla="*/ 43658 w 192795"/>
                <a:gd name="connsiteY34" fmla="*/ 15143 h 191689"/>
                <a:gd name="connsiteX35" fmla="*/ 46140 w 192795"/>
                <a:gd name="connsiteY35" fmla="*/ 14917 h 191689"/>
                <a:gd name="connsiteX36" fmla="*/ 65206 w 192795"/>
                <a:gd name="connsiteY36" fmla="*/ 24280 h 191689"/>
                <a:gd name="connsiteX37" fmla="*/ 68364 w 192795"/>
                <a:gd name="connsiteY37" fmla="*/ 24280 h 191689"/>
                <a:gd name="connsiteX38" fmla="*/ 76148 w 192795"/>
                <a:gd name="connsiteY38" fmla="*/ 21573 h 191689"/>
                <a:gd name="connsiteX39" fmla="*/ 79984 w 192795"/>
                <a:gd name="connsiteY39" fmla="*/ 14353 h 191689"/>
                <a:gd name="connsiteX40" fmla="*/ 86414 w 192795"/>
                <a:gd name="connsiteY40" fmla="*/ 1379 h 191689"/>
                <a:gd name="connsiteX41" fmla="*/ 88783 w 192795"/>
                <a:gd name="connsiteY41" fmla="*/ 26 h 191689"/>
                <a:gd name="connsiteX42" fmla="*/ 126463 w 192795"/>
                <a:gd name="connsiteY42" fmla="*/ 4764 h 191689"/>
                <a:gd name="connsiteX43" fmla="*/ 128606 w 192795"/>
                <a:gd name="connsiteY43" fmla="*/ 6682 h 191689"/>
                <a:gd name="connsiteX44" fmla="*/ 133119 w 192795"/>
                <a:gd name="connsiteY44" fmla="*/ 27439 h 191689"/>
                <a:gd name="connsiteX45" fmla="*/ 134585 w 192795"/>
                <a:gd name="connsiteY45" fmla="*/ 29695 h 191689"/>
                <a:gd name="connsiteX46" fmla="*/ 138985 w 192795"/>
                <a:gd name="connsiteY46" fmla="*/ 32628 h 191689"/>
                <a:gd name="connsiteX47" fmla="*/ 145641 w 192795"/>
                <a:gd name="connsiteY47" fmla="*/ 33644 h 191689"/>
                <a:gd name="connsiteX48" fmla="*/ 164029 w 192795"/>
                <a:gd name="connsiteY48" fmla="*/ 29583 h 191689"/>
                <a:gd name="connsiteX49" fmla="*/ 167075 w 192795"/>
                <a:gd name="connsiteY49" fmla="*/ 30936 h 191689"/>
                <a:gd name="connsiteX50" fmla="*/ 186366 w 192795"/>
                <a:gd name="connsiteY50" fmla="*/ 62298 h 191689"/>
                <a:gd name="connsiteX51" fmla="*/ 187720 w 192795"/>
                <a:gd name="connsiteY51" fmla="*/ 63990 h 191689"/>
                <a:gd name="connsiteX52" fmla="*/ 187720 w 192795"/>
                <a:gd name="connsiteY52" fmla="*/ 64329 h 191689"/>
                <a:gd name="connsiteX53" fmla="*/ 187269 w 192795"/>
                <a:gd name="connsiteY53" fmla="*/ 64667 h 191689"/>
                <a:gd name="connsiteX54" fmla="*/ 172716 w 192795"/>
                <a:gd name="connsiteY54" fmla="*/ 82491 h 191689"/>
                <a:gd name="connsiteX55" fmla="*/ 172152 w 192795"/>
                <a:gd name="connsiteY55" fmla="*/ 84522 h 191689"/>
                <a:gd name="connsiteX56" fmla="*/ 172941 w 192795"/>
                <a:gd name="connsiteY56" fmla="*/ 91855 h 191689"/>
                <a:gd name="connsiteX57" fmla="*/ 174408 w 192795"/>
                <a:gd name="connsiteY57" fmla="*/ 94337 h 191689"/>
                <a:gd name="connsiteX58" fmla="*/ 181628 w 192795"/>
                <a:gd name="connsiteY58" fmla="*/ 100203 h 191689"/>
                <a:gd name="connsiteX59" fmla="*/ 192458 w 192795"/>
                <a:gd name="connsiteY59" fmla="*/ 108777 h 191689"/>
                <a:gd name="connsiteX60" fmla="*/ 192458 w 192795"/>
                <a:gd name="connsiteY60" fmla="*/ 109228 h 19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92795" h="191689">
                  <a:moveTo>
                    <a:pt x="192458" y="109228"/>
                  </a:moveTo>
                  <a:cubicBezTo>
                    <a:pt x="192308" y="109604"/>
                    <a:pt x="193774" y="104960"/>
                    <a:pt x="191555" y="111033"/>
                  </a:cubicBezTo>
                  <a:cubicBezTo>
                    <a:pt x="187381" y="122540"/>
                    <a:pt x="183207" y="134047"/>
                    <a:pt x="179146" y="145666"/>
                  </a:cubicBezTo>
                  <a:cubicBezTo>
                    <a:pt x="178695" y="147133"/>
                    <a:pt x="178018" y="147584"/>
                    <a:pt x="176439" y="147584"/>
                  </a:cubicBezTo>
                  <a:lnTo>
                    <a:pt x="155230" y="147359"/>
                  </a:lnTo>
                  <a:cubicBezTo>
                    <a:pt x="154440" y="147359"/>
                    <a:pt x="153425" y="147810"/>
                    <a:pt x="152748" y="148261"/>
                  </a:cubicBezTo>
                  <a:cubicBezTo>
                    <a:pt x="151507" y="149276"/>
                    <a:pt x="150605" y="150630"/>
                    <a:pt x="149364" y="151533"/>
                  </a:cubicBezTo>
                  <a:cubicBezTo>
                    <a:pt x="146995" y="153225"/>
                    <a:pt x="146430" y="155368"/>
                    <a:pt x="146430" y="158189"/>
                  </a:cubicBezTo>
                  <a:cubicBezTo>
                    <a:pt x="146543" y="164393"/>
                    <a:pt x="146430" y="170598"/>
                    <a:pt x="146430" y="176915"/>
                  </a:cubicBezTo>
                  <a:cubicBezTo>
                    <a:pt x="146430" y="178044"/>
                    <a:pt x="146205" y="178833"/>
                    <a:pt x="144738" y="179284"/>
                  </a:cubicBezTo>
                  <a:lnTo>
                    <a:pt x="108638" y="191468"/>
                  </a:lnTo>
                  <a:cubicBezTo>
                    <a:pt x="107623" y="191919"/>
                    <a:pt x="106833" y="191694"/>
                    <a:pt x="106044" y="190679"/>
                  </a:cubicBezTo>
                  <a:cubicBezTo>
                    <a:pt x="101757" y="185038"/>
                    <a:pt x="97470" y="179510"/>
                    <a:pt x="92957" y="173982"/>
                  </a:cubicBezTo>
                  <a:cubicBezTo>
                    <a:pt x="92281" y="173305"/>
                    <a:pt x="91265" y="172741"/>
                    <a:pt x="90250" y="172516"/>
                  </a:cubicBezTo>
                  <a:cubicBezTo>
                    <a:pt x="87542" y="171952"/>
                    <a:pt x="84496" y="171049"/>
                    <a:pt x="82015" y="171726"/>
                  </a:cubicBezTo>
                  <a:cubicBezTo>
                    <a:pt x="79646" y="172403"/>
                    <a:pt x="77615" y="174772"/>
                    <a:pt x="75471" y="176464"/>
                  </a:cubicBezTo>
                  <a:lnTo>
                    <a:pt x="63626" y="185715"/>
                  </a:lnTo>
                  <a:cubicBezTo>
                    <a:pt x="62837" y="186392"/>
                    <a:pt x="62272" y="186392"/>
                    <a:pt x="61370" y="185828"/>
                  </a:cubicBezTo>
                  <a:lnTo>
                    <a:pt x="28993" y="165070"/>
                  </a:lnTo>
                  <a:cubicBezTo>
                    <a:pt x="27865" y="164393"/>
                    <a:pt x="27865" y="163604"/>
                    <a:pt x="28203" y="162588"/>
                  </a:cubicBezTo>
                  <a:cubicBezTo>
                    <a:pt x="29782" y="155707"/>
                    <a:pt x="31475" y="148938"/>
                    <a:pt x="33054" y="142056"/>
                  </a:cubicBezTo>
                  <a:cubicBezTo>
                    <a:pt x="33280" y="141154"/>
                    <a:pt x="33054" y="140026"/>
                    <a:pt x="32603" y="139010"/>
                  </a:cubicBezTo>
                  <a:cubicBezTo>
                    <a:pt x="31813" y="137544"/>
                    <a:pt x="30685" y="136190"/>
                    <a:pt x="30008" y="134724"/>
                  </a:cubicBezTo>
                  <a:cubicBezTo>
                    <a:pt x="28993" y="132355"/>
                    <a:pt x="27188" y="131452"/>
                    <a:pt x="24819" y="131114"/>
                  </a:cubicBezTo>
                  <a:lnTo>
                    <a:pt x="4287" y="126150"/>
                  </a:lnTo>
                  <a:cubicBezTo>
                    <a:pt x="3610" y="119268"/>
                    <a:pt x="2820" y="112387"/>
                    <a:pt x="2143" y="105618"/>
                  </a:cubicBezTo>
                  <a:cubicBezTo>
                    <a:pt x="1354" y="98736"/>
                    <a:pt x="790" y="92081"/>
                    <a:pt x="0" y="85086"/>
                  </a:cubicBezTo>
                  <a:cubicBezTo>
                    <a:pt x="3497" y="83507"/>
                    <a:pt x="6994" y="81815"/>
                    <a:pt x="10492" y="80122"/>
                  </a:cubicBezTo>
                  <a:cubicBezTo>
                    <a:pt x="13876" y="78543"/>
                    <a:pt x="17260" y="77076"/>
                    <a:pt x="20532" y="75384"/>
                  </a:cubicBezTo>
                  <a:cubicBezTo>
                    <a:pt x="21434" y="74933"/>
                    <a:pt x="22337" y="73918"/>
                    <a:pt x="22675" y="73128"/>
                  </a:cubicBezTo>
                  <a:cubicBezTo>
                    <a:pt x="23803" y="70646"/>
                    <a:pt x="25383" y="67939"/>
                    <a:pt x="25383" y="65344"/>
                  </a:cubicBezTo>
                  <a:cubicBezTo>
                    <a:pt x="25270" y="62749"/>
                    <a:pt x="23239" y="60267"/>
                    <a:pt x="22111" y="57786"/>
                  </a:cubicBezTo>
                  <a:cubicBezTo>
                    <a:pt x="19968" y="53386"/>
                    <a:pt x="17937" y="48873"/>
                    <a:pt x="15794" y="44474"/>
                  </a:cubicBezTo>
                  <a:cubicBezTo>
                    <a:pt x="15342" y="43458"/>
                    <a:pt x="15455" y="42782"/>
                    <a:pt x="16245" y="42105"/>
                  </a:cubicBezTo>
                  <a:cubicBezTo>
                    <a:pt x="25496" y="33192"/>
                    <a:pt x="34633" y="24168"/>
                    <a:pt x="43658" y="15143"/>
                  </a:cubicBezTo>
                  <a:cubicBezTo>
                    <a:pt x="44561" y="14240"/>
                    <a:pt x="45125" y="14466"/>
                    <a:pt x="46140" y="14917"/>
                  </a:cubicBezTo>
                  <a:lnTo>
                    <a:pt x="65206" y="24280"/>
                  </a:lnTo>
                  <a:cubicBezTo>
                    <a:pt x="66108" y="24732"/>
                    <a:pt x="67349" y="24732"/>
                    <a:pt x="68364" y="24280"/>
                  </a:cubicBezTo>
                  <a:cubicBezTo>
                    <a:pt x="71072" y="23603"/>
                    <a:pt x="74118" y="23152"/>
                    <a:pt x="76148" y="21573"/>
                  </a:cubicBezTo>
                  <a:cubicBezTo>
                    <a:pt x="78066" y="19881"/>
                    <a:pt x="78856" y="16722"/>
                    <a:pt x="79984" y="14353"/>
                  </a:cubicBezTo>
                  <a:cubicBezTo>
                    <a:pt x="82240" y="10066"/>
                    <a:pt x="84384" y="5666"/>
                    <a:pt x="86414" y="1379"/>
                  </a:cubicBezTo>
                  <a:cubicBezTo>
                    <a:pt x="86978" y="138"/>
                    <a:pt x="87542" y="-87"/>
                    <a:pt x="88783" y="26"/>
                  </a:cubicBezTo>
                  <a:lnTo>
                    <a:pt x="126463" y="4764"/>
                  </a:lnTo>
                  <a:cubicBezTo>
                    <a:pt x="127816" y="4989"/>
                    <a:pt x="128380" y="5441"/>
                    <a:pt x="128606" y="6682"/>
                  </a:cubicBezTo>
                  <a:cubicBezTo>
                    <a:pt x="130073" y="13563"/>
                    <a:pt x="131539" y="20558"/>
                    <a:pt x="133119" y="27439"/>
                  </a:cubicBezTo>
                  <a:cubicBezTo>
                    <a:pt x="133344" y="28229"/>
                    <a:pt x="133908" y="29131"/>
                    <a:pt x="134585" y="29695"/>
                  </a:cubicBezTo>
                  <a:cubicBezTo>
                    <a:pt x="135939" y="30823"/>
                    <a:pt x="137744" y="31500"/>
                    <a:pt x="138985" y="32628"/>
                  </a:cubicBezTo>
                  <a:cubicBezTo>
                    <a:pt x="141128" y="34433"/>
                    <a:pt x="143272" y="34208"/>
                    <a:pt x="145641" y="33644"/>
                  </a:cubicBezTo>
                  <a:lnTo>
                    <a:pt x="164029" y="29583"/>
                  </a:lnTo>
                  <a:cubicBezTo>
                    <a:pt x="165496" y="29244"/>
                    <a:pt x="166285" y="29583"/>
                    <a:pt x="167075" y="30936"/>
                  </a:cubicBezTo>
                  <a:cubicBezTo>
                    <a:pt x="173393" y="41428"/>
                    <a:pt x="179936" y="51919"/>
                    <a:pt x="186366" y="62298"/>
                  </a:cubicBezTo>
                  <a:cubicBezTo>
                    <a:pt x="186705" y="62862"/>
                    <a:pt x="187269" y="63426"/>
                    <a:pt x="187720" y="63990"/>
                  </a:cubicBezTo>
                  <a:lnTo>
                    <a:pt x="187720" y="64329"/>
                  </a:lnTo>
                  <a:cubicBezTo>
                    <a:pt x="187494" y="64442"/>
                    <a:pt x="187381" y="64554"/>
                    <a:pt x="187269" y="64667"/>
                  </a:cubicBezTo>
                  <a:cubicBezTo>
                    <a:pt x="182418" y="70533"/>
                    <a:pt x="177454" y="76512"/>
                    <a:pt x="172716" y="82491"/>
                  </a:cubicBezTo>
                  <a:cubicBezTo>
                    <a:pt x="172265" y="82943"/>
                    <a:pt x="172152" y="83958"/>
                    <a:pt x="172152" y="84522"/>
                  </a:cubicBezTo>
                  <a:cubicBezTo>
                    <a:pt x="172377" y="87004"/>
                    <a:pt x="172490" y="89373"/>
                    <a:pt x="172941" y="91855"/>
                  </a:cubicBezTo>
                  <a:cubicBezTo>
                    <a:pt x="173167" y="92757"/>
                    <a:pt x="173731" y="93773"/>
                    <a:pt x="174408" y="94337"/>
                  </a:cubicBezTo>
                  <a:cubicBezTo>
                    <a:pt x="176664" y="96367"/>
                    <a:pt x="179146" y="98285"/>
                    <a:pt x="181628" y="100203"/>
                  </a:cubicBezTo>
                  <a:cubicBezTo>
                    <a:pt x="185238" y="103023"/>
                    <a:pt x="188848" y="105956"/>
                    <a:pt x="192458" y="108777"/>
                  </a:cubicBezTo>
                  <a:lnTo>
                    <a:pt x="192458" y="109228"/>
                  </a:lnTo>
                  <a:close/>
                </a:path>
              </a:pathLst>
            </a:custGeom>
            <a:noFill/>
            <a:ln w="12700" cap="rnd">
              <a:solidFill>
                <a:schemeClr val="tx1"/>
              </a:solidFill>
              <a:prstDash val="solid"/>
              <a:miter/>
            </a:ln>
          </p:spPr>
          <p:txBody>
            <a:bodyPr rtlCol="0" anchor="ctr"/>
            <a:lstStyle/>
            <a:p>
              <a:endParaRPr lang="en-US"/>
            </a:p>
          </p:txBody>
        </p:sp>
      </p:grpSp>
      <p:grpSp>
        <p:nvGrpSpPr>
          <p:cNvPr id="109" name="Group 108">
            <a:extLst>
              <a:ext uri="{FF2B5EF4-FFF2-40B4-BE49-F238E27FC236}">
                <a16:creationId xmlns:a16="http://schemas.microsoft.com/office/drawing/2014/main" id="{DBE0FEE8-0296-97DA-0F77-44764AFB322E}"/>
              </a:ext>
            </a:extLst>
          </p:cNvPr>
          <p:cNvGrpSpPr/>
          <p:nvPr/>
        </p:nvGrpSpPr>
        <p:grpSpPr>
          <a:xfrm>
            <a:off x="4392475" y="3278697"/>
            <a:ext cx="359135" cy="359243"/>
            <a:chOff x="4393345" y="3143055"/>
            <a:chExt cx="359135" cy="359243"/>
          </a:xfrm>
        </p:grpSpPr>
        <p:sp>
          <p:nvSpPr>
            <p:cNvPr id="92" name="Freeform: Shape 91">
              <a:extLst>
                <a:ext uri="{FF2B5EF4-FFF2-40B4-BE49-F238E27FC236}">
                  <a16:creationId xmlns:a16="http://schemas.microsoft.com/office/drawing/2014/main" id="{37416FA6-45E0-E3E7-BD5E-995ED8ED6BB4}"/>
                </a:ext>
              </a:extLst>
            </p:cNvPr>
            <p:cNvSpPr/>
            <p:nvPr/>
          </p:nvSpPr>
          <p:spPr>
            <a:xfrm>
              <a:off x="4393345" y="3143055"/>
              <a:ext cx="359135" cy="359243"/>
            </a:xfrm>
            <a:custGeom>
              <a:avLst/>
              <a:gdLst>
                <a:gd name="connsiteX0" fmla="*/ 359136 w 359135"/>
                <a:gd name="connsiteY0" fmla="*/ 179675 h 359243"/>
                <a:gd name="connsiteX1" fmla="*/ 179568 w 359135"/>
                <a:gd name="connsiteY1" fmla="*/ 359243 h 359243"/>
                <a:gd name="connsiteX2" fmla="*/ 0 w 359135"/>
                <a:gd name="connsiteY2" fmla="*/ 179675 h 359243"/>
                <a:gd name="connsiteX3" fmla="*/ 179568 w 359135"/>
                <a:gd name="connsiteY3" fmla="*/ 0 h 359243"/>
                <a:gd name="connsiteX4" fmla="*/ 359136 w 359135"/>
                <a:gd name="connsiteY4" fmla="*/ 179675 h 35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135" h="359243">
                  <a:moveTo>
                    <a:pt x="359136" y="179675"/>
                  </a:moveTo>
                  <a:cubicBezTo>
                    <a:pt x="359136" y="278885"/>
                    <a:pt x="278777" y="359243"/>
                    <a:pt x="179568" y="359243"/>
                  </a:cubicBezTo>
                  <a:cubicBezTo>
                    <a:pt x="80359" y="359243"/>
                    <a:pt x="0" y="278885"/>
                    <a:pt x="0" y="179675"/>
                  </a:cubicBezTo>
                  <a:cubicBezTo>
                    <a:pt x="0" y="80466"/>
                    <a:pt x="80359" y="0"/>
                    <a:pt x="179568" y="0"/>
                  </a:cubicBezTo>
                  <a:cubicBezTo>
                    <a:pt x="278777" y="0"/>
                    <a:pt x="359136" y="80466"/>
                    <a:pt x="359136" y="179675"/>
                  </a:cubicBezTo>
                  <a:close/>
                </a:path>
              </a:pathLst>
            </a:custGeom>
            <a:noFill/>
            <a:ln w="12700" cap="rnd">
              <a:solidFill>
                <a:schemeClr val="bg1"/>
              </a:solid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9394F791-7FBD-2996-3782-6490ACD21E57}"/>
                </a:ext>
              </a:extLst>
            </p:cNvPr>
            <p:cNvSpPr/>
            <p:nvPr/>
          </p:nvSpPr>
          <p:spPr>
            <a:xfrm>
              <a:off x="4555785" y="3166968"/>
              <a:ext cx="34254" cy="34146"/>
            </a:xfrm>
            <a:custGeom>
              <a:avLst/>
              <a:gdLst>
                <a:gd name="connsiteX0" fmla="*/ 34255 w 34254"/>
                <a:gd name="connsiteY0" fmla="*/ 17127 h 34146"/>
                <a:gd name="connsiteX1" fmla="*/ 17127 w 34254"/>
                <a:gd name="connsiteY1" fmla="*/ 34147 h 34146"/>
                <a:gd name="connsiteX2" fmla="*/ 0 w 34254"/>
                <a:gd name="connsiteY2" fmla="*/ 17127 h 34146"/>
                <a:gd name="connsiteX3" fmla="*/ 17127 w 34254"/>
                <a:gd name="connsiteY3" fmla="*/ 0 h 34146"/>
                <a:gd name="connsiteX4" fmla="*/ 34255 w 34254"/>
                <a:gd name="connsiteY4" fmla="*/ 17127 h 34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54" h="34146">
                  <a:moveTo>
                    <a:pt x="34255" y="17127"/>
                  </a:moveTo>
                  <a:cubicBezTo>
                    <a:pt x="34255" y="26607"/>
                    <a:pt x="26607" y="34147"/>
                    <a:pt x="17127" y="34147"/>
                  </a:cubicBezTo>
                  <a:cubicBezTo>
                    <a:pt x="7648" y="34147"/>
                    <a:pt x="0" y="26607"/>
                    <a:pt x="0" y="17127"/>
                  </a:cubicBezTo>
                  <a:cubicBezTo>
                    <a:pt x="0" y="7648"/>
                    <a:pt x="7648" y="0"/>
                    <a:pt x="17127" y="0"/>
                  </a:cubicBezTo>
                  <a:cubicBezTo>
                    <a:pt x="26607" y="0"/>
                    <a:pt x="34255" y="7648"/>
                    <a:pt x="34255" y="17127"/>
                  </a:cubicBezTo>
                  <a:close/>
                </a:path>
              </a:pathLst>
            </a:custGeom>
            <a:noFill/>
            <a:ln w="12700" cap="rnd">
              <a:solidFill>
                <a:schemeClr val="bg1"/>
              </a:solid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6CD3677E-C43F-7ACC-5E93-B5AACB1EE039}"/>
                </a:ext>
              </a:extLst>
            </p:cNvPr>
            <p:cNvSpPr/>
            <p:nvPr/>
          </p:nvSpPr>
          <p:spPr>
            <a:xfrm>
              <a:off x="4555785" y="3443483"/>
              <a:ext cx="34254" cy="34362"/>
            </a:xfrm>
            <a:custGeom>
              <a:avLst/>
              <a:gdLst>
                <a:gd name="connsiteX0" fmla="*/ 34255 w 34254"/>
                <a:gd name="connsiteY0" fmla="*/ 17127 h 34362"/>
                <a:gd name="connsiteX1" fmla="*/ 17127 w 34254"/>
                <a:gd name="connsiteY1" fmla="*/ 34362 h 34362"/>
                <a:gd name="connsiteX2" fmla="*/ 0 w 34254"/>
                <a:gd name="connsiteY2" fmla="*/ 17127 h 34362"/>
                <a:gd name="connsiteX3" fmla="*/ 17127 w 34254"/>
                <a:gd name="connsiteY3" fmla="*/ 0 h 34362"/>
                <a:gd name="connsiteX4" fmla="*/ 34255 w 34254"/>
                <a:gd name="connsiteY4" fmla="*/ 17127 h 34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54" h="34362">
                  <a:moveTo>
                    <a:pt x="34255" y="17127"/>
                  </a:moveTo>
                  <a:cubicBezTo>
                    <a:pt x="34255" y="26607"/>
                    <a:pt x="26607" y="34362"/>
                    <a:pt x="17127" y="34362"/>
                  </a:cubicBezTo>
                  <a:cubicBezTo>
                    <a:pt x="7648" y="34362"/>
                    <a:pt x="0" y="26714"/>
                    <a:pt x="0" y="17127"/>
                  </a:cubicBezTo>
                  <a:cubicBezTo>
                    <a:pt x="0" y="7540"/>
                    <a:pt x="7648" y="0"/>
                    <a:pt x="17127" y="0"/>
                  </a:cubicBezTo>
                  <a:cubicBezTo>
                    <a:pt x="26607" y="0"/>
                    <a:pt x="34255" y="7648"/>
                    <a:pt x="34255" y="17127"/>
                  </a:cubicBezTo>
                  <a:close/>
                </a:path>
              </a:pathLst>
            </a:custGeom>
            <a:noFill/>
            <a:ln w="12700" cap="rnd">
              <a:solidFill>
                <a:schemeClr val="bg1"/>
              </a:solid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3BFDFEE-C582-91FF-5C0E-CF9232388B6C}"/>
                </a:ext>
              </a:extLst>
            </p:cNvPr>
            <p:cNvSpPr/>
            <p:nvPr/>
          </p:nvSpPr>
          <p:spPr>
            <a:xfrm>
              <a:off x="4694097" y="3305172"/>
              <a:ext cx="34254" cy="34254"/>
            </a:xfrm>
            <a:custGeom>
              <a:avLst/>
              <a:gdLst>
                <a:gd name="connsiteX0" fmla="*/ 17127 w 34254"/>
                <a:gd name="connsiteY0" fmla="*/ 34255 h 34254"/>
                <a:gd name="connsiteX1" fmla="*/ 0 w 34254"/>
                <a:gd name="connsiteY1" fmla="*/ 17127 h 34254"/>
                <a:gd name="connsiteX2" fmla="*/ 17127 w 34254"/>
                <a:gd name="connsiteY2" fmla="*/ 0 h 34254"/>
                <a:gd name="connsiteX3" fmla="*/ 34255 w 34254"/>
                <a:gd name="connsiteY3" fmla="*/ 17127 h 34254"/>
                <a:gd name="connsiteX4" fmla="*/ 17127 w 34254"/>
                <a:gd name="connsiteY4" fmla="*/ 34255 h 34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54" h="34254">
                  <a:moveTo>
                    <a:pt x="17127" y="34255"/>
                  </a:moveTo>
                  <a:cubicBezTo>
                    <a:pt x="7648" y="34255"/>
                    <a:pt x="0" y="26714"/>
                    <a:pt x="0" y="17127"/>
                  </a:cubicBezTo>
                  <a:cubicBezTo>
                    <a:pt x="0" y="7540"/>
                    <a:pt x="7648" y="0"/>
                    <a:pt x="17127" y="0"/>
                  </a:cubicBezTo>
                  <a:cubicBezTo>
                    <a:pt x="26607" y="0"/>
                    <a:pt x="34255" y="7648"/>
                    <a:pt x="34255" y="17127"/>
                  </a:cubicBezTo>
                  <a:cubicBezTo>
                    <a:pt x="34255" y="26607"/>
                    <a:pt x="26607" y="34255"/>
                    <a:pt x="17127" y="34255"/>
                  </a:cubicBezTo>
                  <a:close/>
                </a:path>
              </a:pathLst>
            </a:custGeom>
            <a:noFill/>
            <a:ln w="12700" cap="rnd">
              <a:solidFill>
                <a:schemeClr val="bg1"/>
              </a:solid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EC5A8008-75B4-582C-0E37-24F7E1291133}"/>
                </a:ext>
              </a:extLst>
            </p:cNvPr>
            <p:cNvSpPr/>
            <p:nvPr/>
          </p:nvSpPr>
          <p:spPr>
            <a:xfrm>
              <a:off x="4417582" y="3305280"/>
              <a:ext cx="34146" cy="34254"/>
            </a:xfrm>
            <a:custGeom>
              <a:avLst/>
              <a:gdLst>
                <a:gd name="connsiteX0" fmla="*/ 17127 w 34146"/>
                <a:gd name="connsiteY0" fmla="*/ 34255 h 34254"/>
                <a:gd name="connsiteX1" fmla="*/ 0 w 34146"/>
                <a:gd name="connsiteY1" fmla="*/ 17127 h 34254"/>
                <a:gd name="connsiteX2" fmla="*/ 17127 w 34146"/>
                <a:gd name="connsiteY2" fmla="*/ 0 h 34254"/>
                <a:gd name="connsiteX3" fmla="*/ 34147 w 34146"/>
                <a:gd name="connsiteY3" fmla="*/ 17127 h 34254"/>
                <a:gd name="connsiteX4" fmla="*/ 17127 w 34146"/>
                <a:gd name="connsiteY4" fmla="*/ 34255 h 34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46" h="34254">
                  <a:moveTo>
                    <a:pt x="17127" y="34255"/>
                  </a:moveTo>
                  <a:cubicBezTo>
                    <a:pt x="7648" y="34255"/>
                    <a:pt x="0" y="26714"/>
                    <a:pt x="0" y="17127"/>
                  </a:cubicBezTo>
                  <a:cubicBezTo>
                    <a:pt x="0" y="7540"/>
                    <a:pt x="7648" y="0"/>
                    <a:pt x="17127" y="0"/>
                  </a:cubicBezTo>
                  <a:cubicBezTo>
                    <a:pt x="26607" y="0"/>
                    <a:pt x="34147" y="7648"/>
                    <a:pt x="34147" y="17127"/>
                  </a:cubicBezTo>
                  <a:cubicBezTo>
                    <a:pt x="34147" y="26607"/>
                    <a:pt x="26499" y="34255"/>
                    <a:pt x="17127" y="34255"/>
                  </a:cubicBezTo>
                  <a:close/>
                </a:path>
              </a:pathLst>
            </a:custGeom>
            <a:noFill/>
            <a:ln w="12700" cap="rnd">
              <a:solidFill>
                <a:schemeClr val="bg1"/>
              </a:solid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E388EE6-151E-5E88-81C7-981D497726E4}"/>
                </a:ext>
              </a:extLst>
            </p:cNvPr>
            <p:cNvSpPr/>
            <p:nvPr/>
          </p:nvSpPr>
          <p:spPr>
            <a:xfrm>
              <a:off x="4554170" y="3303664"/>
              <a:ext cx="37486" cy="37486"/>
            </a:xfrm>
            <a:custGeom>
              <a:avLst/>
              <a:gdLst>
                <a:gd name="connsiteX0" fmla="*/ 37486 w 37486"/>
                <a:gd name="connsiteY0" fmla="*/ 18743 h 37486"/>
                <a:gd name="connsiteX1" fmla="*/ 18743 w 37486"/>
                <a:gd name="connsiteY1" fmla="*/ 37486 h 37486"/>
                <a:gd name="connsiteX2" fmla="*/ 0 w 37486"/>
                <a:gd name="connsiteY2" fmla="*/ 18743 h 37486"/>
                <a:gd name="connsiteX3" fmla="*/ 18743 w 37486"/>
                <a:gd name="connsiteY3" fmla="*/ 0 h 37486"/>
                <a:gd name="connsiteX4" fmla="*/ 37486 w 37486"/>
                <a:gd name="connsiteY4" fmla="*/ 18743 h 37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86" h="37486">
                  <a:moveTo>
                    <a:pt x="37486" y="18743"/>
                  </a:moveTo>
                  <a:cubicBezTo>
                    <a:pt x="37486" y="29084"/>
                    <a:pt x="29084" y="37486"/>
                    <a:pt x="18743" y="37486"/>
                  </a:cubicBezTo>
                  <a:cubicBezTo>
                    <a:pt x="8402" y="37486"/>
                    <a:pt x="0" y="29084"/>
                    <a:pt x="0" y="18743"/>
                  </a:cubicBezTo>
                  <a:cubicBezTo>
                    <a:pt x="0" y="8402"/>
                    <a:pt x="8294" y="108"/>
                    <a:pt x="18743" y="0"/>
                  </a:cubicBezTo>
                  <a:cubicBezTo>
                    <a:pt x="28976" y="0"/>
                    <a:pt x="37486" y="8294"/>
                    <a:pt x="37486" y="18743"/>
                  </a:cubicBezTo>
                  <a:close/>
                </a:path>
              </a:pathLst>
            </a:custGeom>
            <a:noFill/>
            <a:ln w="12700" cap="rnd">
              <a:solidFill>
                <a:schemeClr val="bg1"/>
              </a:solid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346525DD-0047-C6DA-D0F4-C5523C543A02}"/>
                </a:ext>
              </a:extLst>
            </p:cNvPr>
            <p:cNvSpPr/>
            <p:nvPr/>
          </p:nvSpPr>
          <p:spPr>
            <a:xfrm>
              <a:off x="4505588" y="3257453"/>
              <a:ext cx="53644" cy="52136"/>
            </a:xfrm>
            <a:custGeom>
              <a:avLst/>
              <a:gdLst>
                <a:gd name="connsiteX0" fmla="*/ 53644 w 53644"/>
                <a:gd name="connsiteY0" fmla="*/ 52136 h 52136"/>
                <a:gd name="connsiteX1" fmla="*/ 0 w 53644"/>
                <a:gd name="connsiteY1" fmla="*/ 0 h 52136"/>
              </a:gdLst>
              <a:ahLst/>
              <a:cxnLst>
                <a:cxn ang="0">
                  <a:pos x="connsiteX0" y="connsiteY0"/>
                </a:cxn>
                <a:cxn ang="0">
                  <a:pos x="connsiteX1" y="connsiteY1"/>
                </a:cxn>
              </a:cxnLst>
              <a:rect l="l" t="t" r="r" b="b"/>
              <a:pathLst>
                <a:path w="53644" h="52136">
                  <a:moveTo>
                    <a:pt x="53644" y="52136"/>
                  </a:moveTo>
                  <a:lnTo>
                    <a:pt x="0" y="0"/>
                  </a:lnTo>
                </a:path>
              </a:pathLst>
            </a:custGeom>
            <a:ln w="12700" cap="rnd">
              <a:solidFill>
                <a:schemeClr val="bg1"/>
              </a:solid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661C8EAD-ED71-E412-4863-784454BBEF00}"/>
                </a:ext>
              </a:extLst>
            </p:cNvPr>
            <p:cNvSpPr/>
            <p:nvPr/>
          </p:nvSpPr>
          <p:spPr>
            <a:xfrm>
              <a:off x="4586593" y="3238817"/>
              <a:ext cx="71202" cy="70771"/>
            </a:xfrm>
            <a:custGeom>
              <a:avLst/>
              <a:gdLst>
                <a:gd name="connsiteX0" fmla="*/ 0 w 71202"/>
                <a:gd name="connsiteY0" fmla="*/ 70771 h 70771"/>
                <a:gd name="connsiteX1" fmla="*/ 71202 w 71202"/>
                <a:gd name="connsiteY1" fmla="*/ 0 h 70771"/>
              </a:gdLst>
              <a:ahLst/>
              <a:cxnLst>
                <a:cxn ang="0">
                  <a:pos x="connsiteX0" y="connsiteY0"/>
                </a:cxn>
                <a:cxn ang="0">
                  <a:pos x="connsiteX1" y="connsiteY1"/>
                </a:cxn>
              </a:cxnLst>
              <a:rect l="l" t="t" r="r" b="b"/>
              <a:pathLst>
                <a:path w="71202" h="70771">
                  <a:moveTo>
                    <a:pt x="0" y="70771"/>
                  </a:moveTo>
                  <a:lnTo>
                    <a:pt x="71202" y="0"/>
                  </a:lnTo>
                </a:path>
              </a:pathLst>
            </a:custGeom>
            <a:ln w="12700" cap="rnd">
              <a:solidFill>
                <a:schemeClr val="bg1"/>
              </a:solidFill>
              <a:prstDash val="solid"/>
              <a:miter/>
            </a:ln>
          </p:spPr>
          <p:txBody>
            <a:bodyPr rtlCol="0" anchor="ctr"/>
            <a:lstStyle/>
            <a:p>
              <a:endParaRPr lang="en-US"/>
            </a:p>
          </p:txBody>
        </p:sp>
      </p:grpSp>
      <p:sp>
        <p:nvSpPr>
          <p:cNvPr id="111" name="TextBox 110">
            <a:extLst>
              <a:ext uri="{FF2B5EF4-FFF2-40B4-BE49-F238E27FC236}">
                <a16:creationId xmlns:a16="http://schemas.microsoft.com/office/drawing/2014/main" id="{4888A37F-FB60-770D-F425-2A31520EDAEA}"/>
              </a:ext>
            </a:extLst>
          </p:cNvPr>
          <p:cNvSpPr txBox="1"/>
          <p:nvPr/>
        </p:nvSpPr>
        <p:spPr>
          <a:xfrm>
            <a:off x="1873359" y="830676"/>
            <a:ext cx="2128117" cy="415498"/>
          </a:xfrm>
          <a:prstGeom prst="rect">
            <a:avLst/>
          </a:prstGeom>
          <a:noFill/>
        </p:spPr>
        <p:txBody>
          <a:bodyPr wrap="square">
            <a:spAutoFit/>
          </a:bodyPr>
          <a:lstStyle/>
          <a:p>
            <a:pPr algn="r"/>
            <a:r>
              <a:rPr lang="en-US" sz="1200" b="1" dirty="0">
                <a:latin typeface="+mj-lt"/>
              </a:rPr>
              <a:t>Specific Focus</a:t>
            </a:r>
          </a:p>
          <a:p>
            <a:pPr algn="r"/>
            <a:r>
              <a:rPr lang="en-US" sz="900" dirty="0"/>
              <a:t>Purpose built for each specific domains. </a:t>
            </a:r>
          </a:p>
        </p:txBody>
      </p:sp>
      <p:sp>
        <p:nvSpPr>
          <p:cNvPr id="112" name="TextBox 111">
            <a:extLst>
              <a:ext uri="{FF2B5EF4-FFF2-40B4-BE49-F238E27FC236}">
                <a16:creationId xmlns:a16="http://schemas.microsoft.com/office/drawing/2014/main" id="{9EC555D2-BCCC-A9FE-ABA6-E496A5E32B49}"/>
              </a:ext>
            </a:extLst>
          </p:cNvPr>
          <p:cNvSpPr txBox="1"/>
          <p:nvPr/>
        </p:nvSpPr>
        <p:spPr>
          <a:xfrm>
            <a:off x="6641061" y="2109487"/>
            <a:ext cx="2128117" cy="415498"/>
          </a:xfrm>
          <a:prstGeom prst="rect">
            <a:avLst/>
          </a:prstGeom>
          <a:noFill/>
        </p:spPr>
        <p:txBody>
          <a:bodyPr wrap="square">
            <a:spAutoFit/>
          </a:bodyPr>
          <a:lstStyle/>
          <a:p>
            <a:r>
              <a:rPr lang="en-US" sz="1200" b="1" dirty="0">
                <a:latin typeface="+mj-lt"/>
              </a:rPr>
              <a:t>Enterprise Grade UI</a:t>
            </a:r>
          </a:p>
          <a:p>
            <a:r>
              <a:rPr lang="en-US" sz="900" dirty="0"/>
              <a:t>Simple and elegant UI</a:t>
            </a:r>
          </a:p>
        </p:txBody>
      </p:sp>
      <p:sp>
        <p:nvSpPr>
          <p:cNvPr id="113" name="TextBox 112">
            <a:extLst>
              <a:ext uri="{FF2B5EF4-FFF2-40B4-BE49-F238E27FC236}">
                <a16:creationId xmlns:a16="http://schemas.microsoft.com/office/drawing/2014/main" id="{9BB323EC-E0DD-2761-5D54-674E786CCBB8}"/>
              </a:ext>
            </a:extLst>
          </p:cNvPr>
          <p:cNvSpPr txBox="1"/>
          <p:nvPr/>
        </p:nvSpPr>
        <p:spPr>
          <a:xfrm>
            <a:off x="5058576" y="3513141"/>
            <a:ext cx="2128117" cy="553998"/>
          </a:xfrm>
          <a:prstGeom prst="rect">
            <a:avLst/>
          </a:prstGeom>
          <a:noFill/>
        </p:spPr>
        <p:txBody>
          <a:bodyPr wrap="square">
            <a:spAutoFit/>
          </a:bodyPr>
          <a:lstStyle/>
          <a:p>
            <a:r>
              <a:rPr lang="en-US" sz="1200" b="1" dirty="0"/>
              <a:t>Intuitive scoring </a:t>
            </a:r>
          </a:p>
          <a:p>
            <a:r>
              <a:rPr lang="en-US" sz="900" dirty="0"/>
              <a:t>Intuitive scoring to let the user know his progress</a:t>
            </a:r>
          </a:p>
        </p:txBody>
      </p:sp>
      <p:sp>
        <p:nvSpPr>
          <p:cNvPr id="114" name="TextBox 113">
            <a:extLst>
              <a:ext uri="{FF2B5EF4-FFF2-40B4-BE49-F238E27FC236}">
                <a16:creationId xmlns:a16="http://schemas.microsoft.com/office/drawing/2014/main" id="{FDB6A83B-E5F4-6020-444C-AC396FD804B6}"/>
              </a:ext>
            </a:extLst>
          </p:cNvPr>
          <p:cNvSpPr txBox="1"/>
          <p:nvPr/>
        </p:nvSpPr>
        <p:spPr>
          <a:xfrm>
            <a:off x="503447" y="2635857"/>
            <a:ext cx="2128117" cy="553998"/>
          </a:xfrm>
          <a:prstGeom prst="rect">
            <a:avLst/>
          </a:prstGeom>
          <a:noFill/>
        </p:spPr>
        <p:txBody>
          <a:bodyPr wrap="square">
            <a:spAutoFit/>
          </a:bodyPr>
          <a:lstStyle/>
          <a:p>
            <a:pPr algn="r"/>
            <a:r>
              <a:rPr lang="en-US" sz="1200" b="1" dirty="0">
                <a:latin typeface="+mj-lt"/>
              </a:rPr>
              <a:t>Model Agnostic</a:t>
            </a:r>
          </a:p>
          <a:p>
            <a:pPr algn="r"/>
            <a:r>
              <a:rPr lang="en-US" sz="900" dirty="0"/>
              <a:t>Swap LLM providers (OpenAI ↔ Claude ↔ Llama) without code changes</a:t>
            </a:r>
          </a:p>
        </p:txBody>
      </p:sp>
      <p:sp>
        <p:nvSpPr>
          <p:cNvPr id="5" name="Freeform: Shape 4">
            <a:extLst>
              <a:ext uri="{FF2B5EF4-FFF2-40B4-BE49-F238E27FC236}">
                <a16:creationId xmlns:a16="http://schemas.microsoft.com/office/drawing/2014/main" id="{B602A3BF-7596-BE87-2E1F-E075A112B861}"/>
              </a:ext>
            </a:extLst>
          </p:cNvPr>
          <p:cNvSpPr/>
          <p:nvPr/>
        </p:nvSpPr>
        <p:spPr>
          <a:xfrm>
            <a:off x="5684955" y="2187922"/>
            <a:ext cx="768096" cy="771401"/>
          </a:xfrm>
          <a:custGeom>
            <a:avLst/>
            <a:gdLst>
              <a:gd name="connsiteX0" fmla="*/ 856042 w 856232"/>
              <a:gd name="connsiteY0" fmla="*/ 261503 h 508438"/>
              <a:gd name="connsiteX1" fmla="*/ 856042 w 856232"/>
              <a:gd name="connsiteY1" fmla="*/ 257883 h 508438"/>
              <a:gd name="connsiteX2" fmla="*/ 855947 w 856232"/>
              <a:gd name="connsiteY2" fmla="*/ 256740 h 508438"/>
              <a:gd name="connsiteX3" fmla="*/ 853470 w 856232"/>
              <a:gd name="connsiteY3" fmla="*/ 231404 h 508438"/>
              <a:gd name="connsiteX4" fmla="*/ 853851 w 856232"/>
              <a:gd name="connsiteY4" fmla="*/ 233785 h 508438"/>
              <a:gd name="connsiteX5" fmla="*/ 725740 w 856232"/>
              <a:gd name="connsiteY5" fmla="*/ 72622 h 508438"/>
              <a:gd name="connsiteX6" fmla="*/ 577055 w 856232"/>
              <a:gd name="connsiteY6" fmla="*/ 16044 h 508438"/>
              <a:gd name="connsiteX7" fmla="*/ 521524 w 856232"/>
              <a:gd name="connsiteY7" fmla="*/ 6138 h 508438"/>
              <a:gd name="connsiteX8" fmla="*/ 481424 w 856232"/>
              <a:gd name="connsiteY8" fmla="*/ 1851 h 508438"/>
              <a:gd name="connsiteX9" fmla="*/ 463707 w 856232"/>
              <a:gd name="connsiteY9" fmla="*/ 804 h 508438"/>
              <a:gd name="connsiteX10" fmla="*/ 448467 w 856232"/>
              <a:gd name="connsiteY10" fmla="*/ 232 h 508438"/>
              <a:gd name="connsiteX11" fmla="*/ 198626 w 856232"/>
              <a:gd name="connsiteY11" fmla="*/ 38999 h 508438"/>
              <a:gd name="connsiteX12" fmla="*/ 27367 w 856232"/>
              <a:gd name="connsiteY12" fmla="*/ 164443 h 508438"/>
              <a:gd name="connsiteX13" fmla="*/ 30510 w 856232"/>
              <a:gd name="connsiteY13" fmla="*/ 353229 h 508438"/>
              <a:gd name="connsiteX14" fmla="*/ 165670 w 856232"/>
              <a:gd name="connsiteY14" fmla="*/ 456384 h 508438"/>
              <a:gd name="connsiteX15" fmla="*/ 410462 w 856232"/>
              <a:gd name="connsiteY15" fmla="*/ 508391 h 508438"/>
              <a:gd name="connsiteX16" fmla="*/ 454373 w 856232"/>
              <a:gd name="connsiteY16" fmla="*/ 508200 h 508438"/>
              <a:gd name="connsiteX17" fmla="*/ 638205 w 856232"/>
              <a:gd name="connsiteY17" fmla="*/ 477054 h 508438"/>
              <a:gd name="connsiteX18" fmla="*/ 645444 w 856232"/>
              <a:gd name="connsiteY18" fmla="*/ 474577 h 508438"/>
              <a:gd name="connsiteX19" fmla="*/ 664399 w 856232"/>
              <a:gd name="connsiteY19" fmla="*/ 467814 h 508438"/>
              <a:gd name="connsiteX20" fmla="*/ 698689 w 856232"/>
              <a:gd name="connsiteY20" fmla="*/ 454003 h 508438"/>
              <a:gd name="connsiteX21" fmla="*/ 759458 w 856232"/>
              <a:gd name="connsiteY21" fmla="*/ 419523 h 508438"/>
              <a:gd name="connsiteX22" fmla="*/ 825181 w 856232"/>
              <a:gd name="connsiteY22" fmla="*/ 354086 h 508438"/>
              <a:gd name="connsiteX23" fmla="*/ 853375 w 856232"/>
              <a:gd name="connsiteY23" fmla="*/ 289887 h 508438"/>
              <a:gd name="connsiteX24" fmla="*/ 856232 w 856232"/>
              <a:gd name="connsiteY24" fmla="*/ 265218 h 508438"/>
              <a:gd name="connsiteX25" fmla="*/ 856232 w 856232"/>
              <a:gd name="connsiteY25" fmla="*/ 261503 h 508438"/>
              <a:gd name="connsiteX26" fmla="*/ 856232 w 856232"/>
              <a:gd name="connsiteY26" fmla="*/ 261503 h 50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56232" h="508438">
                <a:moveTo>
                  <a:pt x="856042" y="261503"/>
                </a:moveTo>
                <a:cubicBezTo>
                  <a:pt x="856042" y="260265"/>
                  <a:pt x="856042" y="259122"/>
                  <a:pt x="856042" y="257883"/>
                </a:cubicBezTo>
                <a:cubicBezTo>
                  <a:pt x="856042" y="263408"/>
                  <a:pt x="856042" y="257502"/>
                  <a:pt x="855947" y="256740"/>
                </a:cubicBezTo>
                <a:cubicBezTo>
                  <a:pt x="855661" y="250835"/>
                  <a:pt x="854708" y="239500"/>
                  <a:pt x="853470" y="231404"/>
                </a:cubicBezTo>
                <a:cubicBezTo>
                  <a:pt x="853565" y="232166"/>
                  <a:pt x="853661" y="233023"/>
                  <a:pt x="853851" y="233785"/>
                </a:cubicBezTo>
                <a:cubicBezTo>
                  <a:pt x="841564" y="161586"/>
                  <a:pt x="786128" y="108722"/>
                  <a:pt x="725740" y="72622"/>
                </a:cubicBezTo>
                <a:cubicBezTo>
                  <a:pt x="679925" y="45190"/>
                  <a:pt x="628966" y="27664"/>
                  <a:pt x="577055" y="16044"/>
                </a:cubicBezTo>
                <a:cubicBezTo>
                  <a:pt x="558767" y="11948"/>
                  <a:pt x="540098" y="8328"/>
                  <a:pt x="521524" y="6138"/>
                </a:cubicBezTo>
                <a:cubicBezTo>
                  <a:pt x="508189" y="4518"/>
                  <a:pt x="494854" y="2804"/>
                  <a:pt x="481424" y="1851"/>
                </a:cubicBezTo>
                <a:cubicBezTo>
                  <a:pt x="475518" y="1470"/>
                  <a:pt x="469613" y="1089"/>
                  <a:pt x="463707" y="804"/>
                </a:cubicBezTo>
                <a:cubicBezTo>
                  <a:pt x="461231" y="708"/>
                  <a:pt x="443228" y="42"/>
                  <a:pt x="448467" y="232"/>
                </a:cubicBezTo>
                <a:cubicBezTo>
                  <a:pt x="363504" y="-1768"/>
                  <a:pt x="278446" y="8995"/>
                  <a:pt x="198626" y="38999"/>
                </a:cubicBezTo>
                <a:cubicBezTo>
                  <a:pt x="133571" y="63478"/>
                  <a:pt x="64610" y="103578"/>
                  <a:pt x="27367" y="164443"/>
                </a:cubicBezTo>
                <a:cubicBezTo>
                  <a:pt x="-9209" y="224260"/>
                  <a:pt x="-10066" y="295317"/>
                  <a:pt x="30510" y="353229"/>
                </a:cubicBezTo>
                <a:cubicBezTo>
                  <a:pt x="63467" y="400282"/>
                  <a:pt x="113854" y="433143"/>
                  <a:pt x="165670" y="456384"/>
                </a:cubicBezTo>
                <a:cubicBezTo>
                  <a:pt x="240251" y="491151"/>
                  <a:pt x="328643" y="508391"/>
                  <a:pt x="410462" y="508391"/>
                </a:cubicBezTo>
                <a:cubicBezTo>
                  <a:pt x="424655" y="508391"/>
                  <a:pt x="439799" y="508581"/>
                  <a:pt x="454373" y="508200"/>
                </a:cubicBezTo>
                <a:cubicBezTo>
                  <a:pt x="513904" y="508200"/>
                  <a:pt x="579626" y="496104"/>
                  <a:pt x="638205" y="477054"/>
                </a:cubicBezTo>
                <a:cubicBezTo>
                  <a:pt x="630395" y="479340"/>
                  <a:pt x="645920" y="474387"/>
                  <a:pt x="645444" y="474577"/>
                </a:cubicBezTo>
                <a:cubicBezTo>
                  <a:pt x="651826" y="472386"/>
                  <a:pt x="658112" y="470100"/>
                  <a:pt x="664399" y="467814"/>
                </a:cubicBezTo>
                <a:cubicBezTo>
                  <a:pt x="676019" y="463623"/>
                  <a:pt x="687449" y="459051"/>
                  <a:pt x="698689" y="454003"/>
                </a:cubicBezTo>
                <a:cubicBezTo>
                  <a:pt x="719930" y="444383"/>
                  <a:pt x="740408" y="433048"/>
                  <a:pt x="759458" y="419523"/>
                </a:cubicBezTo>
                <a:cubicBezTo>
                  <a:pt x="784700" y="401520"/>
                  <a:pt x="807464" y="379137"/>
                  <a:pt x="825181" y="354086"/>
                </a:cubicBezTo>
                <a:cubicBezTo>
                  <a:pt x="837944" y="334941"/>
                  <a:pt x="849851" y="311128"/>
                  <a:pt x="853375" y="289887"/>
                </a:cubicBezTo>
                <a:cubicBezTo>
                  <a:pt x="855185" y="282077"/>
                  <a:pt x="856232" y="268361"/>
                  <a:pt x="856232" y="265218"/>
                </a:cubicBezTo>
                <a:cubicBezTo>
                  <a:pt x="856232" y="263979"/>
                  <a:pt x="856232" y="262741"/>
                  <a:pt x="856232" y="261503"/>
                </a:cubicBezTo>
                <a:cubicBezTo>
                  <a:pt x="856232" y="260455"/>
                  <a:pt x="856232" y="262741"/>
                  <a:pt x="856232" y="261503"/>
                </a:cubicBezTo>
                <a:close/>
              </a:path>
            </a:pathLst>
          </a:custGeom>
          <a:solidFill>
            <a:srgbClr val="FBB034"/>
          </a:solidFill>
          <a:ln w="12700" cap="flat">
            <a:solidFill>
              <a:schemeClr val="bg1"/>
            </a:solidFill>
            <a:prstDash val="solid"/>
            <a:miter/>
          </a:ln>
        </p:spPr>
        <p:txBody>
          <a:bodyPr rtlCol="0" anchor="ctr"/>
          <a:lstStyle/>
          <a:p>
            <a:endParaRPr lang="en-US"/>
          </a:p>
        </p:txBody>
      </p:sp>
      <p:grpSp>
        <p:nvGrpSpPr>
          <p:cNvPr id="72" name="Group 71">
            <a:extLst>
              <a:ext uri="{FF2B5EF4-FFF2-40B4-BE49-F238E27FC236}">
                <a16:creationId xmlns:a16="http://schemas.microsoft.com/office/drawing/2014/main" id="{FA66FE35-C82D-1656-2D94-DC29A09BA0C6}"/>
              </a:ext>
            </a:extLst>
          </p:cNvPr>
          <p:cNvGrpSpPr/>
          <p:nvPr/>
        </p:nvGrpSpPr>
        <p:grpSpPr>
          <a:xfrm>
            <a:off x="5919179" y="2399791"/>
            <a:ext cx="284416" cy="347662"/>
            <a:chOff x="5942600" y="2091499"/>
            <a:chExt cx="284416" cy="347662"/>
          </a:xfrm>
        </p:grpSpPr>
        <p:sp>
          <p:nvSpPr>
            <p:cNvPr id="58" name="Freeform: Shape 57">
              <a:extLst>
                <a:ext uri="{FF2B5EF4-FFF2-40B4-BE49-F238E27FC236}">
                  <a16:creationId xmlns:a16="http://schemas.microsoft.com/office/drawing/2014/main" id="{030117BD-F52B-C21D-4350-C90A267BD6E7}"/>
                </a:ext>
              </a:extLst>
            </p:cNvPr>
            <p:cNvSpPr/>
            <p:nvPr/>
          </p:nvSpPr>
          <p:spPr>
            <a:xfrm>
              <a:off x="6179487" y="2111501"/>
              <a:ext cx="47529" cy="115633"/>
            </a:xfrm>
            <a:custGeom>
              <a:avLst/>
              <a:gdLst>
                <a:gd name="connsiteX0" fmla="*/ 8572 w 47529"/>
                <a:gd name="connsiteY0" fmla="*/ 3048 h 115633"/>
                <a:gd name="connsiteX1" fmla="*/ 21907 w 47529"/>
                <a:gd name="connsiteY1" fmla="*/ 0 h 115633"/>
                <a:gd name="connsiteX2" fmla="*/ 21907 w 47529"/>
                <a:gd name="connsiteY2" fmla="*/ 0 h 115633"/>
                <a:gd name="connsiteX3" fmla="*/ 47530 w 47529"/>
                <a:gd name="connsiteY3" fmla="*/ 21050 h 115633"/>
                <a:gd name="connsiteX4" fmla="*/ 47530 w 47529"/>
                <a:gd name="connsiteY4" fmla="*/ 95440 h 115633"/>
                <a:gd name="connsiteX5" fmla="*/ 0 w 47529"/>
                <a:gd name="connsiteY5" fmla="*/ 115634 h 1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29" h="115633">
                  <a:moveTo>
                    <a:pt x="8572" y="3048"/>
                  </a:moveTo>
                  <a:cubicBezTo>
                    <a:pt x="12478" y="1048"/>
                    <a:pt x="16954" y="0"/>
                    <a:pt x="21907" y="0"/>
                  </a:cubicBezTo>
                  <a:lnTo>
                    <a:pt x="21907" y="0"/>
                  </a:lnTo>
                  <a:cubicBezTo>
                    <a:pt x="36100" y="0"/>
                    <a:pt x="47530" y="9430"/>
                    <a:pt x="47530" y="21050"/>
                  </a:cubicBezTo>
                  <a:lnTo>
                    <a:pt x="47530" y="95440"/>
                  </a:lnTo>
                  <a:cubicBezTo>
                    <a:pt x="47530" y="104965"/>
                    <a:pt x="18383" y="113062"/>
                    <a:pt x="0" y="115634"/>
                  </a:cubicBezTo>
                </a:path>
              </a:pathLst>
            </a:custGeom>
            <a:noFill/>
            <a:ln w="12700" cap="rnd">
              <a:solidFill>
                <a:schemeClr val="tx1"/>
              </a:solid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300327DC-AA51-2B0D-401F-9FD9D3C8FD5B}"/>
                </a:ext>
              </a:extLst>
            </p:cNvPr>
            <p:cNvSpPr/>
            <p:nvPr/>
          </p:nvSpPr>
          <p:spPr>
            <a:xfrm>
              <a:off x="5942600" y="2111501"/>
              <a:ext cx="48005" cy="115633"/>
            </a:xfrm>
            <a:custGeom>
              <a:avLst/>
              <a:gdLst>
                <a:gd name="connsiteX0" fmla="*/ 40100 w 48005"/>
                <a:gd name="connsiteY0" fmla="*/ 3524 h 115633"/>
                <a:gd name="connsiteX1" fmla="*/ 25717 w 48005"/>
                <a:gd name="connsiteY1" fmla="*/ 0 h 115633"/>
                <a:gd name="connsiteX2" fmla="*/ 25717 w 48005"/>
                <a:gd name="connsiteY2" fmla="*/ 0 h 115633"/>
                <a:gd name="connsiteX3" fmla="*/ 0 w 48005"/>
                <a:gd name="connsiteY3" fmla="*/ 21050 h 115633"/>
                <a:gd name="connsiteX4" fmla="*/ 0 w 48005"/>
                <a:gd name="connsiteY4" fmla="*/ 95440 h 115633"/>
                <a:gd name="connsiteX5" fmla="*/ 48006 w 48005"/>
                <a:gd name="connsiteY5" fmla="*/ 115634 h 1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5" h="115633">
                  <a:moveTo>
                    <a:pt x="40100" y="3524"/>
                  </a:moveTo>
                  <a:cubicBezTo>
                    <a:pt x="36004" y="1238"/>
                    <a:pt x="31052" y="0"/>
                    <a:pt x="25717" y="0"/>
                  </a:cubicBezTo>
                  <a:lnTo>
                    <a:pt x="25717" y="0"/>
                  </a:lnTo>
                  <a:cubicBezTo>
                    <a:pt x="11525" y="0"/>
                    <a:pt x="0" y="9430"/>
                    <a:pt x="0" y="21050"/>
                  </a:cubicBezTo>
                  <a:lnTo>
                    <a:pt x="0" y="95440"/>
                  </a:lnTo>
                  <a:cubicBezTo>
                    <a:pt x="0" y="105061"/>
                    <a:pt x="29718" y="113157"/>
                    <a:pt x="48006" y="115634"/>
                  </a:cubicBezTo>
                </a:path>
              </a:pathLst>
            </a:custGeom>
            <a:noFill/>
            <a:ln w="12700" cap="rnd">
              <a:solidFill>
                <a:schemeClr val="tx1"/>
              </a:solid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1BAD9CB-E822-0F26-F955-DEC97300EC79}"/>
                </a:ext>
              </a:extLst>
            </p:cNvPr>
            <p:cNvSpPr/>
            <p:nvPr/>
          </p:nvSpPr>
          <p:spPr>
            <a:xfrm>
              <a:off x="5982128" y="2091499"/>
              <a:ext cx="205930" cy="347662"/>
            </a:xfrm>
            <a:custGeom>
              <a:avLst/>
              <a:gdLst>
                <a:gd name="connsiteX0" fmla="*/ 0 w 205930"/>
                <a:gd name="connsiteY0" fmla="*/ 0 h 347662"/>
                <a:gd name="connsiteX1" fmla="*/ 0 w 205930"/>
                <a:gd name="connsiteY1" fmla="*/ 94583 h 347662"/>
                <a:gd name="connsiteX2" fmla="*/ 79820 w 205930"/>
                <a:gd name="connsiteY2" fmla="*/ 194881 h 347662"/>
                <a:gd name="connsiteX3" fmla="*/ 79820 w 205930"/>
                <a:gd name="connsiteY3" fmla="*/ 318992 h 347662"/>
                <a:gd name="connsiteX4" fmla="*/ 48863 w 205930"/>
                <a:gd name="connsiteY4" fmla="*/ 318992 h 347662"/>
                <a:gd name="connsiteX5" fmla="*/ 30480 w 205930"/>
                <a:gd name="connsiteY5" fmla="*/ 347663 h 347662"/>
                <a:gd name="connsiteX6" fmla="*/ 169164 w 205930"/>
                <a:gd name="connsiteY6" fmla="*/ 347663 h 347662"/>
                <a:gd name="connsiteX7" fmla="*/ 150686 w 205930"/>
                <a:gd name="connsiteY7" fmla="*/ 318992 h 347662"/>
                <a:gd name="connsiteX8" fmla="*/ 122396 w 205930"/>
                <a:gd name="connsiteY8" fmla="*/ 318992 h 347662"/>
                <a:gd name="connsiteX9" fmla="*/ 122396 w 205930"/>
                <a:gd name="connsiteY9" fmla="*/ 195739 h 347662"/>
                <a:gd name="connsiteX10" fmla="*/ 205930 w 205930"/>
                <a:gd name="connsiteY10" fmla="*/ 94679 h 347662"/>
                <a:gd name="connsiteX11" fmla="*/ 205930 w 205930"/>
                <a:gd name="connsiteY11" fmla="*/ 0 h 347662"/>
                <a:gd name="connsiteX12" fmla="*/ 0 w 205930"/>
                <a:gd name="connsiteY12" fmla="*/ 0 h 34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930" h="347662">
                  <a:moveTo>
                    <a:pt x="0" y="0"/>
                  </a:moveTo>
                  <a:lnTo>
                    <a:pt x="0" y="94583"/>
                  </a:lnTo>
                  <a:cubicBezTo>
                    <a:pt x="0" y="143542"/>
                    <a:pt x="34100" y="184309"/>
                    <a:pt x="79820" y="194881"/>
                  </a:cubicBezTo>
                  <a:lnTo>
                    <a:pt x="79820" y="318992"/>
                  </a:lnTo>
                  <a:lnTo>
                    <a:pt x="48863" y="318992"/>
                  </a:lnTo>
                  <a:cubicBezTo>
                    <a:pt x="38671" y="318992"/>
                    <a:pt x="30480" y="331851"/>
                    <a:pt x="30480" y="347663"/>
                  </a:cubicBezTo>
                  <a:lnTo>
                    <a:pt x="169164" y="347663"/>
                  </a:lnTo>
                  <a:cubicBezTo>
                    <a:pt x="169164" y="347663"/>
                    <a:pt x="160877" y="318992"/>
                    <a:pt x="150686" y="318992"/>
                  </a:cubicBezTo>
                  <a:lnTo>
                    <a:pt x="122396" y="318992"/>
                  </a:lnTo>
                  <a:lnTo>
                    <a:pt x="122396" y="195739"/>
                  </a:lnTo>
                  <a:cubicBezTo>
                    <a:pt x="170021" y="186690"/>
                    <a:pt x="205930" y="144875"/>
                    <a:pt x="205930" y="94679"/>
                  </a:cubicBezTo>
                  <a:lnTo>
                    <a:pt x="205930" y="0"/>
                  </a:lnTo>
                  <a:lnTo>
                    <a:pt x="0" y="0"/>
                  </a:lnTo>
                  <a:close/>
                </a:path>
              </a:pathLst>
            </a:custGeom>
            <a:noFill/>
            <a:ln w="12700" cap="rnd">
              <a:solidFill>
                <a:schemeClr val="tx1"/>
              </a:solid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8B28C99-1E2B-FE69-512D-AC95B946BC0E}"/>
                </a:ext>
              </a:extLst>
            </p:cNvPr>
            <p:cNvSpPr/>
            <p:nvPr/>
          </p:nvSpPr>
          <p:spPr>
            <a:xfrm>
              <a:off x="6018324" y="2122169"/>
              <a:ext cx="130301" cy="123920"/>
            </a:xfrm>
            <a:custGeom>
              <a:avLst/>
              <a:gdLst>
                <a:gd name="connsiteX0" fmla="*/ 65151 w 130301"/>
                <a:gd name="connsiteY0" fmla="*/ 0 h 123920"/>
                <a:gd name="connsiteX1" fmla="*/ 85249 w 130301"/>
                <a:gd name="connsiteY1" fmla="*/ 40767 h 123920"/>
                <a:gd name="connsiteX2" fmla="*/ 130302 w 130301"/>
                <a:gd name="connsiteY2" fmla="*/ 47339 h 123920"/>
                <a:gd name="connsiteX3" fmla="*/ 97726 w 130301"/>
                <a:gd name="connsiteY3" fmla="*/ 79058 h 123920"/>
                <a:gd name="connsiteX4" fmla="*/ 105442 w 130301"/>
                <a:gd name="connsiteY4" fmla="*/ 123920 h 123920"/>
                <a:gd name="connsiteX5" fmla="*/ 65151 w 130301"/>
                <a:gd name="connsiteY5" fmla="*/ 102775 h 123920"/>
                <a:gd name="connsiteX6" fmla="*/ 24860 w 130301"/>
                <a:gd name="connsiteY6" fmla="*/ 123920 h 123920"/>
                <a:gd name="connsiteX7" fmla="*/ 32576 w 130301"/>
                <a:gd name="connsiteY7" fmla="*/ 79058 h 123920"/>
                <a:gd name="connsiteX8" fmla="*/ 0 w 130301"/>
                <a:gd name="connsiteY8" fmla="*/ 47339 h 123920"/>
                <a:gd name="connsiteX9" fmla="*/ 45053 w 130301"/>
                <a:gd name="connsiteY9" fmla="*/ 40767 h 123920"/>
                <a:gd name="connsiteX10" fmla="*/ 65151 w 130301"/>
                <a:gd name="connsiteY10" fmla="*/ 0 h 12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0301" h="123920">
                  <a:moveTo>
                    <a:pt x="65151" y="0"/>
                  </a:moveTo>
                  <a:lnTo>
                    <a:pt x="85249" y="40767"/>
                  </a:lnTo>
                  <a:lnTo>
                    <a:pt x="130302" y="47339"/>
                  </a:lnTo>
                  <a:lnTo>
                    <a:pt x="97726" y="79058"/>
                  </a:lnTo>
                  <a:lnTo>
                    <a:pt x="105442" y="123920"/>
                  </a:lnTo>
                  <a:lnTo>
                    <a:pt x="65151" y="102775"/>
                  </a:lnTo>
                  <a:lnTo>
                    <a:pt x="24860" y="123920"/>
                  </a:lnTo>
                  <a:lnTo>
                    <a:pt x="32576" y="79058"/>
                  </a:lnTo>
                  <a:lnTo>
                    <a:pt x="0" y="47339"/>
                  </a:lnTo>
                  <a:lnTo>
                    <a:pt x="45053" y="40767"/>
                  </a:lnTo>
                  <a:lnTo>
                    <a:pt x="65151" y="0"/>
                  </a:lnTo>
                  <a:close/>
                </a:path>
              </a:pathLst>
            </a:custGeom>
            <a:noFill/>
            <a:ln w="12700" cap="rnd">
              <a:solidFill>
                <a:schemeClr val="tx1"/>
              </a:solidFill>
              <a:prstDash val="solid"/>
              <a:miter/>
            </a:ln>
          </p:spPr>
          <p:txBody>
            <a:bodyPr rtlCol="0" anchor="ctr"/>
            <a:lstStyle/>
            <a:p>
              <a:endParaRPr lang="en-US"/>
            </a:p>
          </p:txBody>
        </p:sp>
      </p:grpSp>
      <p:sp>
        <p:nvSpPr>
          <p:cNvPr id="8" name="Footer Placeholder 7">
            <a:extLst>
              <a:ext uri="{FF2B5EF4-FFF2-40B4-BE49-F238E27FC236}">
                <a16:creationId xmlns:a16="http://schemas.microsoft.com/office/drawing/2014/main" id="{54FAE1D4-35BC-0188-8347-D098F5989B37}"/>
              </a:ext>
            </a:extLst>
          </p:cNvPr>
          <p:cNvSpPr>
            <a:spLocks noGrp="1"/>
          </p:cNvSpPr>
          <p:nvPr>
            <p:ph type="ftr" sz="quarter" idx="1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L="0" algn="l" defTabSz="415525" rtl="0" eaLnBrk="1" latinLnBrk="0" hangingPunct="1">
              <a:defRPr lang="en-US" sz="800" b="0" kern="1200" spc="0" baseline="0">
                <a:solidFill>
                  <a:schemeClr val="tx1">
                    <a:lumMod val="65000"/>
                    <a:lumOff val="35000"/>
                  </a:schemeClr>
                </a:solidFill>
                <a:latin typeface="+mj-lt"/>
                <a:ea typeface="+mn-ea"/>
                <a:cs typeface="Arial" pitchFamily="34" charset="0"/>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a:lstStyle>
          <a:p>
            <a:pPr defTabSz="914355"/>
            <a:r>
              <a:rPr lang="en-SG"/>
              <a:t>TCS confidential</a:t>
            </a:r>
            <a:endParaRPr lang="en-US"/>
          </a:p>
        </p:txBody>
      </p:sp>
      <p:sp>
        <p:nvSpPr>
          <p:cNvPr id="9" name="Slide Number Placeholder 8">
            <a:extLst>
              <a:ext uri="{FF2B5EF4-FFF2-40B4-BE49-F238E27FC236}">
                <a16:creationId xmlns:a16="http://schemas.microsoft.com/office/drawing/2014/main" id="{9CCA395A-ABE9-7739-50E0-9A149BB3D4E4}"/>
              </a:ext>
            </a:extLst>
          </p:cNvPr>
          <p:cNvSpPr>
            <a:spLocks noGrp="1"/>
          </p:cNvSpPr>
          <p:nvPr>
            <p:ph type="sldNum" sz="quarter" idx="12"/>
          </p:nvPr>
        </p:nvSpPr>
        <p:spPr/>
        <p:txBody>
          <a:bodyPr/>
          <a:lstStyle/>
          <a:p>
            <a:fld id="{662A0901-ACEF-4BE9-9C8C-C119B421173E}" type="slidenum">
              <a:rPr lang="en-US" smtClean="0"/>
              <a:pPr/>
              <a:t>9</a:t>
            </a:fld>
            <a:endParaRPr lang="en-US"/>
          </a:p>
        </p:txBody>
      </p:sp>
    </p:spTree>
    <p:extLst>
      <p:ext uri="{BB962C8B-B14F-4D97-AF65-F5344CB8AC3E}">
        <p14:creationId xmlns:p14="http://schemas.microsoft.com/office/powerpoint/2010/main" val="170574967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76C55713-A8B9-6AC1-5BE9-E795846BC1AD}"/>
              </a:ext>
            </a:extLst>
          </p:cNvPr>
          <p:cNvSpPr>
            <a:spLocks noGrp="1"/>
          </p:cNvSpPr>
          <p:nvPr>
            <p:ph type="title"/>
          </p:nvPr>
        </p:nvSpPr>
        <p:spPr/>
        <p:txBody>
          <a:bodyPr/>
          <a:lstStyle/>
          <a:p>
            <a:r>
              <a:rPr lang="en-US" dirty="0">
                <a:solidFill>
                  <a:srgbClr val="000000"/>
                </a:solidFill>
                <a:latin typeface="Houschka Rounded Alt DemiBold" panose="020F0703000000020003" pitchFamily="34" charset="0"/>
              </a:rPr>
              <a:t>Business</a:t>
            </a:r>
            <a:r>
              <a:rPr lang="en-US" dirty="0"/>
              <a:t> </a:t>
            </a:r>
            <a:r>
              <a:rPr lang="en-US" dirty="0">
                <a:solidFill>
                  <a:srgbClr val="000000"/>
                </a:solidFill>
                <a:latin typeface="Houschka Rounded Alt DemiBold" panose="020F0703000000020003" pitchFamily="34" charset="0"/>
              </a:rPr>
              <a:t>benefits</a:t>
            </a:r>
          </a:p>
        </p:txBody>
      </p:sp>
      <p:grpSp>
        <p:nvGrpSpPr>
          <p:cNvPr id="2" name="Group 1">
            <a:extLst>
              <a:ext uri="{FF2B5EF4-FFF2-40B4-BE49-F238E27FC236}">
                <a16:creationId xmlns:a16="http://schemas.microsoft.com/office/drawing/2014/main" id="{74380564-4D19-8CEF-894E-614C7B3CAE55}"/>
              </a:ext>
            </a:extLst>
          </p:cNvPr>
          <p:cNvGrpSpPr/>
          <p:nvPr/>
        </p:nvGrpSpPr>
        <p:grpSpPr>
          <a:xfrm>
            <a:off x="435652" y="1279408"/>
            <a:ext cx="8148321" cy="2740497"/>
            <a:chOff x="435652" y="1279408"/>
            <a:chExt cx="8148321" cy="2740497"/>
          </a:xfrm>
        </p:grpSpPr>
        <p:sp>
          <p:nvSpPr>
            <p:cNvPr id="19" name="object 19"/>
            <p:cNvSpPr/>
            <p:nvPr/>
          </p:nvSpPr>
          <p:spPr>
            <a:xfrm>
              <a:off x="2179450" y="1932096"/>
              <a:ext cx="1414824" cy="1240389"/>
            </a:xfrm>
            <a:custGeom>
              <a:avLst/>
              <a:gdLst/>
              <a:ahLst/>
              <a:cxnLst/>
              <a:rect l="l" t="t" r="r" b="b"/>
              <a:pathLst>
                <a:path w="3110865" h="2727325">
                  <a:moveTo>
                    <a:pt x="1236077" y="0"/>
                  </a:moveTo>
                  <a:lnTo>
                    <a:pt x="1231596" y="890"/>
                  </a:lnTo>
                  <a:lnTo>
                    <a:pt x="0" y="1788605"/>
                  </a:lnTo>
                  <a:lnTo>
                    <a:pt x="1334797" y="2625249"/>
                  </a:lnTo>
                  <a:lnTo>
                    <a:pt x="1376234" y="2649191"/>
                  </a:lnTo>
                  <a:lnTo>
                    <a:pt x="1418772" y="2669857"/>
                  </a:lnTo>
                  <a:lnTo>
                    <a:pt x="1462237" y="2687280"/>
                  </a:lnTo>
                  <a:lnTo>
                    <a:pt x="1506455" y="2701496"/>
                  </a:lnTo>
                  <a:lnTo>
                    <a:pt x="1551253" y="2712539"/>
                  </a:lnTo>
                  <a:lnTo>
                    <a:pt x="1596457" y="2720442"/>
                  </a:lnTo>
                  <a:lnTo>
                    <a:pt x="1641892" y="2725241"/>
                  </a:lnTo>
                  <a:lnTo>
                    <a:pt x="1687386" y="2726969"/>
                  </a:lnTo>
                  <a:lnTo>
                    <a:pt x="1732765" y="2725661"/>
                  </a:lnTo>
                  <a:lnTo>
                    <a:pt x="1777855" y="2721350"/>
                  </a:lnTo>
                  <a:lnTo>
                    <a:pt x="1822482" y="2714073"/>
                  </a:lnTo>
                  <a:lnTo>
                    <a:pt x="1866473" y="2703861"/>
                  </a:lnTo>
                  <a:lnTo>
                    <a:pt x="1909653" y="2690751"/>
                  </a:lnTo>
                  <a:lnTo>
                    <a:pt x="1951850" y="2674776"/>
                  </a:lnTo>
                  <a:lnTo>
                    <a:pt x="1992890" y="2655970"/>
                  </a:lnTo>
                  <a:lnTo>
                    <a:pt x="2032598" y="2634369"/>
                  </a:lnTo>
                  <a:lnTo>
                    <a:pt x="2070802" y="2610005"/>
                  </a:lnTo>
                  <a:lnTo>
                    <a:pt x="2107327" y="2582913"/>
                  </a:lnTo>
                  <a:lnTo>
                    <a:pt x="2141999" y="2553128"/>
                  </a:lnTo>
                  <a:lnTo>
                    <a:pt x="2174646" y="2520684"/>
                  </a:lnTo>
                  <a:lnTo>
                    <a:pt x="2205093" y="2485616"/>
                  </a:lnTo>
                  <a:lnTo>
                    <a:pt x="2233167" y="2447956"/>
                  </a:lnTo>
                  <a:lnTo>
                    <a:pt x="3110303" y="1174760"/>
                  </a:lnTo>
                  <a:lnTo>
                    <a:pt x="1236077" y="0"/>
                  </a:lnTo>
                  <a:close/>
                </a:path>
              </a:pathLst>
            </a:custGeom>
            <a:solidFill>
              <a:srgbClr val="FAAF34"/>
            </a:solidFill>
          </p:spPr>
          <p:txBody>
            <a:bodyPr wrap="square" lIns="0" tIns="0" rIns="0" bIns="0" rtlCol="0"/>
            <a:lstStyle/>
            <a:p>
              <a:endParaRPr sz="372"/>
            </a:p>
          </p:txBody>
        </p:sp>
        <p:sp>
          <p:nvSpPr>
            <p:cNvPr id="72" name="object 72"/>
            <p:cNvSpPr/>
            <p:nvPr/>
          </p:nvSpPr>
          <p:spPr>
            <a:xfrm>
              <a:off x="5505916" y="1932097"/>
              <a:ext cx="1414824" cy="1240389"/>
            </a:xfrm>
            <a:custGeom>
              <a:avLst/>
              <a:gdLst/>
              <a:ahLst/>
              <a:cxnLst/>
              <a:rect l="l" t="t" r="r" b="b"/>
              <a:pathLst>
                <a:path w="3110865" h="2727325">
                  <a:moveTo>
                    <a:pt x="1236077" y="0"/>
                  </a:moveTo>
                  <a:lnTo>
                    <a:pt x="1231596" y="890"/>
                  </a:lnTo>
                  <a:lnTo>
                    <a:pt x="0" y="1788605"/>
                  </a:lnTo>
                  <a:lnTo>
                    <a:pt x="1334797" y="2625249"/>
                  </a:lnTo>
                  <a:lnTo>
                    <a:pt x="1376233" y="2649191"/>
                  </a:lnTo>
                  <a:lnTo>
                    <a:pt x="1418770" y="2669857"/>
                  </a:lnTo>
                  <a:lnTo>
                    <a:pt x="1462234" y="2687280"/>
                  </a:lnTo>
                  <a:lnTo>
                    <a:pt x="1506452" y="2701496"/>
                  </a:lnTo>
                  <a:lnTo>
                    <a:pt x="1551249" y="2712539"/>
                  </a:lnTo>
                  <a:lnTo>
                    <a:pt x="1596452" y="2720442"/>
                  </a:lnTo>
                  <a:lnTo>
                    <a:pt x="1641888" y="2725241"/>
                  </a:lnTo>
                  <a:lnTo>
                    <a:pt x="1687382" y="2726969"/>
                  </a:lnTo>
                  <a:lnTo>
                    <a:pt x="1732761" y="2725661"/>
                  </a:lnTo>
                  <a:lnTo>
                    <a:pt x="1777851" y="2721350"/>
                  </a:lnTo>
                  <a:lnTo>
                    <a:pt x="1822478" y="2714073"/>
                  </a:lnTo>
                  <a:lnTo>
                    <a:pt x="1866469" y="2703861"/>
                  </a:lnTo>
                  <a:lnTo>
                    <a:pt x="1909650" y="2690751"/>
                  </a:lnTo>
                  <a:lnTo>
                    <a:pt x="1951848" y="2674776"/>
                  </a:lnTo>
                  <a:lnTo>
                    <a:pt x="1992888" y="2655970"/>
                  </a:lnTo>
                  <a:lnTo>
                    <a:pt x="2032596" y="2634369"/>
                  </a:lnTo>
                  <a:lnTo>
                    <a:pt x="2070800" y="2610005"/>
                  </a:lnTo>
                  <a:lnTo>
                    <a:pt x="2107326" y="2582913"/>
                  </a:lnTo>
                  <a:lnTo>
                    <a:pt x="2141999" y="2553128"/>
                  </a:lnTo>
                  <a:lnTo>
                    <a:pt x="2174646" y="2520684"/>
                  </a:lnTo>
                  <a:lnTo>
                    <a:pt x="2205093" y="2485616"/>
                  </a:lnTo>
                  <a:lnTo>
                    <a:pt x="2233167" y="2447956"/>
                  </a:lnTo>
                  <a:lnTo>
                    <a:pt x="3110303" y="1174760"/>
                  </a:lnTo>
                  <a:lnTo>
                    <a:pt x="1236077" y="0"/>
                  </a:lnTo>
                  <a:close/>
                </a:path>
              </a:pathLst>
            </a:custGeom>
            <a:solidFill>
              <a:srgbClr val="4E84C4"/>
            </a:solidFill>
          </p:spPr>
          <p:txBody>
            <a:bodyPr wrap="square" lIns="0" tIns="0" rIns="0" bIns="0" rtlCol="0"/>
            <a:lstStyle/>
            <a:p>
              <a:endParaRPr sz="372"/>
            </a:p>
          </p:txBody>
        </p:sp>
        <p:sp>
          <p:nvSpPr>
            <p:cNvPr id="4" name="object 4"/>
            <p:cNvSpPr/>
            <p:nvPr/>
          </p:nvSpPr>
          <p:spPr>
            <a:xfrm>
              <a:off x="516218" y="1382940"/>
              <a:ext cx="1414824" cy="1240389"/>
            </a:xfrm>
            <a:custGeom>
              <a:avLst/>
              <a:gdLst/>
              <a:ahLst/>
              <a:cxnLst/>
              <a:rect l="l" t="t" r="r" b="b"/>
              <a:pathLst>
                <a:path w="3110865" h="2727325">
                  <a:moveTo>
                    <a:pt x="1236077" y="0"/>
                  </a:moveTo>
                  <a:lnTo>
                    <a:pt x="1231596" y="890"/>
                  </a:lnTo>
                  <a:lnTo>
                    <a:pt x="0" y="1788605"/>
                  </a:lnTo>
                  <a:lnTo>
                    <a:pt x="1334797" y="2625249"/>
                  </a:lnTo>
                  <a:lnTo>
                    <a:pt x="1376233" y="2649191"/>
                  </a:lnTo>
                  <a:lnTo>
                    <a:pt x="1418770" y="2669857"/>
                  </a:lnTo>
                  <a:lnTo>
                    <a:pt x="1462234" y="2687280"/>
                  </a:lnTo>
                  <a:lnTo>
                    <a:pt x="1506452" y="2701496"/>
                  </a:lnTo>
                  <a:lnTo>
                    <a:pt x="1551249" y="2712539"/>
                  </a:lnTo>
                  <a:lnTo>
                    <a:pt x="1596452" y="2720442"/>
                  </a:lnTo>
                  <a:lnTo>
                    <a:pt x="1641888" y="2725241"/>
                  </a:lnTo>
                  <a:lnTo>
                    <a:pt x="1687382" y="2726969"/>
                  </a:lnTo>
                  <a:lnTo>
                    <a:pt x="1732761" y="2725661"/>
                  </a:lnTo>
                  <a:lnTo>
                    <a:pt x="1777851" y="2721350"/>
                  </a:lnTo>
                  <a:lnTo>
                    <a:pt x="1822478" y="2714073"/>
                  </a:lnTo>
                  <a:lnTo>
                    <a:pt x="1866469" y="2703861"/>
                  </a:lnTo>
                  <a:lnTo>
                    <a:pt x="1909650" y="2690751"/>
                  </a:lnTo>
                  <a:lnTo>
                    <a:pt x="1951848" y="2674776"/>
                  </a:lnTo>
                  <a:lnTo>
                    <a:pt x="1992888" y="2655970"/>
                  </a:lnTo>
                  <a:lnTo>
                    <a:pt x="2032596" y="2634369"/>
                  </a:lnTo>
                  <a:lnTo>
                    <a:pt x="2070800" y="2610005"/>
                  </a:lnTo>
                  <a:lnTo>
                    <a:pt x="2107326" y="2582913"/>
                  </a:lnTo>
                  <a:lnTo>
                    <a:pt x="2141999" y="2553128"/>
                  </a:lnTo>
                  <a:lnTo>
                    <a:pt x="2174646" y="2520684"/>
                  </a:lnTo>
                  <a:lnTo>
                    <a:pt x="2205093" y="2485616"/>
                  </a:lnTo>
                  <a:lnTo>
                    <a:pt x="2233167" y="2447956"/>
                  </a:lnTo>
                  <a:lnTo>
                    <a:pt x="3110303" y="1174760"/>
                  </a:lnTo>
                  <a:lnTo>
                    <a:pt x="1236077" y="0"/>
                  </a:lnTo>
                  <a:close/>
                </a:path>
              </a:pathLst>
            </a:custGeom>
            <a:solidFill>
              <a:srgbClr val="4E84C4"/>
            </a:solidFill>
          </p:spPr>
          <p:txBody>
            <a:bodyPr wrap="square" lIns="0" tIns="0" rIns="0" bIns="0" rtlCol="0"/>
            <a:lstStyle/>
            <a:p>
              <a:endParaRPr sz="372"/>
            </a:p>
          </p:txBody>
        </p:sp>
        <p:sp>
          <p:nvSpPr>
            <p:cNvPr id="55" name="object 55"/>
            <p:cNvSpPr/>
            <p:nvPr/>
          </p:nvSpPr>
          <p:spPr>
            <a:xfrm>
              <a:off x="3842683" y="1382940"/>
              <a:ext cx="1414824" cy="1240389"/>
            </a:xfrm>
            <a:custGeom>
              <a:avLst/>
              <a:gdLst/>
              <a:ahLst/>
              <a:cxnLst/>
              <a:rect l="l" t="t" r="r" b="b"/>
              <a:pathLst>
                <a:path w="3110865" h="2727325">
                  <a:moveTo>
                    <a:pt x="1236077" y="0"/>
                  </a:moveTo>
                  <a:lnTo>
                    <a:pt x="1231606" y="890"/>
                  </a:lnTo>
                  <a:lnTo>
                    <a:pt x="0" y="1788605"/>
                  </a:lnTo>
                  <a:lnTo>
                    <a:pt x="1334797" y="2625249"/>
                  </a:lnTo>
                  <a:lnTo>
                    <a:pt x="1376234" y="2649191"/>
                  </a:lnTo>
                  <a:lnTo>
                    <a:pt x="1418772" y="2669857"/>
                  </a:lnTo>
                  <a:lnTo>
                    <a:pt x="1462237" y="2687280"/>
                  </a:lnTo>
                  <a:lnTo>
                    <a:pt x="1506455" y="2701496"/>
                  </a:lnTo>
                  <a:lnTo>
                    <a:pt x="1551253" y="2712539"/>
                  </a:lnTo>
                  <a:lnTo>
                    <a:pt x="1596457" y="2720442"/>
                  </a:lnTo>
                  <a:lnTo>
                    <a:pt x="1641892" y="2725241"/>
                  </a:lnTo>
                  <a:lnTo>
                    <a:pt x="1687386" y="2726969"/>
                  </a:lnTo>
                  <a:lnTo>
                    <a:pt x="1732765" y="2725661"/>
                  </a:lnTo>
                  <a:lnTo>
                    <a:pt x="1777855" y="2721350"/>
                  </a:lnTo>
                  <a:lnTo>
                    <a:pt x="1822482" y="2714073"/>
                  </a:lnTo>
                  <a:lnTo>
                    <a:pt x="1866473" y="2703861"/>
                  </a:lnTo>
                  <a:lnTo>
                    <a:pt x="1909653" y="2690751"/>
                  </a:lnTo>
                  <a:lnTo>
                    <a:pt x="1951850" y="2674776"/>
                  </a:lnTo>
                  <a:lnTo>
                    <a:pt x="1992890" y="2655970"/>
                  </a:lnTo>
                  <a:lnTo>
                    <a:pt x="2032598" y="2634369"/>
                  </a:lnTo>
                  <a:lnTo>
                    <a:pt x="2070802" y="2610005"/>
                  </a:lnTo>
                  <a:lnTo>
                    <a:pt x="2107327" y="2582913"/>
                  </a:lnTo>
                  <a:lnTo>
                    <a:pt x="2141999" y="2553128"/>
                  </a:lnTo>
                  <a:lnTo>
                    <a:pt x="2174646" y="2520684"/>
                  </a:lnTo>
                  <a:lnTo>
                    <a:pt x="2205093" y="2485616"/>
                  </a:lnTo>
                  <a:lnTo>
                    <a:pt x="2233167" y="2447956"/>
                  </a:lnTo>
                  <a:lnTo>
                    <a:pt x="3110303" y="1174760"/>
                  </a:lnTo>
                  <a:lnTo>
                    <a:pt x="1236077" y="0"/>
                  </a:lnTo>
                  <a:close/>
                </a:path>
              </a:pathLst>
            </a:custGeom>
            <a:solidFill>
              <a:srgbClr val="54B948"/>
            </a:solidFill>
          </p:spPr>
          <p:txBody>
            <a:bodyPr wrap="square" lIns="0" tIns="0" rIns="0" bIns="0" rtlCol="0"/>
            <a:lstStyle/>
            <a:p>
              <a:endParaRPr sz="372"/>
            </a:p>
          </p:txBody>
        </p:sp>
        <p:sp>
          <p:nvSpPr>
            <p:cNvPr id="85" name="object 85"/>
            <p:cNvSpPr/>
            <p:nvPr/>
          </p:nvSpPr>
          <p:spPr>
            <a:xfrm>
              <a:off x="7169149" y="1382940"/>
              <a:ext cx="1414824" cy="1240389"/>
            </a:xfrm>
            <a:custGeom>
              <a:avLst/>
              <a:gdLst/>
              <a:ahLst/>
              <a:cxnLst/>
              <a:rect l="l" t="t" r="r" b="b"/>
              <a:pathLst>
                <a:path w="3110865" h="2727325">
                  <a:moveTo>
                    <a:pt x="1236077" y="0"/>
                  </a:moveTo>
                  <a:lnTo>
                    <a:pt x="1231596" y="890"/>
                  </a:lnTo>
                  <a:lnTo>
                    <a:pt x="0" y="1788605"/>
                  </a:lnTo>
                  <a:lnTo>
                    <a:pt x="1334797" y="2625249"/>
                  </a:lnTo>
                  <a:lnTo>
                    <a:pt x="1376233" y="2649191"/>
                  </a:lnTo>
                  <a:lnTo>
                    <a:pt x="1418770" y="2669857"/>
                  </a:lnTo>
                  <a:lnTo>
                    <a:pt x="1462234" y="2687280"/>
                  </a:lnTo>
                  <a:lnTo>
                    <a:pt x="1506452" y="2701496"/>
                  </a:lnTo>
                  <a:lnTo>
                    <a:pt x="1551249" y="2712539"/>
                  </a:lnTo>
                  <a:lnTo>
                    <a:pt x="1596452" y="2720442"/>
                  </a:lnTo>
                  <a:lnTo>
                    <a:pt x="1641888" y="2725241"/>
                  </a:lnTo>
                  <a:lnTo>
                    <a:pt x="1687382" y="2726969"/>
                  </a:lnTo>
                  <a:lnTo>
                    <a:pt x="1732761" y="2725661"/>
                  </a:lnTo>
                  <a:lnTo>
                    <a:pt x="1777851" y="2721350"/>
                  </a:lnTo>
                  <a:lnTo>
                    <a:pt x="1822478" y="2714073"/>
                  </a:lnTo>
                  <a:lnTo>
                    <a:pt x="1866469" y="2703861"/>
                  </a:lnTo>
                  <a:lnTo>
                    <a:pt x="1909650" y="2690751"/>
                  </a:lnTo>
                  <a:lnTo>
                    <a:pt x="1951848" y="2674776"/>
                  </a:lnTo>
                  <a:lnTo>
                    <a:pt x="1992888" y="2655970"/>
                  </a:lnTo>
                  <a:lnTo>
                    <a:pt x="2032596" y="2634369"/>
                  </a:lnTo>
                  <a:lnTo>
                    <a:pt x="2070800" y="2610005"/>
                  </a:lnTo>
                  <a:lnTo>
                    <a:pt x="2107326" y="2582913"/>
                  </a:lnTo>
                  <a:lnTo>
                    <a:pt x="2141999" y="2553128"/>
                  </a:lnTo>
                  <a:lnTo>
                    <a:pt x="2174646" y="2520684"/>
                  </a:lnTo>
                  <a:lnTo>
                    <a:pt x="2205093" y="2485616"/>
                  </a:lnTo>
                  <a:lnTo>
                    <a:pt x="2233167" y="2447956"/>
                  </a:lnTo>
                  <a:lnTo>
                    <a:pt x="3110303" y="1174760"/>
                  </a:lnTo>
                  <a:lnTo>
                    <a:pt x="1236077" y="0"/>
                  </a:lnTo>
                  <a:close/>
                </a:path>
              </a:pathLst>
            </a:custGeom>
            <a:solidFill>
              <a:srgbClr val="FBB034"/>
            </a:solidFill>
          </p:spPr>
          <p:txBody>
            <a:bodyPr wrap="square" lIns="0" tIns="0" rIns="0" bIns="0" rtlCol="0"/>
            <a:lstStyle/>
            <a:p>
              <a:endParaRPr sz="372"/>
            </a:p>
          </p:txBody>
        </p:sp>
        <p:sp>
          <p:nvSpPr>
            <p:cNvPr id="98" name="object 98"/>
            <p:cNvSpPr txBox="1"/>
            <p:nvPr/>
          </p:nvSpPr>
          <p:spPr>
            <a:xfrm>
              <a:off x="7069830" y="2725052"/>
              <a:ext cx="1476338" cy="372629"/>
            </a:xfrm>
            <a:prstGeom prst="rect">
              <a:avLst/>
            </a:prstGeom>
          </p:spPr>
          <p:txBody>
            <a:bodyPr vert="horz" wrap="square" lIns="0" tIns="5487" rIns="0" bIns="0" rtlCol="0">
              <a:spAutoFit/>
            </a:bodyPr>
            <a:lstStyle>
              <a:defPPr>
                <a:defRPr lang="en-US"/>
              </a:defPPr>
              <a:lvl1pPr marL="5776" marR="2310">
                <a:lnSpc>
                  <a:spcPct val="101000"/>
                </a:lnSpc>
                <a:spcBef>
                  <a:spcPts val="43"/>
                </a:spcBef>
                <a:defRPr sz="1114">
                  <a:latin typeface="Calibri"/>
                  <a:cs typeface="Calibri"/>
                </a:defRPr>
              </a:lvl1pPr>
            </a:lstStyle>
            <a:p>
              <a:pPr algn="ctr"/>
              <a:r>
                <a:rPr lang="en-US" sz="1200" b="1" dirty="0"/>
                <a:t>Standardized BRD </a:t>
              </a:r>
              <a:r>
                <a:rPr lang="en-US" sz="1200" dirty="0"/>
                <a:t>and user story generation</a:t>
              </a:r>
              <a:endParaRPr sz="1200" dirty="0"/>
            </a:p>
          </p:txBody>
        </p:sp>
        <p:sp>
          <p:nvSpPr>
            <p:cNvPr id="99" name="object 99"/>
            <p:cNvSpPr txBox="1"/>
            <p:nvPr/>
          </p:nvSpPr>
          <p:spPr>
            <a:xfrm>
              <a:off x="5504745" y="3274225"/>
              <a:ext cx="1303925" cy="745680"/>
            </a:xfrm>
            <a:prstGeom prst="rect">
              <a:avLst/>
            </a:prstGeom>
          </p:spPr>
          <p:txBody>
            <a:bodyPr vert="horz" wrap="square" lIns="0" tIns="5487" rIns="0" bIns="0" rtlCol="0">
              <a:spAutoFit/>
            </a:bodyPr>
            <a:lstStyle/>
            <a:p>
              <a:pPr marL="5776" marR="2310" algn="ctr">
                <a:lnSpc>
                  <a:spcPct val="101000"/>
                </a:lnSpc>
                <a:spcBef>
                  <a:spcPts val="43"/>
                </a:spcBef>
              </a:pPr>
              <a:r>
                <a:rPr lang="en-US" sz="1200" b="1" dirty="0">
                  <a:latin typeface="Calibri"/>
                  <a:cs typeface="Calibri"/>
                </a:rPr>
                <a:t>Quick turnaround time </a:t>
              </a:r>
              <a:r>
                <a:rPr lang="en-US" sz="1200" dirty="0">
                  <a:cs typeface="Calibri"/>
                </a:rPr>
                <a:t>for requirement finalization</a:t>
              </a:r>
              <a:endParaRPr sz="1200" dirty="0">
                <a:latin typeface="Calibri"/>
                <a:cs typeface="Calibri"/>
              </a:endParaRPr>
            </a:p>
          </p:txBody>
        </p:sp>
        <p:sp>
          <p:nvSpPr>
            <p:cNvPr id="100" name="object 100"/>
            <p:cNvSpPr txBox="1"/>
            <p:nvPr/>
          </p:nvSpPr>
          <p:spPr>
            <a:xfrm>
              <a:off x="3802904" y="2820787"/>
              <a:ext cx="1854984" cy="559154"/>
            </a:xfrm>
            <a:prstGeom prst="rect">
              <a:avLst/>
            </a:prstGeom>
          </p:spPr>
          <p:txBody>
            <a:bodyPr vert="horz" wrap="square" lIns="0" tIns="5487" rIns="0" bIns="0" rtlCol="0">
              <a:spAutoFit/>
            </a:bodyPr>
            <a:lstStyle/>
            <a:p>
              <a:pPr marL="5776" marR="393920" algn="ctr">
                <a:lnSpc>
                  <a:spcPct val="101000"/>
                </a:lnSpc>
                <a:spcBef>
                  <a:spcPts val="43"/>
                </a:spcBef>
              </a:pPr>
              <a:r>
                <a:rPr lang="en-US" sz="1200" b="1" dirty="0">
                  <a:cs typeface="Calibri"/>
                </a:rPr>
                <a:t>Better user experience </a:t>
              </a:r>
              <a:r>
                <a:rPr lang="en-US" sz="1200" dirty="0">
                  <a:cs typeface="Calibri"/>
                </a:rPr>
                <a:t>with NLP‑driven conversational agent</a:t>
              </a:r>
              <a:endParaRPr sz="1200" dirty="0">
                <a:latin typeface="Calibri"/>
                <a:cs typeface="Calibri"/>
              </a:endParaRPr>
            </a:p>
          </p:txBody>
        </p:sp>
        <p:sp>
          <p:nvSpPr>
            <p:cNvPr id="101" name="object 101"/>
            <p:cNvSpPr txBox="1"/>
            <p:nvPr/>
          </p:nvSpPr>
          <p:spPr>
            <a:xfrm>
              <a:off x="2268425" y="3274225"/>
              <a:ext cx="1041118" cy="745680"/>
            </a:xfrm>
            <a:prstGeom prst="rect">
              <a:avLst/>
            </a:prstGeom>
          </p:spPr>
          <p:txBody>
            <a:bodyPr vert="horz" wrap="square" lIns="0" tIns="5487" rIns="0" bIns="0" rtlCol="0">
              <a:spAutoFit/>
            </a:bodyPr>
            <a:lstStyle/>
            <a:p>
              <a:pPr marL="5776" marR="2310" algn="ctr">
                <a:lnSpc>
                  <a:spcPct val="101000"/>
                </a:lnSpc>
                <a:spcBef>
                  <a:spcPts val="43"/>
                </a:spcBef>
              </a:pPr>
              <a:r>
                <a:rPr lang="en-US" sz="1200" b="1" dirty="0">
                  <a:cs typeface="Calibri"/>
                </a:rPr>
                <a:t>Improved requirement quality &amp; consistency</a:t>
              </a:r>
              <a:endParaRPr sz="1200" dirty="0">
                <a:latin typeface="Calibri"/>
                <a:cs typeface="Calibri"/>
              </a:endParaRPr>
            </a:p>
          </p:txBody>
        </p:sp>
        <p:sp>
          <p:nvSpPr>
            <p:cNvPr id="102" name="object 102"/>
            <p:cNvSpPr txBox="1"/>
            <p:nvPr/>
          </p:nvSpPr>
          <p:spPr>
            <a:xfrm>
              <a:off x="619762" y="2725052"/>
              <a:ext cx="1088770" cy="932205"/>
            </a:xfrm>
            <a:prstGeom prst="rect">
              <a:avLst/>
            </a:prstGeom>
          </p:spPr>
          <p:txBody>
            <a:bodyPr vert="horz" wrap="square" lIns="0" tIns="5487" rIns="0" bIns="0" rtlCol="0">
              <a:spAutoFit/>
            </a:bodyPr>
            <a:lstStyle/>
            <a:p>
              <a:pPr marL="5776" marR="2310" algn="ctr">
                <a:lnSpc>
                  <a:spcPct val="101000"/>
                </a:lnSpc>
                <a:spcBef>
                  <a:spcPts val="43"/>
                </a:spcBef>
              </a:pPr>
              <a:r>
                <a:rPr lang="en-US" sz="1200" b="1" dirty="0">
                  <a:cs typeface="Calibri"/>
                </a:rPr>
                <a:t>Single unified platform </a:t>
              </a:r>
              <a:r>
                <a:rPr lang="en-US" sz="1200" dirty="0">
                  <a:cs typeface="Calibri"/>
                </a:rPr>
                <a:t>for requirement discovery &amp; validation</a:t>
              </a:r>
              <a:endParaRPr sz="1200" dirty="0">
                <a:latin typeface="Calibri"/>
                <a:cs typeface="Calibri"/>
              </a:endParaRPr>
            </a:p>
          </p:txBody>
        </p:sp>
        <p:grpSp>
          <p:nvGrpSpPr>
            <p:cNvPr id="143" name="Group 142">
              <a:extLst>
                <a:ext uri="{FF2B5EF4-FFF2-40B4-BE49-F238E27FC236}">
                  <a16:creationId xmlns:a16="http://schemas.microsoft.com/office/drawing/2014/main" id="{C5679840-FB44-707D-37A4-1024E7974970}"/>
                </a:ext>
              </a:extLst>
            </p:cNvPr>
            <p:cNvGrpSpPr/>
            <p:nvPr/>
          </p:nvGrpSpPr>
          <p:grpSpPr>
            <a:xfrm>
              <a:off x="989444" y="1795935"/>
              <a:ext cx="497538" cy="561848"/>
              <a:chOff x="1791833" y="3777985"/>
              <a:chExt cx="439050" cy="495801"/>
            </a:xfrm>
          </p:grpSpPr>
          <p:sp>
            <p:nvSpPr>
              <p:cNvPr id="144" name="Freeform 3313">
                <a:extLst>
                  <a:ext uri="{FF2B5EF4-FFF2-40B4-BE49-F238E27FC236}">
                    <a16:creationId xmlns:a16="http://schemas.microsoft.com/office/drawing/2014/main" id="{17F9DB12-FABE-BAA5-7BE8-A0B5676291D9}"/>
                  </a:ext>
                </a:extLst>
              </p:cNvPr>
              <p:cNvSpPr/>
              <p:nvPr/>
            </p:nvSpPr>
            <p:spPr>
              <a:xfrm>
                <a:off x="1850155" y="3966311"/>
                <a:ext cx="307008" cy="307475"/>
              </a:xfrm>
              <a:custGeom>
                <a:avLst/>
                <a:gdLst>
                  <a:gd name="connsiteX0" fmla="*/ 53657 w 307008"/>
                  <a:gd name="connsiteY0" fmla="*/ 94249 h 307475"/>
                  <a:gd name="connsiteX1" fmla="*/ 41059 w 307008"/>
                  <a:gd name="connsiteY1" fmla="*/ 124576 h 307475"/>
                  <a:gd name="connsiteX2" fmla="*/ 0 w 307008"/>
                  <a:gd name="connsiteY2" fmla="*/ 131575 h 307475"/>
                  <a:gd name="connsiteX3" fmla="*/ 0 w 307008"/>
                  <a:gd name="connsiteY3" fmla="*/ 175900 h 307475"/>
                  <a:gd name="connsiteX4" fmla="*/ 41525 w 307008"/>
                  <a:gd name="connsiteY4" fmla="*/ 182899 h 307475"/>
                  <a:gd name="connsiteX5" fmla="*/ 54123 w 307008"/>
                  <a:gd name="connsiteY5" fmla="*/ 213226 h 307475"/>
                  <a:gd name="connsiteX6" fmla="*/ 29394 w 307008"/>
                  <a:gd name="connsiteY6" fmla="*/ 247286 h 307475"/>
                  <a:gd name="connsiteX7" fmla="*/ 60189 w 307008"/>
                  <a:gd name="connsiteY7" fmla="*/ 278081 h 307475"/>
                  <a:gd name="connsiteX8" fmla="*/ 94249 w 307008"/>
                  <a:gd name="connsiteY8" fmla="*/ 253352 h 307475"/>
                  <a:gd name="connsiteX9" fmla="*/ 124576 w 307008"/>
                  <a:gd name="connsiteY9" fmla="*/ 265950 h 307475"/>
                  <a:gd name="connsiteX10" fmla="*/ 131575 w 307008"/>
                  <a:gd name="connsiteY10" fmla="*/ 307475 h 307475"/>
                  <a:gd name="connsiteX11" fmla="*/ 175433 w 307008"/>
                  <a:gd name="connsiteY11" fmla="*/ 307475 h 307475"/>
                  <a:gd name="connsiteX12" fmla="*/ 182432 w 307008"/>
                  <a:gd name="connsiteY12" fmla="*/ 265950 h 307475"/>
                  <a:gd name="connsiteX13" fmla="*/ 212760 w 307008"/>
                  <a:gd name="connsiteY13" fmla="*/ 253352 h 307475"/>
                  <a:gd name="connsiteX14" fmla="*/ 246820 w 307008"/>
                  <a:gd name="connsiteY14" fmla="*/ 278081 h 307475"/>
                  <a:gd name="connsiteX15" fmla="*/ 277614 w 307008"/>
                  <a:gd name="connsiteY15" fmla="*/ 247286 h 307475"/>
                  <a:gd name="connsiteX16" fmla="*/ 252885 w 307008"/>
                  <a:gd name="connsiteY16" fmla="*/ 213226 h 307475"/>
                  <a:gd name="connsiteX17" fmla="*/ 265483 w 307008"/>
                  <a:gd name="connsiteY17" fmla="*/ 182899 h 307475"/>
                  <a:gd name="connsiteX18" fmla="*/ 307008 w 307008"/>
                  <a:gd name="connsiteY18" fmla="*/ 175900 h 307475"/>
                  <a:gd name="connsiteX19" fmla="*/ 307008 w 307008"/>
                  <a:gd name="connsiteY19" fmla="*/ 131575 h 307475"/>
                  <a:gd name="connsiteX20" fmla="*/ 265483 w 307008"/>
                  <a:gd name="connsiteY20" fmla="*/ 124576 h 307475"/>
                  <a:gd name="connsiteX21" fmla="*/ 253352 w 307008"/>
                  <a:gd name="connsiteY21" fmla="*/ 94249 h 307475"/>
                  <a:gd name="connsiteX22" fmla="*/ 277147 w 307008"/>
                  <a:gd name="connsiteY22" fmla="*/ 60189 h 307475"/>
                  <a:gd name="connsiteX23" fmla="*/ 246820 w 307008"/>
                  <a:gd name="connsiteY23" fmla="*/ 28928 h 307475"/>
                  <a:gd name="connsiteX24" fmla="*/ 212760 w 307008"/>
                  <a:gd name="connsiteY24" fmla="*/ 53656 h 307475"/>
                  <a:gd name="connsiteX25" fmla="*/ 182432 w 307008"/>
                  <a:gd name="connsiteY25" fmla="*/ 41059 h 307475"/>
                  <a:gd name="connsiteX26" fmla="*/ 175433 w 307008"/>
                  <a:gd name="connsiteY26" fmla="*/ 0 h 307475"/>
                  <a:gd name="connsiteX27" fmla="*/ 131108 w 307008"/>
                  <a:gd name="connsiteY27" fmla="*/ 0 h 307475"/>
                  <a:gd name="connsiteX28" fmla="*/ 128309 w 307008"/>
                  <a:gd name="connsiteY28" fmla="*/ 18663 h 307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7008" h="307475">
                    <a:moveTo>
                      <a:pt x="53657" y="94249"/>
                    </a:moveTo>
                    <a:cubicBezTo>
                      <a:pt x="47591" y="104047"/>
                      <a:pt x="43858" y="113845"/>
                      <a:pt x="41059" y="124576"/>
                    </a:cubicBezTo>
                    <a:lnTo>
                      <a:pt x="0" y="131575"/>
                    </a:lnTo>
                    <a:lnTo>
                      <a:pt x="0" y="175900"/>
                    </a:lnTo>
                    <a:lnTo>
                      <a:pt x="41525" y="182899"/>
                    </a:lnTo>
                    <a:cubicBezTo>
                      <a:pt x="44325" y="193630"/>
                      <a:pt x="48524" y="203895"/>
                      <a:pt x="54123" y="213226"/>
                    </a:cubicBezTo>
                    <a:lnTo>
                      <a:pt x="29394" y="247286"/>
                    </a:lnTo>
                    <a:lnTo>
                      <a:pt x="60189" y="278081"/>
                    </a:lnTo>
                    <a:lnTo>
                      <a:pt x="94249" y="253352"/>
                    </a:lnTo>
                    <a:cubicBezTo>
                      <a:pt x="104047" y="259417"/>
                      <a:pt x="113845" y="263150"/>
                      <a:pt x="124576" y="265950"/>
                    </a:cubicBezTo>
                    <a:lnTo>
                      <a:pt x="131575" y="307475"/>
                    </a:lnTo>
                    <a:lnTo>
                      <a:pt x="175433" y="307475"/>
                    </a:lnTo>
                    <a:lnTo>
                      <a:pt x="182432" y="265950"/>
                    </a:lnTo>
                    <a:cubicBezTo>
                      <a:pt x="193163" y="263150"/>
                      <a:pt x="203428" y="258951"/>
                      <a:pt x="212760" y="253352"/>
                    </a:cubicBezTo>
                    <a:lnTo>
                      <a:pt x="246820" y="278081"/>
                    </a:lnTo>
                    <a:lnTo>
                      <a:pt x="277614" y="247286"/>
                    </a:lnTo>
                    <a:lnTo>
                      <a:pt x="252885" y="213226"/>
                    </a:lnTo>
                    <a:cubicBezTo>
                      <a:pt x="258951" y="203428"/>
                      <a:pt x="263150" y="193630"/>
                      <a:pt x="265483" y="182899"/>
                    </a:cubicBezTo>
                    <a:lnTo>
                      <a:pt x="307008" y="175900"/>
                    </a:lnTo>
                    <a:lnTo>
                      <a:pt x="307008" y="131575"/>
                    </a:lnTo>
                    <a:lnTo>
                      <a:pt x="265483" y="124576"/>
                    </a:lnTo>
                    <a:cubicBezTo>
                      <a:pt x="262684" y="113845"/>
                      <a:pt x="258484" y="103580"/>
                      <a:pt x="253352" y="94249"/>
                    </a:cubicBezTo>
                    <a:lnTo>
                      <a:pt x="277147" y="60189"/>
                    </a:lnTo>
                    <a:lnTo>
                      <a:pt x="246820" y="28928"/>
                    </a:lnTo>
                    <a:lnTo>
                      <a:pt x="212760" y="53656"/>
                    </a:lnTo>
                    <a:cubicBezTo>
                      <a:pt x="202962" y="47591"/>
                      <a:pt x="193163" y="43858"/>
                      <a:pt x="182432" y="41059"/>
                    </a:cubicBezTo>
                    <a:lnTo>
                      <a:pt x="175433" y="0"/>
                    </a:lnTo>
                    <a:lnTo>
                      <a:pt x="131108" y="0"/>
                    </a:lnTo>
                    <a:lnTo>
                      <a:pt x="128309" y="18663"/>
                    </a:lnTo>
                  </a:path>
                </a:pathLst>
              </a:custGeom>
              <a:noFill/>
              <a:ln w="12700" cap="rnd">
                <a:solidFill>
                  <a:schemeClr val="bg1"/>
                </a:solidFill>
                <a:prstDash val="solid"/>
                <a:round/>
              </a:ln>
            </p:spPr>
            <p:txBody>
              <a:bodyPr rtlCol="0" anchor="ctr"/>
              <a:lstStyle/>
              <a:p>
                <a:endParaRPr lang="en-US"/>
              </a:p>
            </p:txBody>
          </p:sp>
          <p:sp>
            <p:nvSpPr>
              <p:cNvPr id="145" name="Freeform 3314">
                <a:extLst>
                  <a:ext uri="{FF2B5EF4-FFF2-40B4-BE49-F238E27FC236}">
                    <a16:creationId xmlns:a16="http://schemas.microsoft.com/office/drawing/2014/main" id="{AD704760-8257-4BA8-C9FA-D3BBD57579C1}"/>
                  </a:ext>
                </a:extLst>
              </p:cNvPr>
              <p:cNvSpPr/>
              <p:nvPr/>
            </p:nvSpPr>
            <p:spPr>
              <a:xfrm>
                <a:off x="1879549" y="3994306"/>
                <a:ext cx="95648" cy="45724"/>
              </a:xfrm>
              <a:custGeom>
                <a:avLst/>
                <a:gdLst>
                  <a:gd name="connsiteX0" fmla="*/ 95649 w 95648"/>
                  <a:gd name="connsiteY0" fmla="*/ 12131 h 45724"/>
                  <a:gd name="connsiteX1" fmla="*/ 65321 w 95648"/>
                  <a:gd name="connsiteY1" fmla="*/ 24729 h 45724"/>
                  <a:gd name="connsiteX2" fmla="*/ 31261 w 95648"/>
                  <a:gd name="connsiteY2" fmla="*/ 0 h 45724"/>
                  <a:gd name="connsiteX3" fmla="*/ 0 w 95648"/>
                  <a:gd name="connsiteY3" fmla="*/ 30794 h 45724"/>
                  <a:gd name="connsiteX4" fmla="*/ 10731 w 95648"/>
                  <a:gd name="connsiteY4" fmla="*/ 45725 h 45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48" h="45724">
                    <a:moveTo>
                      <a:pt x="95649" y="12131"/>
                    </a:moveTo>
                    <a:cubicBezTo>
                      <a:pt x="84917" y="14931"/>
                      <a:pt x="74653" y="19130"/>
                      <a:pt x="65321" y="24729"/>
                    </a:cubicBezTo>
                    <a:lnTo>
                      <a:pt x="31261" y="0"/>
                    </a:lnTo>
                    <a:lnTo>
                      <a:pt x="0" y="30794"/>
                    </a:lnTo>
                    <a:lnTo>
                      <a:pt x="10731" y="45725"/>
                    </a:lnTo>
                  </a:path>
                </a:pathLst>
              </a:custGeom>
              <a:noFill/>
              <a:ln w="12700" cap="rnd">
                <a:solidFill>
                  <a:schemeClr val="bg1"/>
                </a:solidFill>
                <a:prstDash val="solid"/>
                <a:round/>
              </a:ln>
            </p:spPr>
            <p:txBody>
              <a:bodyPr rtlCol="0" anchor="ctr"/>
              <a:lstStyle/>
              <a:p>
                <a:endParaRPr lang="en-US"/>
              </a:p>
            </p:txBody>
          </p:sp>
          <p:sp>
            <p:nvSpPr>
              <p:cNvPr id="146" name="Freeform 3315">
                <a:extLst>
                  <a:ext uri="{FF2B5EF4-FFF2-40B4-BE49-F238E27FC236}">
                    <a16:creationId xmlns:a16="http://schemas.microsoft.com/office/drawing/2014/main" id="{BEF8022C-A9A1-403A-C008-59F6543ED0A1}"/>
                  </a:ext>
                </a:extLst>
              </p:cNvPr>
              <p:cNvSpPr/>
              <p:nvPr/>
            </p:nvSpPr>
            <p:spPr>
              <a:xfrm>
                <a:off x="1927277" y="4042429"/>
                <a:ext cx="154441" cy="154306"/>
              </a:xfrm>
              <a:custGeom>
                <a:avLst/>
                <a:gdLst>
                  <a:gd name="connsiteX0" fmla="*/ 39989 w 154441"/>
                  <a:gd name="connsiteY0" fmla="*/ 9266 h 154306"/>
                  <a:gd name="connsiteX1" fmla="*/ 144969 w 154441"/>
                  <a:gd name="connsiteY1" fmla="*/ 40060 h 154306"/>
                  <a:gd name="connsiteX2" fmla="*/ 114175 w 154441"/>
                  <a:gd name="connsiteY2" fmla="*/ 145040 h 154306"/>
                  <a:gd name="connsiteX3" fmla="*/ 9194 w 154441"/>
                  <a:gd name="connsiteY3" fmla="*/ 114246 h 154306"/>
                  <a:gd name="connsiteX4" fmla="*/ 16193 w 154441"/>
                  <a:gd name="connsiteY4" fmla="*/ 30262 h 154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41" h="154306">
                    <a:moveTo>
                      <a:pt x="39989" y="9266"/>
                    </a:moveTo>
                    <a:cubicBezTo>
                      <a:pt x="77781" y="-10797"/>
                      <a:pt x="124439" y="2734"/>
                      <a:pt x="144969" y="40060"/>
                    </a:cubicBezTo>
                    <a:cubicBezTo>
                      <a:pt x="165498" y="77387"/>
                      <a:pt x="151501" y="124511"/>
                      <a:pt x="114175" y="145040"/>
                    </a:cubicBezTo>
                    <a:cubicBezTo>
                      <a:pt x="76848" y="165103"/>
                      <a:pt x="29724" y="151572"/>
                      <a:pt x="9194" y="114246"/>
                    </a:cubicBezTo>
                    <a:cubicBezTo>
                      <a:pt x="-5269" y="87651"/>
                      <a:pt x="-2470" y="54524"/>
                      <a:pt x="16193" y="30262"/>
                    </a:cubicBezTo>
                  </a:path>
                </a:pathLst>
              </a:custGeom>
              <a:noFill/>
              <a:ln w="12700" cap="rnd">
                <a:solidFill>
                  <a:schemeClr val="bg1"/>
                </a:solidFill>
                <a:prstDash val="solid"/>
                <a:round/>
              </a:ln>
            </p:spPr>
            <p:txBody>
              <a:bodyPr rtlCol="0" anchor="ctr"/>
              <a:lstStyle/>
              <a:p>
                <a:endParaRPr lang="en-US"/>
              </a:p>
            </p:txBody>
          </p:sp>
          <p:sp>
            <p:nvSpPr>
              <p:cNvPr id="147" name="Freeform 3316">
                <a:extLst>
                  <a:ext uri="{FF2B5EF4-FFF2-40B4-BE49-F238E27FC236}">
                    <a16:creationId xmlns:a16="http://schemas.microsoft.com/office/drawing/2014/main" id="{4B1C8C0C-6036-F202-9FCC-33E67311F195}"/>
                  </a:ext>
                </a:extLst>
              </p:cNvPr>
              <p:cNvSpPr/>
              <p:nvPr/>
            </p:nvSpPr>
            <p:spPr>
              <a:xfrm>
                <a:off x="1960267" y="4095554"/>
                <a:ext cx="24728" cy="49457"/>
              </a:xfrm>
              <a:custGeom>
                <a:avLst/>
                <a:gdLst>
                  <a:gd name="connsiteX0" fmla="*/ 24729 w 24728"/>
                  <a:gd name="connsiteY0" fmla="*/ 49457 h 49457"/>
                  <a:gd name="connsiteX1" fmla="*/ 0 w 24728"/>
                  <a:gd name="connsiteY1" fmla="*/ 24729 h 49457"/>
                  <a:gd name="connsiteX2" fmla="*/ 24729 w 24728"/>
                  <a:gd name="connsiteY2" fmla="*/ 0 h 49457"/>
                </a:gdLst>
                <a:ahLst/>
                <a:cxnLst>
                  <a:cxn ang="0">
                    <a:pos x="connsiteX0" y="connsiteY0"/>
                  </a:cxn>
                  <a:cxn ang="0">
                    <a:pos x="connsiteX1" y="connsiteY1"/>
                  </a:cxn>
                  <a:cxn ang="0">
                    <a:pos x="connsiteX2" y="connsiteY2"/>
                  </a:cxn>
                </a:cxnLst>
                <a:rect l="l" t="t" r="r" b="b"/>
                <a:pathLst>
                  <a:path w="24728" h="49457">
                    <a:moveTo>
                      <a:pt x="24729" y="49457"/>
                    </a:moveTo>
                    <a:lnTo>
                      <a:pt x="0" y="24729"/>
                    </a:lnTo>
                    <a:lnTo>
                      <a:pt x="24729" y="0"/>
                    </a:lnTo>
                  </a:path>
                </a:pathLst>
              </a:custGeom>
              <a:noFill/>
              <a:ln w="12700" cap="rnd">
                <a:solidFill>
                  <a:schemeClr val="bg1"/>
                </a:solidFill>
                <a:prstDash val="solid"/>
                <a:round/>
              </a:ln>
            </p:spPr>
            <p:txBody>
              <a:bodyPr rtlCol="0" anchor="ctr"/>
              <a:lstStyle/>
              <a:p>
                <a:endParaRPr lang="en-US"/>
              </a:p>
            </p:txBody>
          </p:sp>
          <p:sp>
            <p:nvSpPr>
              <p:cNvPr id="148" name="Freeform 3317">
                <a:extLst>
                  <a:ext uri="{FF2B5EF4-FFF2-40B4-BE49-F238E27FC236}">
                    <a16:creationId xmlns:a16="http://schemas.microsoft.com/office/drawing/2014/main" id="{AD131C6A-A7B4-1D56-F22D-7D412CCCEB92}"/>
                  </a:ext>
                </a:extLst>
              </p:cNvPr>
              <p:cNvSpPr/>
              <p:nvPr/>
            </p:nvSpPr>
            <p:spPr>
              <a:xfrm>
                <a:off x="2026055" y="4095554"/>
                <a:ext cx="24728" cy="49457"/>
              </a:xfrm>
              <a:custGeom>
                <a:avLst/>
                <a:gdLst>
                  <a:gd name="connsiteX0" fmla="*/ 0 w 24728"/>
                  <a:gd name="connsiteY0" fmla="*/ 0 h 49457"/>
                  <a:gd name="connsiteX1" fmla="*/ 24729 w 24728"/>
                  <a:gd name="connsiteY1" fmla="*/ 24729 h 49457"/>
                  <a:gd name="connsiteX2" fmla="*/ 0 w 24728"/>
                  <a:gd name="connsiteY2" fmla="*/ 49457 h 49457"/>
                </a:gdLst>
                <a:ahLst/>
                <a:cxnLst>
                  <a:cxn ang="0">
                    <a:pos x="connsiteX0" y="connsiteY0"/>
                  </a:cxn>
                  <a:cxn ang="0">
                    <a:pos x="connsiteX1" y="connsiteY1"/>
                  </a:cxn>
                  <a:cxn ang="0">
                    <a:pos x="connsiteX2" y="connsiteY2"/>
                  </a:cxn>
                </a:cxnLst>
                <a:rect l="l" t="t" r="r" b="b"/>
                <a:pathLst>
                  <a:path w="24728" h="49457">
                    <a:moveTo>
                      <a:pt x="0" y="0"/>
                    </a:moveTo>
                    <a:lnTo>
                      <a:pt x="24729" y="24729"/>
                    </a:lnTo>
                    <a:lnTo>
                      <a:pt x="0" y="49457"/>
                    </a:lnTo>
                  </a:path>
                </a:pathLst>
              </a:custGeom>
              <a:noFill/>
              <a:ln w="12700" cap="rnd">
                <a:solidFill>
                  <a:schemeClr val="bg1"/>
                </a:solidFill>
                <a:prstDash val="solid"/>
                <a:round/>
              </a:ln>
            </p:spPr>
            <p:txBody>
              <a:bodyPr rtlCol="0" anchor="ctr"/>
              <a:lstStyle/>
              <a:p>
                <a:endParaRPr lang="en-US"/>
              </a:p>
            </p:txBody>
          </p:sp>
          <p:sp>
            <p:nvSpPr>
              <p:cNvPr id="149" name="Freeform 3318">
                <a:extLst>
                  <a:ext uri="{FF2B5EF4-FFF2-40B4-BE49-F238E27FC236}">
                    <a16:creationId xmlns:a16="http://schemas.microsoft.com/office/drawing/2014/main" id="{A9E73872-7F7F-F831-2552-C66B8845227A}"/>
                  </a:ext>
                </a:extLst>
              </p:cNvPr>
              <p:cNvSpPr/>
              <p:nvPr/>
            </p:nvSpPr>
            <p:spPr>
              <a:xfrm>
                <a:off x="2000860" y="4080156"/>
                <a:ext cx="10731" cy="79318"/>
              </a:xfrm>
              <a:custGeom>
                <a:avLst/>
                <a:gdLst>
                  <a:gd name="connsiteX0" fmla="*/ 10731 w 10731"/>
                  <a:gd name="connsiteY0" fmla="*/ 0 h 79318"/>
                  <a:gd name="connsiteX1" fmla="*/ 0 w 10731"/>
                  <a:gd name="connsiteY1" fmla="*/ 79318 h 79318"/>
                </a:gdLst>
                <a:ahLst/>
                <a:cxnLst>
                  <a:cxn ang="0">
                    <a:pos x="connsiteX0" y="connsiteY0"/>
                  </a:cxn>
                  <a:cxn ang="0">
                    <a:pos x="connsiteX1" y="connsiteY1"/>
                  </a:cxn>
                </a:cxnLst>
                <a:rect l="l" t="t" r="r" b="b"/>
                <a:pathLst>
                  <a:path w="10731" h="79318">
                    <a:moveTo>
                      <a:pt x="10731" y="0"/>
                    </a:moveTo>
                    <a:lnTo>
                      <a:pt x="0" y="79318"/>
                    </a:lnTo>
                  </a:path>
                </a:pathLst>
              </a:custGeom>
              <a:ln w="12700" cap="rnd">
                <a:solidFill>
                  <a:schemeClr val="bg1"/>
                </a:solidFill>
                <a:prstDash val="solid"/>
                <a:round/>
              </a:ln>
            </p:spPr>
            <p:txBody>
              <a:bodyPr rtlCol="0" anchor="ctr"/>
              <a:lstStyle/>
              <a:p>
                <a:endParaRPr lang="en-US"/>
              </a:p>
            </p:txBody>
          </p:sp>
          <p:sp>
            <p:nvSpPr>
              <p:cNvPr id="150" name="Freeform 3319">
                <a:extLst>
                  <a:ext uri="{FF2B5EF4-FFF2-40B4-BE49-F238E27FC236}">
                    <a16:creationId xmlns:a16="http://schemas.microsoft.com/office/drawing/2014/main" id="{DACA3D38-F2C0-C348-AA15-E3B028431E96}"/>
                  </a:ext>
                </a:extLst>
              </p:cNvPr>
              <p:cNvSpPr/>
              <p:nvPr/>
            </p:nvSpPr>
            <p:spPr>
              <a:xfrm>
                <a:off x="1828174" y="3806793"/>
                <a:ext cx="124161" cy="69935"/>
              </a:xfrm>
              <a:custGeom>
                <a:avLst/>
                <a:gdLst>
                  <a:gd name="connsiteX0" fmla="*/ 52 w 124161"/>
                  <a:gd name="connsiteY0" fmla="*/ 69936 h 69935"/>
                  <a:gd name="connsiteX1" fmla="*/ 32712 w 124161"/>
                  <a:gd name="connsiteY1" fmla="*/ 9280 h 69935"/>
                  <a:gd name="connsiteX2" fmla="*/ 124162 w 124161"/>
                  <a:gd name="connsiteY2" fmla="*/ 33076 h 69935"/>
                </a:gdLst>
                <a:ahLst/>
                <a:cxnLst>
                  <a:cxn ang="0">
                    <a:pos x="connsiteX0" y="connsiteY0"/>
                  </a:cxn>
                  <a:cxn ang="0">
                    <a:pos x="connsiteX1" y="connsiteY1"/>
                  </a:cxn>
                  <a:cxn ang="0">
                    <a:pos x="connsiteX2" y="connsiteY2"/>
                  </a:cxn>
                </a:cxnLst>
                <a:rect l="l" t="t" r="r" b="b"/>
                <a:pathLst>
                  <a:path w="124161" h="69935">
                    <a:moveTo>
                      <a:pt x="52" y="69936"/>
                    </a:moveTo>
                    <a:cubicBezTo>
                      <a:pt x="-881" y="46140"/>
                      <a:pt x="10783" y="22345"/>
                      <a:pt x="32712" y="9280"/>
                    </a:cubicBezTo>
                    <a:cubicBezTo>
                      <a:pt x="64440" y="-9383"/>
                      <a:pt x="105499" y="882"/>
                      <a:pt x="124162" y="33076"/>
                    </a:cubicBezTo>
                  </a:path>
                </a:pathLst>
              </a:custGeom>
              <a:noFill/>
              <a:ln w="12700" cap="rnd">
                <a:solidFill>
                  <a:schemeClr val="bg1"/>
                </a:solidFill>
                <a:prstDash val="solid"/>
                <a:round/>
              </a:ln>
            </p:spPr>
            <p:txBody>
              <a:bodyPr rtlCol="0" anchor="ctr"/>
              <a:lstStyle/>
              <a:p>
                <a:endParaRPr lang="en-US"/>
              </a:p>
            </p:txBody>
          </p:sp>
          <p:sp>
            <p:nvSpPr>
              <p:cNvPr id="151" name="Freeform 3320">
                <a:extLst>
                  <a:ext uri="{FF2B5EF4-FFF2-40B4-BE49-F238E27FC236}">
                    <a16:creationId xmlns:a16="http://schemas.microsoft.com/office/drawing/2014/main" id="{8943B6DF-46E3-6A49-8345-42F98470D21D}"/>
                  </a:ext>
                </a:extLst>
              </p:cNvPr>
              <p:cNvSpPr/>
              <p:nvPr/>
            </p:nvSpPr>
            <p:spPr>
              <a:xfrm>
                <a:off x="1941604" y="3777985"/>
                <a:ext cx="151637" cy="69815"/>
              </a:xfrm>
              <a:custGeom>
                <a:avLst/>
                <a:gdLst>
                  <a:gd name="connsiteX0" fmla="*/ 0 w 151637"/>
                  <a:gd name="connsiteY0" fmla="*/ 43687 h 69815"/>
                  <a:gd name="connsiteX1" fmla="*/ 60655 w 151637"/>
                  <a:gd name="connsiteY1" fmla="*/ 762 h 69815"/>
                  <a:gd name="connsiteX2" fmla="*/ 151638 w 151637"/>
                  <a:gd name="connsiteY2" fmla="*/ 69816 h 69815"/>
                </a:gdLst>
                <a:ahLst/>
                <a:cxnLst>
                  <a:cxn ang="0">
                    <a:pos x="connsiteX0" y="connsiteY0"/>
                  </a:cxn>
                  <a:cxn ang="0">
                    <a:pos x="connsiteX1" y="connsiteY1"/>
                  </a:cxn>
                  <a:cxn ang="0">
                    <a:pos x="connsiteX2" y="connsiteY2"/>
                  </a:cxn>
                </a:cxnLst>
                <a:rect l="l" t="t" r="r" b="b"/>
                <a:pathLst>
                  <a:path w="151637" h="69815">
                    <a:moveTo>
                      <a:pt x="0" y="43687"/>
                    </a:moveTo>
                    <a:cubicBezTo>
                      <a:pt x="11664" y="21292"/>
                      <a:pt x="33594" y="4495"/>
                      <a:pt x="60655" y="762"/>
                    </a:cubicBezTo>
                    <a:cubicBezTo>
                      <a:pt x="104980" y="-5303"/>
                      <a:pt x="145572" y="25491"/>
                      <a:pt x="151638" y="69816"/>
                    </a:cubicBezTo>
                  </a:path>
                </a:pathLst>
              </a:custGeom>
              <a:noFill/>
              <a:ln w="12700" cap="rnd">
                <a:solidFill>
                  <a:schemeClr val="bg1"/>
                </a:solidFill>
                <a:prstDash val="solid"/>
                <a:round/>
              </a:ln>
            </p:spPr>
            <p:txBody>
              <a:bodyPr rtlCol="0" anchor="ctr"/>
              <a:lstStyle/>
              <a:p>
                <a:endParaRPr lang="en-US"/>
              </a:p>
            </p:txBody>
          </p:sp>
          <p:sp>
            <p:nvSpPr>
              <p:cNvPr id="152" name="Freeform 3321">
                <a:extLst>
                  <a:ext uri="{FF2B5EF4-FFF2-40B4-BE49-F238E27FC236}">
                    <a16:creationId xmlns:a16="http://schemas.microsoft.com/office/drawing/2014/main" id="{06F2EF2B-7D7B-409B-E516-1574AB9E837F}"/>
                  </a:ext>
                </a:extLst>
              </p:cNvPr>
              <p:cNvSpPr/>
              <p:nvPr/>
            </p:nvSpPr>
            <p:spPr>
              <a:xfrm>
                <a:off x="2078312" y="3831937"/>
                <a:ext cx="152571" cy="165168"/>
              </a:xfrm>
              <a:custGeom>
                <a:avLst/>
                <a:gdLst>
                  <a:gd name="connsiteX0" fmla="*/ 0 w 152571"/>
                  <a:gd name="connsiteY0" fmla="*/ 38726 h 165168"/>
                  <a:gd name="connsiteX1" fmla="*/ 69987 w 152571"/>
                  <a:gd name="connsiteY1" fmla="*/ 0 h 165168"/>
                  <a:gd name="connsiteX2" fmla="*/ 152571 w 152571"/>
                  <a:gd name="connsiteY2" fmla="*/ 82584 h 165168"/>
                  <a:gd name="connsiteX3" fmla="*/ 69987 w 152571"/>
                  <a:gd name="connsiteY3" fmla="*/ 165169 h 165168"/>
                  <a:gd name="connsiteX4" fmla="*/ 21463 w 152571"/>
                  <a:gd name="connsiteY4" fmla="*/ 165169 h 165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571" h="165168">
                    <a:moveTo>
                      <a:pt x="0" y="38726"/>
                    </a:moveTo>
                    <a:cubicBezTo>
                      <a:pt x="14464" y="15397"/>
                      <a:pt x="40592" y="0"/>
                      <a:pt x="69987" y="0"/>
                    </a:cubicBezTo>
                    <a:cubicBezTo>
                      <a:pt x="115711" y="0"/>
                      <a:pt x="152571" y="36860"/>
                      <a:pt x="152571" y="82584"/>
                    </a:cubicBezTo>
                    <a:cubicBezTo>
                      <a:pt x="152571" y="128309"/>
                      <a:pt x="115711" y="165169"/>
                      <a:pt x="69987" y="165169"/>
                    </a:cubicBezTo>
                    <a:lnTo>
                      <a:pt x="21463" y="165169"/>
                    </a:lnTo>
                  </a:path>
                </a:pathLst>
              </a:custGeom>
              <a:noFill/>
              <a:ln w="12700" cap="rnd">
                <a:solidFill>
                  <a:schemeClr val="bg1"/>
                </a:solidFill>
                <a:prstDash val="solid"/>
                <a:round/>
              </a:ln>
            </p:spPr>
            <p:txBody>
              <a:bodyPr rtlCol="0" anchor="ctr"/>
              <a:lstStyle/>
              <a:p>
                <a:endParaRPr lang="en-US"/>
              </a:p>
            </p:txBody>
          </p:sp>
          <p:sp>
            <p:nvSpPr>
              <p:cNvPr id="153" name="Freeform 3322">
                <a:extLst>
                  <a:ext uri="{FF2B5EF4-FFF2-40B4-BE49-F238E27FC236}">
                    <a16:creationId xmlns:a16="http://schemas.microsoft.com/office/drawing/2014/main" id="{5ABBB5D3-6BCF-44D3-9D18-3745A3DD230C}"/>
                  </a:ext>
                </a:extLst>
              </p:cNvPr>
              <p:cNvSpPr/>
              <p:nvPr/>
            </p:nvSpPr>
            <p:spPr>
              <a:xfrm>
                <a:off x="1791833" y="3869730"/>
                <a:ext cx="104980" cy="134374"/>
              </a:xfrm>
              <a:custGeom>
                <a:avLst/>
                <a:gdLst>
                  <a:gd name="connsiteX0" fmla="*/ 104980 w 104980"/>
                  <a:gd name="connsiteY0" fmla="*/ 134375 h 134374"/>
                  <a:gd name="connsiteX1" fmla="*/ 66721 w 104980"/>
                  <a:gd name="connsiteY1" fmla="*/ 133441 h 134374"/>
                  <a:gd name="connsiteX2" fmla="*/ 0 w 104980"/>
                  <a:gd name="connsiteY2" fmla="*/ 66721 h 134374"/>
                  <a:gd name="connsiteX3" fmla="*/ 66721 w 104980"/>
                  <a:gd name="connsiteY3" fmla="*/ 0 h 134374"/>
                </a:gdLst>
                <a:ahLst/>
                <a:cxnLst>
                  <a:cxn ang="0">
                    <a:pos x="connsiteX0" y="connsiteY0"/>
                  </a:cxn>
                  <a:cxn ang="0">
                    <a:pos x="connsiteX1" y="connsiteY1"/>
                  </a:cxn>
                  <a:cxn ang="0">
                    <a:pos x="connsiteX2" y="connsiteY2"/>
                  </a:cxn>
                  <a:cxn ang="0">
                    <a:pos x="connsiteX3" y="connsiteY3"/>
                  </a:cxn>
                </a:cxnLst>
                <a:rect l="l" t="t" r="r" b="b"/>
                <a:pathLst>
                  <a:path w="104980" h="134374">
                    <a:moveTo>
                      <a:pt x="104980" y="134375"/>
                    </a:moveTo>
                    <a:lnTo>
                      <a:pt x="66721" y="133441"/>
                    </a:lnTo>
                    <a:cubicBezTo>
                      <a:pt x="29861" y="133441"/>
                      <a:pt x="0" y="103580"/>
                      <a:pt x="0" y="66721"/>
                    </a:cubicBezTo>
                    <a:cubicBezTo>
                      <a:pt x="0" y="29861"/>
                      <a:pt x="29861" y="0"/>
                      <a:pt x="66721" y="0"/>
                    </a:cubicBezTo>
                  </a:path>
                </a:pathLst>
              </a:custGeom>
              <a:noFill/>
              <a:ln w="12700" cap="rnd">
                <a:solidFill>
                  <a:schemeClr val="bg1"/>
                </a:solidFill>
                <a:prstDash val="solid"/>
                <a:round/>
              </a:ln>
            </p:spPr>
            <p:txBody>
              <a:bodyPr rtlCol="0" anchor="ctr"/>
              <a:lstStyle/>
              <a:p>
                <a:endParaRPr lang="en-US"/>
              </a:p>
            </p:txBody>
          </p:sp>
          <p:sp>
            <p:nvSpPr>
              <p:cNvPr id="154" name="Freeform 3323">
                <a:extLst>
                  <a:ext uri="{FF2B5EF4-FFF2-40B4-BE49-F238E27FC236}">
                    <a16:creationId xmlns:a16="http://schemas.microsoft.com/office/drawing/2014/main" id="{0BFE1D8C-689D-E151-E0C1-958BA38D8537}"/>
                  </a:ext>
                </a:extLst>
              </p:cNvPr>
              <p:cNvSpPr/>
              <p:nvPr/>
            </p:nvSpPr>
            <p:spPr>
              <a:xfrm>
                <a:off x="1891680" y="3937384"/>
                <a:ext cx="36393" cy="70919"/>
              </a:xfrm>
              <a:custGeom>
                <a:avLst/>
                <a:gdLst>
                  <a:gd name="connsiteX0" fmla="*/ 36393 w 36393"/>
                  <a:gd name="connsiteY0" fmla="*/ 70920 h 70919"/>
                  <a:gd name="connsiteX1" fmla="*/ 0 w 36393"/>
                  <a:gd name="connsiteY1" fmla="*/ 34527 h 70919"/>
                  <a:gd name="connsiteX2" fmla="*/ 0 w 36393"/>
                  <a:gd name="connsiteY2" fmla="*/ 0 h 70919"/>
                </a:gdLst>
                <a:ahLst/>
                <a:cxnLst>
                  <a:cxn ang="0">
                    <a:pos x="connsiteX0" y="connsiteY0"/>
                  </a:cxn>
                  <a:cxn ang="0">
                    <a:pos x="connsiteX1" y="connsiteY1"/>
                  </a:cxn>
                  <a:cxn ang="0">
                    <a:pos x="connsiteX2" y="connsiteY2"/>
                  </a:cxn>
                </a:cxnLst>
                <a:rect l="l" t="t" r="r" b="b"/>
                <a:pathLst>
                  <a:path w="36393" h="70919">
                    <a:moveTo>
                      <a:pt x="36393" y="70920"/>
                    </a:moveTo>
                    <a:lnTo>
                      <a:pt x="0" y="34527"/>
                    </a:lnTo>
                    <a:lnTo>
                      <a:pt x="0" y="0"/>
                    </a:lnTo>
                  </a:path>
                </a:pathLst>
              </a:custGeom>
              <a:noFill/>
              <a:ln w="12700" cap="rnd">
                <a:solidFill>
                  <a:schemeClr val="bg1"/>
                </a:solidFill>
                <a:prstDash val="solid"/>
                <a:round/>
              </a:ln>
            </p:spPr>
            <p:txBody>
              <a:bodyPr rtlCol="0" anchor="ctr"/>
              <a:lstStyle/>
              <a:p>
                <a:endParaRPr lang="en-US"/>
              </a:p>
            </p:txBody>
          </p:sp>
          <p:sp>
            <p:nvSpPr>
              <p:cNvPr id="155" name="Freeform 3324">
                <a:extLst>
                  <a:ext uri="{FF2B5EF4-FFF2-40B4-BE49-F238E27FC236}">
                    <a16:creationId xmlns:a16="http://schemas.microsoft.com/office/drawing/2014/main" id="{BC0672BC-4035-45D2-A1FE-F7A82EE45147}"/>
                  </a:ext>
                </a:extLst>
              </p:cNvPr>
              <p:cNvSpPr/>
              <p:nvPr/>
            </p:nvSpPr>
            <p:spPr>
              <a:xfrm>
                <a:off x="1873017" y="3910789"/>
                <a:ext cx="37326" cy="32193"/>
              </a:xfrm>
              <a:custGeom>
                <a:avLst/>
                <a:gdLst>
                  <a:gd name="connsiteX0" fmla="*/ 37326 w 37326"/>
                  <a:gd name="connsiteY0" fmla="*/ 32194 h 32193"/>
                  <a:gd name="connsiteX1" fmla="*/ 18663 w 37326"/>
                  <a:gd name="connsiteY1" fmla="*/ 0 h 32193"/>
                  <a:gd name="connsiteX2" fmla="*/ 0 w 37326"/>
                  <a:gd name="connsiteY2" fmla="*/ 32194 h 32193"/>
                </a:gdLst>
                <a:ahLst/>
                <a:cxnLst>
                  <a:cxn ang="0">
                    <a:pos x="connsiteX0" y="connsiteY0"/>
                  </a:cxn>
                  <a:cxn ang="0">
                    <a:pos x="connsiteX1" y="connsiteY1"/>
                  </a:cxn>
                  <a:cxn ang="0">
                    <a:pos x="connsiteX2" y="connsiteY2"/>
                  </a:cxn>
                </a:cxnLst>
                <a:rect l="l" t="t" r="r" b="b"/>
                <a:pathLst>
                  <a:path w="37326" h="32193">
                    <a:moveTo>
                      <a:pt x="37326" y="32194"/>
                    </a:moveTo>
                    <a:lnTo>
                      <a:pt x="18663" y="0"/>
                    </a:lnTo>
                    <a:lnTo>
                      <a:pt x="0" y="32194"/>
                    </a:lnTo>
                    <a:close/>
                  </a:path>
                </a:pathLst>
              </a:custGeom>
              <a:solidFill>
                <a:schemeClr val="tx1"/>
              </a:solidFill>
              <a:ln w="12700" cap="flat">
                <a:solidFill>
                  <a:schemeClr val="bg1"/>
                </a:solidFill>
                <a:prstDash val="solid"/>
                <a:miter/>
              </a:ln>
            </p:spPr>
            <p:txBody>
              <a:bodyPr rtlCol="0" anchor="ctr"/>
              <a:lstStyle/>
              <a:p>
                <a:endParaRPr lang="en-US"/>
              </a:p>
            </p:txBody>
          </p:sp>
          <p:sp>
            <p:nvSpPr>
              <p:cNvPr id="156" name="Freeform 3325">
                <a:extLst>
                  <a:ext uri="{FF2B5EF4-FFF2-40B4-BE49-F238E27FC236}">
                    <a16:creationId xmlns:a16="http://schemas.microsoft.com/office/drawing/2014/main" id="{4B90EA48-F84E-4B71-8D9E-324AE1370EF5}"/>
                  </a:ext>
                </a:extLst>
              </p:cNvPr>
              <p:cNvSpPr/>
              <p:nvPr/>
            </p:nvSpPr>
            <p:spPr>
              <a:xfrm>
                <a:off x="2079711" y="3937384"/>
                <a:ext cx="35926" cy="70919"/>
              </a:xfrm>
              <a:custGeom>
                <a:avLst/>
                <a:gdLst>
                  <a:gd name="connsiteX0" fmla="*/ 0 w 35926"/>
                  <a:gd name="connsiteY0" fmla="*/ 70920 h 70919"/>
                  <a:gd name="connsiteX1" fmla="*/ 35927 w 35926"/>
                  <a:gd name="connsiteY1" fmla="*/ 34527 h 70919"/>
                  <a:gd name="connsiteX2" fmla="*/ 35927 w 35926"/>
                  <a:gd name="connsiteY2" fmla="*/ 0 h 70919"/>
                </a:gdLst>
                <a:ahLst/>
                <a:cxnLst>
                  <a:cxn ang="0">
                    <a:pos x="connsiteX0" y="connsiteY0"/>
                  </a:cxn>
                  <a:cxn ang="0">
                    <a:pos x="connsiteX1" y="connsiteY1"/>
                  </a:cxn>
                  <a:cxn ang="0">
                    <a:pos x="connsiteX2" y="connsiteY2"/>
                  </a:cxn>
                </a:cxnLst>
                <a:rect l="l" t="t" r="r" b="b"/>
                <a:pathLst>
                  <a:path w="35926" h="70919">
                    <a:moveTo>
                      <a:pt x="0" y="70920"/>
                    </a:moveTo>
                    <a:lnTo>
                      <a:pt x="35927" y="34527"/>
                    </a:lnTo>
                    <a:lnTo>
                      <a:pt x="35927" y="0"/>
                    </a:lnTo>
                  </a:path>
                </a:pathLst>
              </a:custGeom>
              <a:noFill/>
              <a:ln w="12700" cap="rnd">
                <a:solidFill>
                  <a:schemeClr val="bg1"/>
                </a:solidFill>
                <a:prstDash val="solid"/>
                <a:round/>
              </a:ln>
            </p:spPr>
            <p:txBody>
              <a:bodyPr rtlCol="0" anchor="ctr"/>
              <a:lstStyle/>
              <a:p>
                <a:endParaRPr lang="en-US"/>
              </a:p>
            </p:txBody>
          </p:sp>
          <p:sp>
            <p:nvSpPr>
              <p:cNvPr id="157" name="Freeform 3326">
                <a:extLst>
                  <a:ext uri="{FF2B5EF4-FFF2-40B4-BE49-F238E27FC236}">
                    <a16:creationId xmlns:a16="http://schemas.microsoft.com/office/drawing/2014/main" id="{9DBA2678-B575-EFA1-30E7-1EE8F5C47B68}"/>
                  </a:ext>
                </a:extLst>
              </p:cNvPr>
              <p:cNvSpPr/>
              <p:nvPr/>
            </p:nvSpPr>
            <p:spPr>
              <a:xfrm>
                <a:off x="2096975" y="3910789"/>
                <a:ext cx="37326" cy="32193"/>
              </a:xfrm>
              <a:custGeom>
                <a:avLst/>
                <a:gdLst>
                  <a:gd name="connsiteX0" fmla="*/ 37326 w 37326"/>
                  <a:gd name="connsiteY0" fmla="*/ 32194 h 32193"/>
                  <a:gd name="connsiteX1" fmla="*/ 18663 w 37326"/>
                  <a:gd name="connsiteY1" fmla="*/ 0 h 32193"/>
                  <a:gd name="connsiteX2" fmla="*/ 0 w 37326"/>
                  <a:gd name="connsiteY2" fmla="*/ 32194 h 32193"/>
                </a:gdLst>
                <a:ahLst/>
                <a:cxnLst>
                  <a:cxn ang="0">
                    <a:pos x="connsiteX0" y="connsiteY0"/>
                  </a:cxn>
                  <a:cxn ang="0">
                    <a:pos x="connsiteX1" y="connsiteY1"/>
                  </a:cxn>
                  <a:cxn ang="0">
                    <a:pos x="connsiteX2" y="connsiteY2"/>
                  </a:cxn>
                </a:cxnLst>
                <a:rect l="l" t="t" r="r" b="b"/>
                <a:pathLst>
                  <a:path w="37326" h="32193">
                    <a:moveTo>
                      <a:pt x="37326" y="32194"/>
                    </a:moveTo>
                    <a:lnTo>
                      <a:pt x="18663" y="0"/>
                    </a:lnTo>
                    <a:lnTo>
                      <a:pt x="0" y="32194"/>
                    </a:lnTo>
                    <a:close/>
                  </a:path>
                </a:pathLst>
              </a:custGeom>
              <a:solidFill>
                <a:schemeClr val="tx1"/>
              </a:solidFill>
              <a:ln w="12700" cap="flat">
                <a:solidFill>
                  <a:schemeClr val="bg1"/>
                </a:solidFill>
                <a:prstDash val="solid"/>
                <a:miter/>
              </a:ln>
            </p:spPr>
            <p:txBody>
              <a:bodyPr rtlCol="0" anchor="ctr"/>
              <a:lstStyle/>
              <a:p>
                <a:endParaRPr lang="en-US"/>
              </a:p>
            </p:txBody>
          </p:sp>
          <p:sp>
            <p:nvSpPr>
              <p:cNvPr id="158" name="Freeform 3327">
                <a:extLst>
                  <a:ext uri="{FF2B5EF4-FFF2-40B4-BE49-F238E27FC236}">
                    <a16:creationId xmlns:a16="http://schemas.microsoft.com/office/drawing/2014/main" id="{14B79ABF-243D-4539-81F4-2EE2627CAF35}"/>
                  </a:ext>
                </a:extLst>
              </p:cNvPr>
              <p:cNvSpPr/>
              <p:nvPr/>
            </p:nvSpPr>
            <p:spPr>
              <a:xfrm>
                <a:off x="2007392" y="3899591"/>
                <a:ext cx="4665" cy="64387"/>
              </a:xfrm>
              <a:custGeom>
                <a:avLst/>
                <a:gdLst>
                  <a:gd name="connsiteX0" fmla="*/ 0 w 4665"/>
                  <a:gd name="connsiteY0" fmla="*/ 64388 h 64387"/>
                  <a:gd name="connsiteX1" fmla="*/ 0 w 4665"/>
                  <a:gd name="connsiteY1" fmla="*/ 0 h 64387"/>
                </a:gdLst>
                <a:ahLst/>
                <a:cxnLst>
                  <a:cxn ang="0">
                    <a:pos x="connsiteX0" y="connsiteY0"/>
                  </a:cxn>
                  <a:cxn ang="0">
                    <a:pos x="connsiteX1" y="connsiteY1"/>
                  </a:cxn>
                </a:cxnLst>
                <a:rect l="l" t="t" r="r" b="b"/>
                <a:pathLst>
                  <a:path w="4665" h="64387">
                    <a:moveTo>
                      <a:pt x="0" y="64388"/>
                    </a:moveTo>
                    <a:lnTo>
                      <a:pt x="0" y="0"/>
                    </a:lnTo>
                  </a:path>
                </a:pathLst>
              </a:custGeom>
              <a:ln w="12700" cap="rnd">
                <a:solidFill>
                  <a:schemeClr val="bg1"/>
                </a:solidFill>
                <a:prstDash val="solid"/>
                <a:round/>
              </a:ln>
            </p:spPr>
            <p:txBody>
              <a:bodyPr rtlCol="0" anchor="ctr"/>
              <a:lstStyle/>
              <a:p>
                <a:endParaRPr lang="en-US"/>
              </a:p>
            </p:txBody>
          </p:sp>
          <p:sp>
            <p:nvSpPr>
              <p:cNvPr id="159" name="Freeform 3328">
                <a:extLst>
                  <a:ext uri="{FF2B5EF4-FFF2-40B4-BE49-F238E27FC236}">
                    <a16:creationId xmlns:a16="http://schemas.microsoft.com/office/drawing/2014/main" id="{F59CF01E-D0FE-97B4-BA5B-A61B375DB9C7}"/>
                  </a:ext>
                </a:extLst>
              </p:cNvPr>
              <p:cNvSpPr/>
              <p:nvPr/>
            </p:nvSpPr>
            <p:spPr>
              <a:xfrm>
                <a:off x="1988729" y="3872529"/>
                <a:ext cx="37326" cy="32193"/>
              </a:xfrm>
              <a:custGeom>
                <a:avLst/>
                <a:gdLst>
                  <a:gd name="connsiteX0" fmla="*/ 37326 w 37326"/>
                  <a:gd name="connsiteY0" fmla="*/ 32194 h 32193"/>
                  <a:gd name="connsiteX1" fmla="*/ 18663 w 37326"/>
                  <a:gd name="connsiteY1" fmla="*/ 0 h 32193"/>
                  <a:gd name="connsiteX2" fmla="*/ 0 w 37326"/>
                  <a:gd name="connsiteY2" fmla="*/ 32194 h 32193"/>
                </a:gdLst>
                <a:ahLst/>
                <a:cxnLst>
                  <a:cxn ang="0">
                    <a:pos x="connsiteX0" y="connsiteY0"/>
                  </a:cxn>
                  <a:cxn ang="0">
                    <a:pos x="connsiteX1" y="connsiteY1"/>
                  </a:cxn>
                  <a:cxn ang="0">
                    <a:pos x="connsiteX2" y="connsiteY2"/>
                  </a:cxn>
                </a:cxnLst>
                <a:rect l="l" t="t" r="r" b="b"/>
                <a:pathLst>
                  <a:path w="37326" h="32193">
                    <a:moveTo>
                      <a:pt x="37326" y="32194"/>
                    </a:moveTo>
                    <a:lnTo>
                      <a:pt x="18663" y="0"/>
                    </a:lnTo>
                    <a:lnTo>
                      <a:pt x="0" y="32194"/>
                    </a:lnTo>
                    <a:close/>
                  </a:path>
                </a:pathLst>
              </a:custGeom>
              <a:solidFill>
                <a:schemeClr val="tx1"/>
              </a:solidFill>
              <a:ln w="12700" cap="flat">
                <a:solidFill>
                  <a:schemeClr val="bg1"/>
                </a:solidFill>
                <a:prstDash val="solid"/>
                <a:miter/>
              </a:ln>
            </p:spPr>
            <p:txBody>
              <a:bodyPr rtlCol="0" anchor="ctr"/>
              <a:lstStyle/>
              <a:p>
                <a:endParaRPr lang="en-US"/>
              </a:p>
            </p:txBody>
          </p:sp>
        </p:grpSp>
        <p:pic>
          <p:nvPicPr>
            <p:cNvPr id="161" name="Graphic 160">
              <a:extLst>
                <a:ext uri="{FF2B5EF4-FFF2-40B4-BE49-F238E27FC236}">
                  <a16:creationId xmlns:a16="http://schemas.microsoft.com/office/drawing/2014/main" id="{051A63D5-DC14-7A4F-35E1-46A2FF8D6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5059" y="2337480"/>
              <a:ext cx="728650" cy="544648"/>
            </a:xfrm>
            <a:prstGeom prst="rect">
              <a:avLst/>
            </a:prstGeom>
          </p:spPr>
        </p:pic>
        <p:pic>
          <p:nvPicPr>
            <p:cNvPr id="162" name="Graphic 161">
              <a:extLst>
                <a:ext uri="{FF2B5EF4-FFF2-40B4-BE49-F238E27FC236}">
                  <a16:creationId xmlns:a16="http://schemas.microsoft.com/office/drawing/2014/main" id="{C94C2439-8BBC-FF12-8119-B679F0C9B0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4134" y="1740517"/>
              <a:ext cx="575732" cy="552468"/>
            </a:xfrm>
            <a:prstGeom prst="rect">
              <a:avLst/>
            </a:prstGeom>
          </p:spPr>
        </p:pic>
        <p:pic>
          <p:nvPicPr>
            <p:cNvPr id="163" name="Graphic 162">
              <a:extLst>
                <a:ext uri="{FF2B5EF4-FFF2-40B4-BE49-F238E27FC236}">
                  <a16:creationId xmlns:a16="http://schemas.microsoft.com/office/drawing/2014/main" id="{7D30A0EF-7674-5AD7-0C88-236AC6DAFC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85580" y="2314621"/>
              <a:ext cx="555192" cy="617416"/>
            </a:xfrm>
            <a:prstGeom prst="rect">
              <a:avLst/>
            </a:prstGeom>
          </p:spPr>
        </p:pic>
        <p:grpSp>
          <p:nvGrpSpPr>
            <p:cNvPr id="164" name="Group 163">
              <a:extLst>
                <a:ext uri="{FF2B5EF4-FFF2-40B4-BE49-F238E27FC236}">
                  <a16:creationId xmlns:a16="http://schemas.microsoft.com/office/drawing/2014/main" id="{289BC94C-6FCC-5E0A-A1A8-20E209C3DCDD}"/>
                </a:ext>
              </a:extLst>
            </p:cNvPr>
            <p:cNvGrpSpPr/>
            <p:nvPr/>
          </p:nvGrpSpPr>
          <p:grpSpPr>
            <a:xfrm>
              <a:off x="7599494" y="1813560"/>
              <a:ext cx="621574" cy="498642"/>
              <a:chOff x="6809804" y="3712455"/>
              <a:chExt cx="669458" cy="537057"/>
            </a:xfrm>
          </p:grpSpPr>
          <p:sp>
            <p:nvSpPr>
              <p:cNvPr id="165" name="Freeform 3336">
                <a:extLst>
                  <a:ext uri="{FF2B5EF4-FFF2-40B4-BE49-F238E27FC236}">
                    <a16:creationId xmlns:a16="http://schemas.microsoft.com/office/drawing/2014/main" id="{D5CBD6AB-8656-EA31-0BCD-C181DCC22A86}"/>
                  </a:ext>
                </a:extLst>
              </p:cNvPr>
              <p:cNvSpPr/>
              <p:nvPr/>
            </p:nvSpPr>
            <p:spPr>
              <a:xfrm>
                <a:off x="6981806" y="3818235"/>
                <a:ext cx="324892" cy="325454"/>
              </a:xfrm>
              <a:custGeom>
                <a:avLst/>
                <a:gdLst>
                  <a:gd name="connsiteX0" fmla="*/ 56772 w 324892"/>
                  <a:gd name="connsiteY0" fmla="*/ 100054 h 325454"/>
                  <a:gd name="connsiteX1" fmla="*/ 43282 w 324892"/>
                  <a:gd name="connsiteY1" fmla="*/ 132093 h 325454"/>
                  <a:gd name="connsiteX2" fmla="*/ 0 w 324892"/>
                  <a:gd name="connsiteY2" fmla="*/ 139400 h 325454"/>
                  <a:gd name="connsiteX3" fmla="*/ 0 w 324892"/>
                  <a:gd name="connsiteY3" fmla="*/ 186055 h 325454"/>
                  <a:gd name="connsiteX4" fmla="*/ 43844 w 324892"/>
                  <a:gd name="connsiteY4" fmla="*/ 193362 h 325454"/>
                  <a:gd name="connsiteX5" fmla="*/ 57334 w 324892"/>
                  <a:gd name="connsiteY5" fmla="*/ 225401 h 325454"/>
                  <a:gd name="connsiteX6" fmla="*/ 31478 w 324892"/>
                  <a:gd name="connsiteY6" fmla="*/ 261376 h 325454"/>
                  <a:gd name="connsiteX7" fmla="*/ 64079 w 324892"/>
                  <a:gd name="connsiteY7" fmla="*/ 293977 h 325454"/>
                  <a:gd name="connsiteX8" fmla="*/ 100054 w 324892"/>
                  <a:gd name="connsiteY8" fmla="*/ 268121 h 325454"/>
                  <a:gd name="connsiteX9" fmla="*/ 132093 w 324892"/>
                  <a:gd name="connsiteY9" fmla="*/ 281611 h 325454"/>
                  <a:gd name="connsiteX10" fmla="*/ 139400 w 324892"/>
                  <a:gd name="connsiteY10" fmla="*/ 325455 h 325454"/>
                  <a:gd name="connsiteX11" fmla="*/ 185492 w 324892"/>
                  <a:gd name="connsiteY11" fmla="*/ 325455 h 325454"/>
                  <a:gd name="connsiteX12" fmla="*/ 192800 w 324892"/>
                  <a:gd name="connsiteY12" fmla="*/ 281611 h 325454"/>
                  <a:gd name="connsiteX13" fmla="*/ 224839 w 324892"/>
                  <a:gd name="connsiteY13" fmla="*/ 268121 h 325454"/>
                  <a:gd name="connsiteX14" fmla="*/ 260814 w 324892"/>
                  <a:gd name="connsiteY14" fmla="*/ 293977 h 325454"/>
                  <a:gd name="connsiteX15" fmla="*/ 293415 w 324892"/>
                  <a:gd name="connsiteY15" fmla="*/ 261376 h 325454"/>
                  <a:gd name="connsiteX16" fmla="*/ 267559 w 324892"/>
                  <a:gd name="connsiteY16" fmla="*/ 225401 h 325454"/>
                  <a:gd name="connsiteX17" fmla="*/ 281049 w 324892"/>
                  <a:gd name="connsiteY17" fmla="*/ 193362 h 325454"/>
                  <a:gd name="connsiteX18" fmla="*/ 324893 w 324892"/>
                  <a:gd name="connsiteY18" fmla="*/ 186055 h 325454"/>
                  <a:gd name="connsiteX19" fmla="*/ 324893 w 324892"/>
                  <a:gd name="connsiteY19" fmla="*/ 139400 h 325454"/>
                  <a:gd name="connsiteX20" fmla="*/ 281049 w 324892"/>
                  <a:gd name="connsiteY20" fmla="*/ 132093 h 325454"/>
                  <a:gd name="connsiteX21" fmla="*/ 268121 w 324892"/>
                  <a:gd name="connsiteY21" fmla="*/ 100054 h 325454"/>
                  <a:gd name="connsiteX22" fmla="*/ 293415 w 324892"/>
                  <a:gd name="connsiteY22" fmla="*/ 64079 h 325454"/>
                  <a:gd name="connsiteX23" fmla="*/ 261376 w 324892"/>
                  <a:gd name="connsiteY23" fmla="*/ 30915 h 325454"/>
                  <a:gd name="connsiteX24" fmla="*/ 225401 w 324892"/>
                  <a:gd name="connsiteY24" fmla="*/ 56772 h 325454"/>
                  <a:gd name="connsiteX25" fmla="*/ 193362 w 324892"/>
                  <a:gd name="connsiteY25" fmla="*/ 43282 h 325454"/>
                  <a:gd name="connsiteX26" fmla="*/ 186055 w 324892"/>
                  <a:gd name="connsiteY26" fmla="*/ 0 h 325454"/>
                  <a:gd name="connsiteX27" fmla="*/ 139400 w 324892"/>
                  <a:gd name="connsiteY27" fmla="*/ 0 h 325454"/>
                  <a:gd name="connsiteX28" fmla="*/ 136590 w 324892"/>
                  <a:gd name="connsiteY28" fmla="*/ 19673 h 325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4892" h="325454">
                    <a:moveTo>
                      <a:pt x="56772" y="100054"/>
                    </a:moveTo>
                    <a:cubicBezTo>
                      <a:pt x="50589" y="110171"/>
                      <a:pt x="46654" y="120851"/>
                      <a:pt x="43282" y="132093"/>
                    </a:cubicBezTo>
                    <a:lnTo>
                      <a:pt x="0" y="139400"/>
                    </a:lnTo>
                    <a:lnTo>
                      <a:pt x="0" y="186055"/>
                    </a:lnTo>
                    <a:lnTo>
                      <a:pt x="43844" y="193362"/>
                    </a:lnTo>
                    <a:cubicBezTo>
                      <a:pt x="46654" y="204604"/>
                      <a:pt x="51151" y="215284"/>
                      <a:pt x="57334" y="225401"/>
                    </a:cubicBezTo>
                    <a:lnTo>
                      <a:pt x="31478" y="261376"/>
                    </a:lnTo>
                    <a:lnTo>
                      <a:pt x="64079" y="293977"/>
                    </a:lnTo>
                    <a:lnTo>
                      <a:pt x="100054" y="268121"/>
                    </a:lnTo>
                    <a:cubicBezTo>
                      <a:pt x="110171" y="274304"/>
                      <a:pt x="120851" y="278239"/>
                      <a:pt x="132093" y="281611"/>
                    </a:cubicBezTo>
                    <a:lnTo>
                      <a:pt x="139400" y="325455"/>
                    </a:lnTo>
                    <a:lnTo>
                      <a:pt x="185492" y="325455"/>
                    </a:lnTo>
                    <a:lnTo>
                      <a:pt x="192800" y="281611"/>
                    </a:lnTo>
                    <a:cubicBezTo>
                      <a:pt x="204042" y="278801"/>
                      <a:pt x="214722" y="274304"/>
                      <a:pt x="224839" y="268121"/>
                    </a:cubicBezTo>
                    <a:lnTo>
                      <a:pt x="260814" y="293977"/>
                    </a:lnTo>
                    <a:lnTo>
                      <a:pt x="293415" y="261376"/>
                    </a:lnTo>
                    <a:lnTo>
                      <a:pt x="267559" y="225401"/>
                    </a:lnTo>
                    <a:cubicBezTo>
                      <a:pt x="273742" y="215284"/>
                      <a:pt x="278239" y="204604"/>
                      <a:pt x="281049" y="193362"/>
                    </a:cubicBezTo>
                    <a:lnTo>
                      <a:pt x="324893" y="186055"/>
                    </a:lnTo>
                    <a:lnTo>
                      <a:pt x="324893" y="139400"/>
                    </a:lnTo>
                    <a:lnTo>
                      <a:pt x="281049" y="132093"/>
                    </a:lnTo>
                    <a:cubicBezTo>
                      <a:pt x="278239" y="120851"/>
                      <a:pt x="273742" y="110171"/>
                      <a:pt x="268121" y="100054"/>
                    </a:cubicBezTo>
                    <a:lnTo>
                      <a:pt x="293415" y="64079"/>
                    </a:lnTo>
                    <a:lnTo>
                      <a:pt x="261376" y="30915"/>
                    </a:lnTo>
                    <a:lnTo>
                      <a:pt x="225401" y="56772"/>
                    </a:lnTo>
                    <a:cubicBezTo>
                      <a:pt x="215284" y="50589"/>
                      <a:pt x="204604" y="46654"/>
                      <a:pt x="193362" y="43282"/>
                    </a:cubicBezTo>
                    <a:lnTo>
                      <a:pt x="186055" y="0"/>
                    </a:lnTo>
                    <a:lnTo>
                      <a:pt x="139400" y="0"/>
                    </a:lnTo>
                    <a:lnTo>
                      <a:pt x="136590" y="19673"/>
                    </a:lnTo>
                  </a:path>
                </a:pathLst>
              </a:custGeom>
              <a:noFill/>
              <a:ln w="12700" cap="rnd">
                <a:solidFill>
                  <a:schemeClr val="tx1"/>
                </a:solidFill>
                <a:prstDash val="solid"/>
                <a:round/>
              </a:ln>
            </p:spPr>
            <p:txBody>
              <a:bodyPr rtlCol="0" anchor="ctr"/>
              <a:lstStyle/>
              <a:p>
                <a:endParaRPr lang="en-US"/>
              </a:p>
            </p:txBody>
          </p:sp>
          <p:sp>
            <p:nvSpPr>
              <p:cNvPr id="166" name="Freeform 3337">
                <a:extLst>
                  <a:ext uri="{FF2B5EF4-FFF2-40B4-BE49-F238E27FC236}">
                    <a16:creationId xmlns:a16="http://schemas.microsoft.com/office/drawing/2014/main" id="{3A285F77-50AB-7221-E9CA-F95D73982625}"/>
                  </a:ext>
                </a:extLst>
              </p:cNvPr>
              <p:cNvSpPr/>
              <p:nvPr/>
            </p:nvSpPr>
            <p:spPr>
              <a:xfrm>
                <a:off x="7012721" y="3849150"/>
                <a:ext cx="101177" cy="48340"/>
              </a:xfrm>
              <a:custGeom>
                <a:avLst/>
                <a:gdLst>
                  <a:gd name="connsiteX0" fmla="*/ 101178 w 101177"/>
                  <a:gd name="connsiteY0" fmla="*/ 12366 h 48340"/>
                  <a:gd name="connsiteX1" fmla="*/ 69138 w 101177"/>
                  <a:gd name="connsiteY1" fmla="*/ 25857 h 48340"/>
                  <a:gd name="connsiteX2" fmla="*/ 33164 w 101177"/>
                  <a:gd name="connsiteY2" fmla="*/ 0 h 48340"/>
                  <a:gd name="connsiteX3" fmla="*/ 0 w 101177"/>
                  <a:gd name="connsiteY3" fmla="*/ 32602 h 48340"/>
                  <a:gd name="connsiteX4" fmla="*/ 11242 w 101177"/>
                  <a:gd name="connsiteY4" fmla="*/ 48340 h 483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177" h="48340">
                    <a:moveTo>
                      <a:pt x="101178" y="12366"/>
                    </a:moveTo>
                    <a:cubicBezTo>
                      <a:pt x="89936" y="15177"/>
                      <a:pt x="79256" y="19673"/>
                      <a:pt x="69138" y="25857"/>
                    </a:cubicBezTo>
                    <a:lnTo>
                      <a:pt x="33164" y="0"/>
                    </a:lnTo>
                    <a:lnTo>
                      <a:pt x="0" y="32602"/>
                    </a:lnTo>
                    <a:lnTo>
                      <a:pt x="11242" y="48340"/>
                    </a:lnTo>
                  </a:path>
                </a:pathLst>
              </a:custGeom>
              <a:noFill/>
              <a:ln w="12700" cap="rnd">
                <a:solidFill>
                  <a:schemeClr val="tx1"/>
                </a:solidFill>
                <a:prstDash val="solid"/>
                <a:round/>
              </a:ln>
            </p:spPr>
            <p:txBody>
              <a:bodyPr rtlCol="0" anchor="ctr"/>
              <a:lstStyle/>
              <a:p>
                <a:endParaRPr lang="en-US"/>
              </a:p>
            </p:txBody>
          </p:sp>
          <p:sp>
            <p:nvSpPr>
              <p:cNvPr id="167" name="Freeform 3338">
                <a:extLst>
                  <a:ext uri="{FF2B5EF4-FFF2-40B4-BE49-F238E27FC236}">
                    <a16:creationId xmlns:a16="http://schemas.microsoft.com/office/drawing/2014/main" id="{1A42B2AB-AB3C-B8B1-06DA-674D59AB451B}"/>
                  </a:ext>
                </a:extLst>
              </p:cNvPr>
              <p:cNvSpPr/>
              <p:nvPr/>
            </p:nvSpPr>
            <p:spPr>
              <a:xfrm>
                <a:off x="7063176" y="3899466"/>
                <a:ext cx="163102" cy="162992"/>
              </a:xfrm>
              <a:custGeom>
                <a:avLst/>
                <a:gdLst>
                  <a:gd name="connsiteX0" fmla="*/ 42292 w 163102"/>
                  <a:gd name="connsiteY0" fmla="*/ 9829 h 162992"/>
                  <a:gd name="connsiteX1" fmla="*/ 153025 w 163102"/>
                  <a:gd name="connsiteY1" fmla="*/ 42430 h 162992"/>
                  <a:gd name="connsiteX2" fmla="*/ 120423 w 163102"/>
                  <a:gd name="connsiteY2" fmla="*/ 153164 h 162992"/>
                  <a:gd name="connsiteX3" fmla="*/ 9690 w 163102"/>
                  <a:gd name="connsiteY3" fmla="*/ 120562 h 162992"/>
                  <a:gd name="connsiteX4" fmla="*/ 16997 w 163102"/>
                  <a:gd name="connsiteY4" fmla="*/ 32312 h 162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102" h="162992">
                    <a:moveTo>
                      <a:pt x="42292" y="9829"/>
                    </a:moveTo>
                    <a:cubicBezTo>
                      <a:pt x="82201" y="-11531"/>
                      <a:pt x="131103" y="3083"/>
                      <a:pt x="153025" y="42430"/>
                    </a:cubicBezTo>
                    <a:cubicBezTo>
                      <a:pt x="174947" y="81777"/>
                      <a:pt x="159770" y="131242"/>
                      <a:pt x="120423" y="153164"/>
                    </a:cubicBezTo>
                    <a:cubicBezTo>
                      <a:pt x="81077" y="174523"/>
                      <a:pt x="31612" y="159909"/>
                      <a:pt x="9690" y="120562"/>
                    </a:cubicBezTo>
                    <a:cubicBezTo>
                      <a:pt x="-5487" y="92457"/>
                      <a:pt x="-2676" y="57607"/>
                      <a:pt x="16997" y="32312"/>
                    </a:cubicBezTo>
                  </a:path>
                </a:pathLst>
              </a:custGeom>
              <a:noFill/>
              <a:ln w="12700" cap="rnd">
                <a:solidFill>
                  <a:schemeClr val="tx1"/>
                </a:solidFill>
                <a:prstDash val="solid"/>
                <a:round/>
              </a:ln>
            </p:spPr>
            <p:txBody>
              <a:bodyPr rtlCol="0" anchor="ctr"/>
              <a:lstStyle/>
              <a:p>
                <a:endParaRPr lang="en-US"/>
              </a:p>
            </p:txBody>
          </p:sp>
          <p:sp>
            <p:nvSpPr>
              <p:cNvPr id="168" name="Freeform 3339">
                <a:extLst>
                  <a:ext uri="{FF2B5EF4-FFF2-40B4-BE49-F238E27FC236}">
                    <a16:creationId xmlns:a16="http://schemas.microsoft.com/office/drawing/2014/main" id="{12F33B02-EA57-FFDD-C7CC-E025AA6C799A}"/>
                  </a:ext>
                </a:extLst>
              </p:cNvPr>
              <p:cNvSpPr/>
              <p:nvPr/>
            </p:nvSpPr>
            <p:spPr>
              <a:xfrm>
                <a:off x="7126827" y="3944606"/>
                <a:ext cx="39346" cy="74398"/>
              </a:xfrm>
              <a:custGeom>
                <a:avLst/>
                <a:gdLst>
                  <a:gd name="connsiteX0" fmla="*/ 562 w 39346"/>
                  <a:gd name="connsiteY0" fmla="*/ 56311 h 74398"/>
                  <a:gd name="connsiteX1" fmla="*/ 21360 w 39346"/>
                  <a:gd name="connsiteY1" fmla="*/ 74298 h 74398"/>
                  <a:gd name="connsiteX2" fmla="*/ 39347 w 39346"/>
                  <a:gd name="connsiteY2" fmla="*/ 56311 h 74398"/>
                  <a:gd name="connsiteX3" fmla="*/ 19673 w 39346"/>
                  <a:gd name="connsiteY3" fmla="*/ 37199 h 74398"/>
                  <a:gd name="connsiteX4" fmla="*/ 0 w 39346"/>
                  <a:gd name="connsiteY4" fmla="*/ 18088 h 74398"/>
                  <a:gd name="connsiteX5" fmla="*/ 20798 w 39346"/>
                  <a:gd name="connsiteY5" fmla="*/ 101 h 74398"/>
                  <a:gd name="connsiteX6" fmla="*/ 38785 w 39346"/>
                  <a:gd name="connsiteY6" fmla="*/ 18088 h 7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46" h="74398">
                    <a:moveTo>
                      <a:pt x="562" y="56311"/>
                    </a:moveTo>
                    <a:cubicBezTo>
                      <a:pt x="1124" y="66990"/>
                      <a:pt x="10680" y="75422"/>
                      <a:pt x="21360" y="74298"/>
                    </a:cubicBezTo>
                    <a:cubicBezTo>
                      <a:pt x="30915" y="73736"/>
                      <a:pt x="38785" y="65866"/>
                      <a:pt x="39347" y="56311"/>
                    </a:cubicBezTo>
                    <a:cubicBezTo>
                      <a:pt x="39347" y="46193"/>
                      <a:pt x="28667" y="41696"/>
                      <a:pt x="19673" y="37199"/>
                    </a:cubicBezTo>
                    <a:cubicBezTo>
                      <a:pt x="10680" y="32702"/>
                      <a:pt x="0" y="28206"/>
                      <a:pt x="0" y="18088"/>
                    </a:cubicBezTo>
                    <a:cubicBezTo>
                      <a:pt x="562" y="7408"/>
                      <a:pt x="10118" y="-1023"/>
                      <a:pt x="20798" y="101"/>
                    </a:cubicBezTo>
                    <a:cubicBezTo>
                      <a:pt x="30353" y="663"/>
                      <a:pt x="38223" y="8532"/>
                      <a:pt x="38785" y="18088"/>
                    </a:cubicBezTo>
                  </a:path>
                </a:pathLst>
              </a:custGeom>
              <a:noFill/>
              <a:ln w="12700" cap="rnd">
                <a:solidFill>
                  <a:schemeClr val="tx1"/>
                </a:solidFill>
                <a:prstDash val="solid"/>
                <a:round/>
              </a:ln>
            </p:spPr>
            <p:txBody>
              <a:bodyPr rtlCol="0" anchor="ctr"/>
              <a:lstStyle/>
              <a:p>
                <a:endParaRPr lang="en-US"/>
              </a:p>
            </p:txBody>
          </p:sp>
          <p:sp>
            <p:nvSpPr>
              <p:cNvPr id="169" name="Freeform 3340">
                <a:extLst>
                  <a:ext uri="{FF2B5EF4-FFF2-40B4-BE49-F238E27FC236}">
                    <a16:creationId xmlns:a16="http://schemas.microsoft.com/office/drawing/2014/main" id="{9BACD2A9-9F73-E2A6-BC83-0D51874C6F18}"/>
                  </a:ext>
                </a:extLst>
              </p:cNvPr>
              <p:cNvSpPr/>
              <p:nvPr/>
            </p:nvSpPr>
            <p:spPr>
              <a:xfrm>
                <a:off x="7147063" y="3931217"/>
                <a:ext cx="5620" cy="13490"/>
              </a:xfrm>
              <a:custGeom>
                <a:avLst/>
                <a:gdLst>
                  <a:gd name="connsiteX0" fmla="*/ 0 w 5620"/>
                  <a:gd name="connsiteY0" fmla="*/ 13490 h 13490"/>
                  <a:gd name="connsiteX1" fmla="*/ 0 w 5620"/>
                  <a:gd name="connsiteY1" fmla="*/ 0 h 13490"/>
                </a:gdLst>
                <a:ahLst/>
                <a:cxnLst>
                  <a:cxn ang="0">
                    <a:pos x="connsiteX0" y="connsiteY0"/>
                  </a:cxn>
                  <a:cxn ang="0">
                    <a:pos x="connsiteX1" y="connsiteY1"/>
                  </a:cxn>
                </a:cxnLst>
                <a:rect l="l" t="t" r="r" b="b"/>
                <a:pathLst>
                  <a:path w="5620" h="13490">
                    <a:moveTo>
                      <a:pt x="0" y="13490"/>
                    </a:moveTo>
                    <a:lnTo>
                      <a:pt x="0" y="0"/>
                    </a:lnTo>
                  </a:path>
                </a:pathLst>
              </a:custGeom>
              <a:ln w="12700" cap="rnd">
                <a:solidFill>
                  <a:schemeClr val="tx1"/>
                </a:solidFill>
                <a:prstDash val="solid"/>
                <a:round/>
              </a:ln>
            </p:spPr>
            <p:txBody>
              <a:bodyPr rtlCol="0" anchor="ctr"/>
              <a:lstStyle/>
              <a:p>
                <a:endParaRPr lang="en-US"/>
              </a:p>
            </p:txBody>
          </p:sp>
          <p:sp>
            <p:nvSpPr>
              <p:cNvPr id="170" name="Freeform 3341">
                <a:extLst>
                  <a:ext uri="{FF2B5EF4-FFF2-40B4-BE49-F238E27FC236}">
                    <a16:creationId xmlns:a16="http://schemas.microsoft.com/office/drawing/2014/main" id="{CA1BB9E8-A673-6982-CABA-1A6809BAE584}"/>
                  </a:ext>
                </a:extLst>
              </p:cNvPr>
              <p:cNvSpPr/>
              <p:nvPr/>
            </p:nvSpPr>
            <p:spPr>
              <a:xfrm>
                <a:off x="7147063" y="4019466"/>
                <a:ext cx="5620" cy="12928"/>
              </a:xfrm>
              <a:custGeom>
                <a:avLst/>
                <a:gdLst>
                  <a:gd name="connsiteX0" fmla="*/ 0 w 5620"/>
                  <a:gd name="connsiteY0" fmla="*/ 12928 h 12928"/>
                  <a:gd name="connsiteX1" fmla="*/ 0 w 5620"/>
                  <a:gd name="connsiteY1" fmla="*/ 0 h 12928"/>
                </a:gdLst>
                <a:ahLst/>
                <a:cxnLst>
                  <a:cxn ang="0">
                    <a:pos x="connsiteX0" y="connsiteY0"/>
                  </a:cxn>
                  <a:cxn ang="0">
                    <a:pos x="connsiteX1" y="connsiteY1"/>
                  </a:cxn>
                </a:cxnLst>
                <a:rect l="l" t="t" r="r" b="b"/>
                <a:pathLst>
                  <a:path w="5620" h="12928">
                    <a:moveTo>
                      <a:pt x="0" y="12928"/>
                    </a:moveTo>
                    <a:lnTo>
                      <a:pt x="0" y="0"/>
                    </a:lnTo>
                  </a:path>
                </a:pathLst>
              </a:custGeom>
              <a:ln w="12700" cap="rnd">
                <a:solidFill>
                  <a:schemeClr val="tx1"/>
                </a:solidFill>
                <a:prstDash val="solid"/>
                <a:round/>
              </a:ln>
            </p:spPr>
            <p:txBody>
              <a:bodyPr rtlCol="0" anchor="ctr"/>
              <a:lstStyle/>
              <a:p>
                <a:endParaRPr lang="en-US"/>
              </a:p>
            </p:txBody>
          </p:sp>
          <p:sp>
            <p:nvSpPr>
              <p:cNvPr id="171" name="Freeform 3342">
                <a:extLst>
                  <a:ext uri="{FF2B5EF4-FFF2-40B4-BE49-F238E27FC236}">
                    <a16:creationId xmlns:a16="http://schemas.microsoft.com/office/drawing/2014/main" id="{493BEF26-2296-4CCB-8453-62F6C513F7E6}"/>
                  </a:ext>
                </a:extLst>
              </p:cNvPr>
              <p:cNvSpPr/>
              <p:nvPr/>
            </p:nvSpPr>
            <p:spPr>
              <a:xfrm>
                <a:off x="6875007" y="3958197"/>
                <a:ext cx="513195" cy="291315"/>
              </a:xfrm>
              <a:custGeom>
                <a:avLst/>
                <a:gdLst>
                  <a:gd name="connsiteX0" fmla="*/ 513196 w 513195"/>
                  <a:gd name="connsiteY0" fmla="*/ 133779 h 291315"/>
                  <a:gd name="connsiteX1" fmla="*/ 157388 w 513195"/>
                  <a:gd name="connsiteY1" fmla="*/ 267559 h 291315"/>
                  <a:gd name="connsiteX2" fmla="*/ 0 w 513195"/>
                  <a:gd name="connsiteY2" fmla="*/ 23046 h 291315"/>
                  <a:gd name="connsiteX3" fmla="*/ 1124 w 513195"/>
                  <a:gd name="connsiteY3" fmla="*/ 0 h 291315"/>
                </a:gdLst>
                <a:ahLst/>
                <a:cxnLst>
                  <a:cxn ang="0">
                    <a:pos x="connsiteX0" y="connsiteY0"/>
                  </a:cxn>
                  <a:cxn ang="0">
                    <a:pos x="connsiteX1" y="connsiteY1"/>
                  </a:cxn>
                  <a:cxn ang="0">
                    <a:pos x="connsiteX2" y="connsiteY2"/>
                  </a:cxn>
                  <a:cxn ang="0">
                    <a:pos x="connsiteX3" y="connsiteY3"/>
                  </a:cxn>
                </a:cxnLst>
                <a:rect l="l" t="t" r="r" b="b"/>
                <a:pathLst>
                  <a:path w="513195" h="291315">
                    <a:moveTo>
                      <a:pt x="513196" y="133779"/>
                    </a:moveTo>
                    <a:cubicBezTo>
                      <a:pt x="451927" y="268683"/>
                      <a:pt x="292853" y="328265"/>
                      <a:pt x="157388" y="267559"/>
                    </a:cubicBezTo>
                    <a:cubicBezTo>
                      <a:pt x="61269" y="223715"/>
                      <a:pt x="0" y="128721"/>
                      <a:pt x="0" y="23046"/>
                    </a:cubicBezTo>
                    <a:cubicBezTo>
                      <a:pt x="0" y="15177"/>
                      <a:pt x="562" y="7869"/>
                      <a:pt x="1124" y="0"/>
                    </a:cubicBezTo>
                  </a:path>
                </a:pathLst>
              </a:custGeom>
              <a:noFill/>
              <a:ln w="12700" cap="rnd">
                <a:solidFill>
                  <a:schemeClr val="tx1"/>
                </a:solidFill>
                <a:prstDash val="solid"/>
                <a:round/>
              </a:ln>
            </p:spPr>
            <p:txBody>
              <a:bodyPr rtlCol="0" anchor="ctr"/>
              <a:lstStyle/>
              <a:p>
                <a:endParaRPr lang="en-US"/>
              </a:p>
            </p:txBody>
          </p:sp>
          <p:sp>
            <p:nvSpPr>
              <p:cNvPr id="172" name="Freeform 3343">
                <a:extLst>
                  <a:ext uri="{FF2B5EF4-FFF2-40B4-BE49-F238E27FC236}">
                    <a16:creationId xmlns:a16="http://schemas.microsoft.com/office/drawing/2014/main" id="{A979367A-16E3-9641-2D99-9E539B1E8C1A}"/>
                  </a:ext>
                </a:extLst>
              </p:cNvPr>
              <p:cNvSpPr/>
              <p:nvPr/>
            </p:nvSpPr>
            <p:spPr>
              <a:xfrm>
                <a:off x="6896929" y="3712455"/>
                <a:ext cx="515444" cy="296331"/>
              </a:xfrm>
              <a:custGeom>
                <a:avLst/>
                <a:gdLst>
                  <a:gd name="connsiteX0" fmla="*/ 0 w 515444"/>
                  <a:gd name="connsiteY0" fmla="*/ 161428 h 296331"/>
                  <a:gd name="connsiteX1" fmla="*/ 354122 w 515444"/>
                  <a:gd name="connsiteY1" fmla="*/ 22590 h 296331"/>
                  <a:gd name="connsiteX2" fmla="*/ 515444 w 515444"/>
                  <a:gd name="connsiteY2" fmla="*/ 268789 h 296331"/>
                  <a:gd name="connsiteX3" fmla="*/ 513758 w 515444"/>
                  <a:gd name="connsiteY3" fmla="*/ 296332 h 296331"/>
                </a:gdLst>
                <a:ahLst/>
                <a:cxnLst>
                  <a:cxn ang="0">
                    <a:pos x="connsiteX0" y="connsiteY0"/>
                  </a:cxn>
                  <a:cxn ang="0">
                    <a:pos x="connsiteX1" y="connsiteY1"/>
                  </a:cxn>
                  <a:cxn ang="0">
                    <a:pos x="connsiteX2" y="connsiteY2"/>
                  </a:cxn>
                  <a:cxn ang="0">
                    <a:pos x="connsiteX3" y="connsiteY3"/>
                  </a:cxn>
                </a:cxnLst>
                <a:rect l="l" t="t" r="r" b="b"/>
                <a:pathLst>
                  <a:path w="515444" h="296331">
                    <a:moveTo>
                      <a:pt x="0" y="161428"/>
                    </a:moveTo>
                    <a:cubicBezTo>
                      <a:pt x="60145" y="25400"/>
                      <a:pt x="218094" y="-36993"/>
                      <a:pt x="354122" y="22590"/>
                    </a:cubicBezTo>
                    <a:cubicBezTo>
                      <a:pt x="451927" y="65309"/>
                      <a:pt x="514882" y="161428"/>
                      <a:pt x="515444" y="268789"/>
                    </a:cubicBezTo>
                    <a:cubicBezTo>
                      <a:pt x="515444" y="277782"/>
                      <a:pt x="514882" y="287338"/>
                      <a:pt x="513758" y="296332"/>
                    </a:cubicBezTo>
                  </a:path>
                </a:pathLst>
              </a:custGeom>
              <a:noFill/>
              <a:ln w="12700" cap="rnd">
                <a:solidFill>
                  <a:schemeClr val="tx1"/>
                </a:solidFill>
                <a:prstDash val="solid"/>
                <a:round/>
              </a:ln>
            </p:spPr>
            <p:txBody>
              <a:bodyPr rtlCol="0" anchor="ctr"/>
              <a:lstStyle/>
              <a:p>
                <a:endParaRPr lang="en-US"/>
              </a:p>
            </p:txBody>
          </p:sp>
          <p:sp>
            <p:nvSpPr>
              <p:cNvPr id="173" name="Freeform 3344">
                <a:extLst>
                  <a:ext uri="{FF2B5EF4-FFF2-40B4-BE49-F238E27FC236}">
                    <a16:creationId xmlns:a16="http://schemas.microsoft.com/office/drawing/2014/main" id="{F8C37FDA-F6B8-3FA4-814E-F3C7F699321B}"/>
                  </a:ext>
                </a:extLst>
              </p:cNvPr>
              <p:cNvSpPr/>
              <p:nvPr/>
            </p:nvSpPr>
            <p:spPr>
              <a:xfrm>
                <a:off x="6809804" y="3945269"/>
                <a:ext cx="66889" cy="71948"/>
              </a:xfrm>
              <a:custGeom>
                <a:avLst/>
                <a:gdLst>
                  <a:gd name="connsiteX0" fmla="*/ 66890 w 66889"/>
                  <a:gd name="connsiteY0" fmla="*/ 0 h 71948"/>
                  <a:gd name="connsiteX1" fmla="*/ 0 w 66889"/>
                  <a:gd name="connsiteY1" fmla="*/ 71949 h 71948"/>
                </a:gdLst>
                <a:ahLst/>
                <a:cxnLst>
                  <a:cxn ang="0">
                    <a:pos x="connsiteX0" y="connsiteY0"/>
                  </a:cxn>
                  <a:cxn ang="0">
                    <a:pos x="connsiteX1" y="connsiteY1"/>
                  </a:cxn>
                </a:cxnLst>
                <a:rect l="l" t="t" r="r" b="b"/>
                <a:pathLst>
                  <a:path w="66889" h="71948">
                    <a:moveTo>
                      <a:pt x="66890" y="0"/>
                    </a:moveTo>
                    <a:lnTo>
                      <a:pt x="0" y="71949"/>
                    </a:lnTo>
                  </a:path>
                </a:pathLst>
              </a:custGeom>
              <a:ln w="12700" cap="rnd">
                <a:solidFill>
                  <a:schemeClr val="tx1"/>
                </a:solidFill>
                <a:prstDash val="solid"/>
                <a:round/>
              </a:ln>
            </p:spPr>
            <p:txBody>
              <a:bodyPr rtlCol="0" anchor="ctr"/>
              <a:lstStyle/>
              <a:p>
                <a:endParaRPr lang="en-US"/>
              </a:p>
            </p:txBody>
          </p:sp>
          <p:sp>
            <p:nvSpPr>
              <p:cNvPr id="174" name="Freeform 3345">
                <a:extLst>
                  <a:ext uri="{FF2B5EF4-FFF2-40B4-BE49-F238E27FC236}">
                    <a16:creationId xmlns:a16="http://schemas.microsoft.com/office/drawing/2014/main" id="{CE677804-46F6-0987-6267-7D56942C1D29}"/>
                  </a:ext>
                </a:extLst>
              </p:cNvPr>
              <p:cNvSpPr/>
              <p:nvPr/>
            </p:nvSpPr>
            <p:spPr>
              <a:xfrm>
                <a:off x="6876694" y="3945269"/>
                <a:ext cx="66889" cy="71948"/>
              </a:xfrm>
              <a:custGeom>
                <a:avLst/>
                <a:gdLst>
                  <a:gd name="connsiteX0" fmla="*/ 66890 w 66889"/>
                  <a:gd name="connsiteY0" fmla="*/ 71949 h 71948"/>
                  <a:gd name="connsiteX1" fmla="*/ 0 w 66889"/>
                  <a:gd name="connsiteY1" fmla="*/ 0 h 71948"/>
                </a:gdLst>
                <a:ahLst/>
                <a:cxnLst>
                  <a:cxn ang="0">
                    <a:pos x="connsiteX0" y="connsiteY0"/>
                  </a:cxn>
                  <a:cxn ang="0">
                    <a:pos x="connsiteX1" y="connsiteY1"/>
                  </a:cxn>
                </a:cxnLst>
                <a:rect l="l" t="t" r="r" b="b"/>
                <a:pathLst>
                  <a:path w="66889" h="71948">
                    <a:moveTo>
                      <a:pt x="66890" y="71949"/>
                    </a:moveTo>
                    <a:lnTo>
                      <a:pt x="0" y="0"/>
                    </a:lnTo>
                  </a:path>
                </a:pathLst>
              </a:custGeom>
              <a:ln w="12700" cap="rnd">
                <a:solidFill>
                  <a:schemeClr val="tx1"/>
                </a:solidFill>
                <a:prstDash val="solid"/>
                <a:round/>
              </a:ln>
            </p:spPr>
            <p:txBody>
              <a:bodyPr rtlCol="0" anchor="ctr"/>
              <a:lstStyle/>
              <a:p>
                <a:endParaRPr lang="en-US"/>
              </a:p>
            </p:txBody>
          </p:sp>
          <p:sp>
            <p:nvSpPr>
              <p:cNvPr id="175" name="Freeform 3346">
                <a:extLst>
                  <a:ext uri="{FF2B5EF4-FFF2-40B4-BE49-F238E27FC236}">
                    <a16:creationId xmlns:a16="http://schemas.microsoft.com/office/drawing/2014/main" id="{B1473B11-5B9C-5390-940C-C0CD4383CAB4}"/>
                  </a:ext>
                </a:extLst>
              </p:cNvPr>
              <p:cNvSpPr/>
              <p:nvPr/>
            </p:nvSpPr>
            <p:spPr>
              <a:xfrm>
                <a:off x="7412373" y="3945269"/>
                <a:ext cx="66889" cy="71948"/>
              </a:xfrm>
              <a:custGeom>
                <a:avLst/>
                <a:gdLst>
                  <a:gd name="connsiteX0" fmla="*/ 0 w 66889"/>
                  <a:gd name="connsiteY0" fmla="*/ 71949 h 71948"/>
                  <a:gd name="connsiteX1" fmla="*/ 66890 w 66889"/>
                  <a:gd name="connsiteY1" fmla="*/ 0 h 71948"/>
                </a:gdLst>
                <a:ahLst/>
                <a:cxnLst>
                  <a:cxn ang="0">
                    <a:pos x="connsiteX0" y="connsiteY0"/>
                  </a:cxn>
                  <a:cxn ang="0">
                    <a:pos x="connsiteX1" y="connsiteY1"/>
                  </a:cxn>
                </a:cxnLst>
                <a:rect l="l" t="t" r="r" b="b"/>
                <a:pathLst>
                  <a:path w="66889" h="71948">
                    <a:moveTo>
                      <a:pt x="0" y="71949"/>
                    </a:moveTo>
                    <a:lnTo>
                      <a:pt x="66890" y="0"/>
                    </a:lnTo>
                  </a:path>
                </a:pathLst>
              </a:custGeom>
              <a:ln w="12700" cap="rnd">
                <a:solidFill>
                  <a:schemeClr val="tx1"/>
                </a:solidFill>
                <a:prstDash val="solid"/>
                <a:round/>
              </a:ln>
            </p:spPr>
            <p:txBody>
              <a:bodyPr rtlCol="0" anchor="ctr"/>
              <a:lstStyle/>
              <a:p>
                <a:endParaRPr lang="en-US"/>
              </a:p>
            </p:txBody>
          </p:sp>
          <p:sp>
            <p:nvSpPr>
              <p:cNvPr id="176" name="Freeform 3347">
                <a:extLst>
                  <a:ext uri="{FF2B5EF4-FFF2-40B4-BE49-F238E27FC236}">
                    <a16:creationId xmlns:a16="http://schemas.microsoft.com/office/drawing/2014/main" id="{6ED59DFA-925D-2ADA-0EAD-534112E5F239}"/>
                  </a:ext>
                </a:extLst>
              </p:cNvPr>
              <p:cNvSpPr/>
              <p:nvPr/>
            </p:nvSpPr>
            <p:spPr>
              <a:xfrm>
                <a:off x="7345484" y="3945269"/>
                <a:ext cx="66889" cy="71948"/>
              </a:xfrm>
              <a:custGeom>
                <a:avLst/>
                <a:gdLst>
                  <a:gd name="connsiteX0" fmla="*/ 0 w 66889"/>
                  <a:gd name="connsiteY0" fmla="*/ 0 h 71948"/>
                  <a:gd name="connsiteX1" fmla="*/ 66890 w 66889"/>
                  <a:gd name="connsiteY1" fmla="*/ 71949 h 71948"/>
                </a:gdLst>
                <a:ahLst/>
                <a:cxnLst>
                  <a:cxn ang="0">
                    <a:pos x="connsiteX0" y="connsiteY0"/>
                  </a:cxn>
                  <a:cxn ang="0">
                    <a:pos x="connsiteX1" y="connsiteY1"/>
                  </a:cxn>
                </a:cxnLst>
                <a:rect l="l" t="t" r="r" b="b"/>
                <a:pathLst>
                  <a:path w="66889" h="71948">
                    <a:moveTo>
                      <a:pt x="0" y="0"/>
                    </a:moveTo>
                    <a:lnTo>
                      <a:pt x="66890" y="71949"/>
                    </a:lnTo>
                  </a:path>
                </a:pathLst>
              </a:custGeom>
              <a:ln w="12700" cap="rnd">
                <a:solidFill>
                  <a:schemeClr val="tx1"/>
                </a:solidFill>
                <a:prstDash val="solid"/>
                <a:round/>
              </a:ln>
            </p:spPr>
            <p:txBody>
              <a:bodyPr rtlCol="0" anchor="ctr"/>
              <a:lstStyle/>
              <a:p>
                <a:endParaRPr lang="en-US"/>
              </a:p>
            </p:txBody>
          </p:sp>
        </p:grpSp>
        <p:sp>
          <p:nvSpPr>
            <p:cNvPr id="5" name="object 19">
              <a:extLst>
                <a:ext uri="{FF2B5EF4-FFF2-40B4-BE49-F238E27FC236}">
                  <a16:creationId xmlns:a16="http://schemas.microsoft.com/office/drawing/2014/main" id="{300C5D03-F6FB-B3A6-A687-EC271499DD32}"/>
                </a:ext>
              </a:extLst>
            </p:cNvPr>
            <p:cNvSpPr/>
            <p:nvPr/>
          </p:nvSpPr>
          <p:spPr>
            <a:xfrm>
              <a:off x="2106417" y="1826427"/>
              <a:ext cx="708222" cy="1024794"/>
            </a:xfrm>
            <a:custGeom>
              <a:avLst/>
              <a:gdLst>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27" fmla="*/ 1437132 w 3110302"/>
                <a:gd name="connsiteY27" fmla="*/ 201055 h 2726969"/>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0" fmla="*/ 1236077 w 2233166"/>
                <a:gd name="connsiteY0" fmla="*/ 0 h 2726969"/>
                <a:gd name="connsiteX1" fmla="*/ 1231596 w 2233166"/>
                <a:gd name="connsiteY1" fmla="*/ 890 h 2726969"/>
                <a:gd name="connsiteX2" fmla="*/ 0 w 2233166"/>
                <a:gd name="connsiteY2" fmla="*/ 1788605 h 2726969"/>
                <a:gd name="connsiteX3" fmla="*/ 1334797 w 2233166"/>
                <a:gd name="connsiteY3" fmla="*/ 2625249 h 2726969"/>
                <a:gd name="connsiteX4" fmla="*/ 1376234 w 2233166"/>
                <a:gd name="connsiteY4" fmla="*/ 2649191 h 2726969"/>
                <a:gd name="connsiteX5" fmla="*/ 1418772 w 2233166"/>
                <a:gd name="connsiteY5" fmla="*/ 2669857 h 2726969"/>
                <a:gd name="connsiteX6" fmla="*/ 1462237 w 2233166"/>
                <a:gd name="connsiteY6" fmla="*/ 2687280 h 2726969"/>
                <a:gd name="connsiteX7" fmla="*/ 1506455 w 2233166"/>
                <a:gd name="connsiteY7" fmla="*/ 2701496 h 2726969"/>
                <a:gd name="connsiteX8" fmla="*/ 1551253 w 2233166"/>
                <a:gd name="connsiteY8" fmla="*/ 2712539 h 2726969"/>
                <a:gd name="connsiteX9" fmla="*/ 1596457 w 2233166"/>
                <a:gd name="connsiteY9" fmla="*/ 2720442 h 2726969"/>
                <a:gd name="connsiteX10" fmla="*/ 1641892 w 2233166"/>
                <a:gd name="connsiteY10" fmla="*/ 2725241 h 2726969"/>
                <a:gd name="connsiteX11" fmla="*/ 1687386 w 2233166"/>
                <a:gd name="connsiteY11" fmla="*/ 2726969 h 2726969"/>
                <a:gd name="connsiteX12" fmla="*/ 1732765 w 2233166"/>
                <a:gd name="connsiteY12" fmla="*/ 2725661 h 2726969"/>
                <a:gd name="connsiteX13" fmla="*/ 1777855 w 2233166"/>
                <a:gd name="connsiteY13" fmla="*/ 2721350 h 2726969"/>
                <a:gd name="connsiteX14" fmla="*/ 1822482 w 2233166"/>
                <a:gd name="connsiteY14" fmla="*/ 2714073 h 2726969"/>
                <a:gd name="connsiteX15" fmla="*/ 1866473 w 2233166"/>
                <a:gd name="connsiteY15" fmla="*/ 2703861 h 2726969"/>
                <a:gd name="connsiteX16" fmla="*/ 1909653 w 2233166"/>
                <a:gd name="connsiteY16" fmla="*/ 2690751 h 2726969"/>
                <a:gd name="connsiteX17" fmla="*/ 1951850 w 2233166"/>
                <a:gd name="connsiteY17" fmla="*/ 2674776 h 2726969"/>
                <a:gd name="connsiteX18" fmla="*/ 1992890 w 2233166"/>
                <a:gd name="connsiteY18" fmla="*/ 2655970 h 2726969"/>
                <a:gd name="connsiteX19" fmla="*/ 2032598 w 2233166"/>
                <a:gd name="connsiteY19" fmla="*/ 2634369 h 2726969"/>
                <a:gd name="connsiteX20" fmla="*/ 2070802 w 2233166"/>
                <a:gd name="connsiteY20" fmla="*/ 2610005 h 2726969"/>
                <a:gd name="connsiteX21" fmla="*/ 2107327 w 2233166"/>
                <a:gd name="connsiteY21" fmla="*/ 2582913 h 2726969"/>
                <a:gd name="connsiteX22" fmla="*/ 2141999 w 2233166"/>
                <a:gd name="connsiteY22" fmla="*/ 2553128 h 2726969"/>
                <a:gd name="connsiteX23" fmla="*/ 2174646 w 2233166"/>
                <a:gd name="connsiteY23" fmla="*/ 2520684 h 2726969"/>
                <a:gd name="connsiteX24" fmla="*/ 2205093 w 2233166"/>
                <a:gd name="connsiteY24" fmla="*/ 2485616 h 2726969"/>
                <a:gd name="connsiteX25" fmla="*/ 2233167 w 2233166"/>
                <a:gd name="connsiteY25" fmla="*/ 2447956 h 2726969"/>
                <a:gd name="connsiteX0" fmla="*/ 1236077 w 2205092"/>
                <a:gd name="connsiteY0" fmla="*/ 0 h 2726969"/>
                <a:gd name="connsiteX1" fmla="*/ 1231596 w 2205092"/>
                <a:gd name="connsiteY1" fmla="*/ 890 h 2726969"/>
                <a:gd name="connsiteX2" fmla="*/ 0 w 2205092"/>
                <a:gd name="connsiteY2" fmla="*/ 1788605 h 2726969"/>
                <a:gd name="connsiteX3" fmla="*/ 1334797 w 2205092"/>
                <a:gd name="connsiteY3" fmla="*/ 2625249 h 2726969"/>
                <a:gd name="connsiteX4" fmla="*/ 1376234 w 2205092"/>
                <a:gd name="connsiteY4" fmla="*/ 2649191 h 2726969"/>
                <a:gd name="connsiteX5" fmla="*/ 1418772 w 2205092"/>
                <a:gd name="connsiteY5" fmla="*/ 2669857 h 2726969"/>
                <a:gd name="connsiteX6" fmla="*/ 1462237 w 2205092"/>
                <a:gd name="connsiteY6" fmla="*/ 2687280 h 2726969"/>
                <a:gd name="connsiteX7" fmla="*/ 1506455 w 2205092"/>
                <a:gd name="connsiteY7" fmla="*/ 2701496 h 2726969"/>
                <a:gd name="connsiteX8" fmla="*/ 1551253 w 2205092"/>
                <a:gd name="connsiteY8" fmla="*/ 2712539 h 2726969"/>
                <a:gd name="connsiteX9" fmla="*/ 1596457 w 2205092"/>
                <a:gd name="connsiteY9" fmla="*/ 2720442 h 2726969"/>
                <a:gd name="connsiteX10" fmla="*/ 1641892 w 2205092"/>
                <a:gd name="connsiteY10" fmla="*/ 2725241 h 2726969"/>
                <a:gd name="connsiteX11" fmla="*/ 1687386 w 2205092"/>
                <a:gd name="connsiteY11" fmla="*/ 2726969 h 2726969"/>
                <a:gd name="connsiteX12" fmla="*/ 1732765 w 2205092"/>
                <a:gd name="connsiteY12" fmla="*/ 2725661 h 2726969"/>
                <a:gd name="connsiteX13" fmla="*/ 1777855 w 2205092"/>
                <a:gd name="connsiteY13" fmla="*/ 2721350 h 2726969"/>
                <a:gd name="connsiteX14" fmla="*/ 1822482 w 2205092"/>
                <a:gd name="connsiteY14" fmla="*/ 2714073 h 2726969"/>
                <a:gd name="connsiteX15" fmla="*/ 1866473 w 2205092"/>
                <a:gd name="connsiteY15" fmla="*/ 2703861 h 2726969"/>
                <a:gd name="connsiteX16" fmla="*/ 1909653 w 2205092"/>
                <a:gd name="connsiteY16" fmla="*/ 2690751 h 2726969"/>
                <a:gd name="connsiteX17" fmla="*/ 1951850 w 2205092"/>
                <a:gd name="connsiteY17" fmla="*/ 2674776 h 2726969"/>
                <a:gd name="connsiteX18" fmla="*/ 1992890 w 2205092"/>
                <a:gd name="connsiteY18" fmla="*/ 2655970 h 2726969"/>
                <a:gd name="connsiteX19" fmla="*/ 2032598 w 2205092"/>
                <a:gd name="connsiteY19" fmla="*/ 2634369 h 2726969"/>
                <a:gd name="connsiteX20" fmla="*/ 2070802 w 2205092"/>
                <a:gd name="connsiteY20" fmla="*/ 2610005 h 2726969"/>
                <a:gd name="connsiteX21" fmla="*/ 2107327 w 2205092"/>
                <a:gd name="connsiteY21" fmla="*/ 2582913 h 2726969"/>
                <a:gd name="connsiteX22" fmla="*/ 2141999 w 2205092"/>
                <a:gd name="connsiteY22" fmla="*/ 2553128 h 2726969"/>
                <a:gd name="connsiteX23" fmla="*/ 2174646 w 2205092"/>
                <a:gd name="connsiteY23" fmla="*/ 2520684 h 2726969"/>
                <a:gd name="connsiteX24" fmla="*/ 2205093 w 2205092"/>
                <a:gd name="connsiteY24" fmla="*/ 2485616 h 2726969"/>
                <a:gd name="connsiteX0" fmla="*/ 1236077 w 2174646"/>
                <a:gd name="connsiteY0" fmla="*/ 0 h 2726969"/>
                <a:gd name="connsiteX1" fmla="*/ 1231596 w 2174646"/>
                <a:gd name="connsiteY1" fmla="*/ 890 h 2726969"/>
                <a:gd name="connsiteX2" fmla="*/ 0 w 2174646"/>
                <a:gd name="connsiteY2" fmla="*/ 1788605 h 2726969"/>
                <a:gd name="connsiteX3" fmla="*/ 1334797 w 2174646"/>
                <a:gd name="connsiteY3" fmla="*/ 2625249 h 2726969"/>
                <a:gd name="connsiteX4" fmla="*/ 1376234 w 2174646"/>
                <a:gd name="connsiteY4" fmla="*/ 2649191 h 2726969"/>
                <a:gd name="connsiteX5" fmla="*/ 1418772 w 2174646"/>
                <a:gd name="connsiteY5" fmla="*/ 2669857 h 2726969"/>
                <a:gd name="connsiteX6" fmla="*/ 1462237 w 2174646"/>
                <a:gd name="connsiteY6" fmla="*/ 2687280 h 2726969"/>
                <a:gd name="connsiteX7" fmla="*/ 1506455 w 2174646"/>
                <a:gd name="connsiteY7" fmla="*/ 2701496 h 2726969"/>
                <a:gd name="connsiteX8" fmla="*/ 1551253 w 2174646"/>
                <a:gd name="connsiteY8" fmla="*/ 2712539 h 2726969"/>
                <a:gd name="connsiteX9" fmla="*/ 1596457 w 2174646"/>
                <a:gd name="connsiteY9" fmla="*/ 2720442 h 2726969"/>
                <a:gd name="connsiteX10" fmla="*/ 1641892 w 2174646"/>
                <a:gd name="connsiteY10" fmla="*/ 2725241 h 2726969"/>
                <a:gd name="connsiteX11" fmla="*/ 1687386 w 2174646"/>
                <a:gd name="connsiteY11" fmla="*/ 2726969 h 2726969"/>
                <a:gd name="connsiteX12" fmla="*/ 1732765 w 2174646"/>
                <a:gd name="connsiteY12" fmla="*/ 2725661 h 2726969"/>
                <a:gd name="connsiteX13" fmla="*/ 1777855 w 2174646"/>
                <a:gd name="connsiteY13" fmla="*/ 2721350 h 2726969"/>
                <a:gd name="connsiteX14" fmla="*/ 1822482 w 2174646"/>
                <a:gd name="connsiteY14" fmla="*/ 2714073 h 2726969"/>
                <a:gd name="connsiteX15" fmla="*/ 1866473 w 2174646"/>
                <a:gd name="connsiteY15" fmla="*/ 2703861 h 2726969"/>
                <a:gd name="connsiteX16" fmla="*/ 1909653 w 2174646"/>
                <a:gd name="connsiteY16" fmla="*/ 2690751 h 2726969"/>
                <a:gd name="connsiteX17" fmla="*/ 1951850 w 2174646"/>
                <a:gd name="connsiteY17" fmla="*/ 2674776 h 2726969"/>
                <a:gd name="connsiteX18" fmla="*/ 1992890 w 2174646"/>
                <a:gd name="connsiteY18" fmla="*/ 2655970 h 2726969"/>
                <a:gd name="connsiteX19" fmla="*/ 2032598 w 2174646"/>
                <a:gd name="connsiteY19" fmla="*/ 2634369 h 2726969"/>
                <a:gd name="connsiteX20" fmla="*/ 2070802 w 2174646"/>
                <a:gd name="connsiteY20" fmla="*/ 2610005 h 2726969"/>
                <a:gd name="connsiteX21" fmla="*/ 2107327 w 2174646"/>
                <a:gd name="connsiteY21" fmla="*/ 2582913 h 2726969"/>
                <a:gd name="connsiteX22" fmla="*/ 2141999 w 2174646"/>
                <a:gd name="connsiteY22" fmla="*/ 2553128 h 2726969"/>
                <a:gd name="connsiteX23" fmla="*/ 2174646 w 2174646"/>
                <a:gd name="connsiteY23" fmla="*/ 2520684 h 2726969"/>
                <a:gd name="connsiteX0" fmla="*/ 1236077 w 2141999"/>
                <a:gd name="connsiteY0" fmla="*/ 0 h 2726969"/>
                <a:gd name="connsiteX1" fmla="*/ 1231596 w 2141999"/>
                <a:gd name="connsiteY1" fmla="*/ 890 h 2726969"/>
                <a:gd name="connsiteX2" fmla="*/ 0 w 2141999"/>
                <a:gd name="connsiteY2" fmla="*/ 1788605 h 2726969"/>
                <a:gd name="connsiteX3" fmla="*/ 1334797 w 2141999"/>
                <a:gd name="connsiteY3" fmla="*/ 2625249 h 2726969"/>
                <a:gd name="connsiteX4" fmla="*/ 1376234 w 2141999"/>
                <a:gd name="connsiteY4" fmla="*/ 2649191 h 2726969"/>
                <a:gd name="connsiteX5" fmla="*/ 1418772 w 2141999"/>
                <a:gd name="connsiteY5" fmla="*/ 2669857 h 2726969"/>
                <a:gd name="connsiteX6" fmla="*/ 1462237 w 2141999"/>
                <a:gd name="connsiteY6" fmla="*/ 2687280 h 2726969"/>
                <a:gd name="connsiteX7" fmla="*/ 1506455 w 2141999"/>
                <a:gd name="connsiteY7" fmla="*/ 2701496 h 2726969"/>
                <a:gd name="connsiteX8" fmla="*/ 1551253 w 2141999"/>
                <a:gd name="connsiteY8" fmla="*/ 2712539 h 2726969"/>
                <a:gd name="connsiteX9" fmla="*/ 1596457 w 2141999"/>
                <a:gd name="connsiteY9" fmla="*/ 2720442 h 2726969"/>
                <a:gd name="connsiteX10" fmla="*/ 1641892 w 2141999"/>
                <a:gd name="connsiteY10" fmla="*/ 2725241 h 2726969"/>
                <a:gd name="connsiteX11" fmla="*/ 1687386 w 2141999"/>
                <a:gd name="connsiteY11" fmla="*/ 2726969 h 2726969"/>
                <a:gd name="connsiteX12" fmla="*/ 1732765 w 2141999"/>
                <a:gd name="connsiteY12" fmla="*/ 2725661 h 2726969"/>
                <a:gd name="connsiteX13" fmla="*/ 1777855 w 2141999"/>
                <a:gd name="connsiteY13" fmla="*/ 2721350 h 2726969"/>
                <a:gd name="connsiteX14" fmla="*/ 1822482 w 2141999"/>
                <a:gd name="connsiteY14" fmla="*/ 2714073 h 2726969"/>
                <a:gd name="connsiteX15" fmla="*/ 1866473 w 2141999"/>
                <a:gd name="connsiteY15" fmla="*/ 2703861 h 2726969"/>
                <a:gd name="connsiteX16" fmla="*/ 1909653 w 2141999"/>
                <a:gd name="connsiteY16" fmla="*/ 2690751 h 2726969"/>
                <a:gd name="connsiteX17" fmla="*/ 1951850 w 2141999"/>
                <a:gd name="connsiteY17" fmla="*/ 2674776 h 2726969"/>
                <a:gd name="connsiteX18" fmla="*/ 1992890 w 2141999"/>
                <a:gd name="connsiteY18" fmla="*/ 2655970 h 2726969"/>
                <a:gd name="connsiteX19" fmla="*/ 2032598 w 2141999"/>
                <a:gd name="connsiteY19" fmla="*/ 2634369 h 2726969"/>
                <a:gd name="connsiteX20" fmla="*/ 2070802 w 2141999"/>
                <a:gd name="connsiteY20" fmla="*/ 2610005 h 2726969"/>
                <a:gd name="connsiteX21" fmla="*/ 2107327 w 2141999"/>
                <a:gd name="connsiteY21" fmla="*/ 2582913 h 2726969"/>
                <a:gd name="connsiteX22" fmla="*/ 2141999 w 2141999"/>
                <a:gd name="connsiteY22" fmla="*/ 2553128 h 2726969"/>
                <a:gd name="connsiteX0" fmla="*/ 1236077 w 2107327"/>
                <a:gd name="connsiteY0" fmla="*/ 0 h 2726969"/>
                <a:gd name="connsiteX1" fmla="*/ 1231596 w 2107327"/>
                <a:gd name="connsiteY1" fmla="*/ 890 h 2726969"/>
                <a:gd name="connsiteX2" fmla="*/ 0 w 2107327"/>
                <a:gd name="connsiteY2" fmla="*/ 1788605 h 2726969"/>
                <a:gd name="connsiteX3" fmla="*/ 1334797 w 2107327"/>
                <a:gd name="connsiteY3" fmla="*/ 2625249 h 2726969"/>
                <a:gd name="connsiteX4" fmla="*/ 1376234 w 2107327"/>
                <a:gd name="connsiteY4" fmla="*/ 2649191 h 2726969"/>
                <a:gd name="connsiteX5" fmla="*/ 1418772 w 2107327"/>
                <a:gd name="connsiteY5" fmla="*/ 2669857 h 2726969"/>
                <a:gd name="connsiteX6" fmla="*/ 1462237 w 2107327"/>
                <a:gd name="connsiteY6" fmla="*/ 2687280 h 2726969"/>
                <a:gd name="connsiteX7" fmla="*/ 1506455 w 2107327"/>
                <a:gd name="connsiteY7" fmla="*/ 2701496 h 2726969"/>
                <a:gd name="connsiteX8" fmla="*/ 1551253 w 2107327"/>
                <a:gd name="connsiteY8" fmla="*/ 2712539 h 2726969"/>
                <a:gd name="connsiteX9" fmla="*/ 1596457 w 2107327"/>
                <a:gd name="connsiteY9" fmla="*/ 2720442 h 2726969"/>
                <a:gd name="connsiteX10" fmla="*/ 1641892 w 2107327"/>
                <a:gd name="connsiteY10" fmla="*/ 2725241 h 2726969"/>
                <a:gd name="connsiteX11" fmla="*/ 1687386 w 2107327"/>
                <a:gd name="connsiteY11" fmla="*/ 2726969 h 2726969"/>
                <a:gd name="connsiteX12" fmla="*/ 1732765 w 2107327"/>
                <a:gd name="connsiteY12" fmla="*/ 2725661 h 2726969"/>
                <a:gd name="connsiteX13" fmla="*/ 1777855 w 2107327"/>
                <a:gd name="connsiteY13" fmla="*/ 2721350 h 2726969"/>
                <a:gd name="connsiteX14" fmla="*/ 1822482 w 2107327"/>
                <a:gd name="connsiteY14" fmla="*/ 2714073 h 2726969"/>
                <a:gd name="connsiteX15" fmla="*/ 1866473 w 2107327"/>
                <a:gd name="connsiteY15" fmla="*/ 2703861 h 2726969"/>
                <a:gd name="connsiteX16" fmla="*/ 1909653 w 2107327"/>
                <a:gd name="connsiteY16" fmla="*/ 2690751 h 2726969"/>
                <a:gd name="connsiteX17" fmla="*/ 1951850 w 2107327"/>
                <a:gd name="connsiteY17" fmla="*/ 2674776 h 2726969"/>
                <a:gd name="connsiteX18" fmla="*/ 1992890 w 2107327"/>
                <a:gd name="connsiteY18" fmla="*/ 2655970 h 2726969"/>
                <a:gd name="connsiteX19" fmla="*/ 2032598 w 2107327"/>
                <a:gd name="connsiteY19" fmla="*/ 2634369 h 2726969"/>
                <a:gd name="connsiteX20" fmla="*/ 2070802 w 2107327"/>
                <a:gd name="connsiteY20" fmla="*/ 2610005 h 2726969"/>
                <a:gd name="connsiteX21" fmla="*/ 2107327 w 2107327"/>
                <a:gd name="connsiteY21" fmla="*/ 2582913 h 2726969"/>
                <a:gd name="connsiteX0" fmla="*/ 1236077 w 2070801"/>
                <a:gd name="connsiteY0" fmla="*/ 0 h 2726969"/>
                <a:gd name="connsiteX1" fmla="*/ 1231596 w 2070801"/>
                <a:gd name="connsiteY1" fmla="*/ 890 h 2726969"/>
                <a:gd name="connsiteX2" fmla="*/ 0 w 2070801"/>
                <a:gd name="connsiteY2" fmla="*/ 1788605 h 2726969"/>
                <a:gd name="connsiteX3" fmla="*/ 1334797 w 2070801"/>
                <a:gd name="connsiteY3" fmla="*/ 2625249 h 2726969"/>
                <a:gd name="connsiteX4" fmla="*/ 1376234 w 2070801"/>
                <a:gd name="connsiteY4" fmla="*/ 2649191 h 2726969"/>
                <a:gd name="connsiteX5" fmla="*/ 1418772 w 2070801"/>
                <a:gd name="connsiteY5" fmla="*/ 2669857 h 2726969"/>
                <a:gd name="connsiteX6" fmla="*/ 1462237 w 2070801"/>
                <a:gd name="connsiteY6" fmla="*/ 2687280 h 2726969"/>
                <a:gd name="connsiteX7" fmla="*/ 1506455 w 2070801"/>
                <a:gd name="connsiteY7" fmla="*/ 2701496 h 2726969"/>
                <a:gd name="connsiteX8" fmla="*/ 1551253 w 2070801"/>
                <a:gd name="connsiteY8" fmla="*/ 2712539 h 2726969"/>
                <a:gd name="connsiteX9" fmla="*/ 1596457 w 2070801"/>
                <a:gd name="connsiteY9" fmla="*/ 2720442 h 2726969"/>
                <a:gd name="connsiteX10" fmla="*/ 1641892 w 2070801"/>
                <a:gd name="connsiteY10" fmla="*/ 2725241 h 2726969"/>
                <a:gd name="connsiteX11" fmla="*/ 1687386 w 2070801"/>
                <a:gd name="connsiteY11" fmla="*/ 2726969 h 2726969"/>
                <a:gd name="connsiteX12" fmla="*/ 1732765 w 2070801"/>
                <a:gd name="connsiteY12" fmla="*/ 2725661 h 2726969"/>
                <a:gd name="connsiteX13" fmla="*/ 1777855 w 2070801"/>
                <a:gd name="connsiteY13" fmla="*/ 2721350 h 2726969"/>
                <a:gd name="connsiteX14" fmla="*/ 1822482 w 2070801"/>
                <a:gd name="connsiteY14" fmla="*/ 2714073 h 2726969"/>
                <a:gd name="connsiteX15" fmla="*/ 1866473 w 2070801"/>
                <a:gd name="connsiteY15" fmla="*/ 2703861 h 2726969"/>
                <a:gd name="connsiteX16" fmla="*/ 1909653 w 2070801"/>
                <a:gd name="connsiteY16" fmla="*/ 2690751 h 2726969"/>
                <a:gd name="connsiteX17" fmla="*/ 1951850 w 2070801"/>
                <a:gd name="connsiteY17" fmla="*/ 2674776 h 2726969"/>
                <a:gd name="connsiteX18" fmla="*/ 1992890 w 2070801"/>
                <a:gd name="connsiteY18" fmla="*/ 2655970 h 2726969"/>
                <a:gd name="connsiteX19" fmla="*/ 2032598 w 2070801"/>
                <a:gd name="connsiteY19" fmla="*/ 2634369 h 2726969"/>
                <a:gd name="connsiteX20" fmla="*/ 2070802 w 2070801"/>
                <a:gd name="connsiteY20" fmla="*/ 2610005 h 2726969"/>
                <a:gd name="connsiteX0" fmla="*/ 1236077 w 2032597"/>
                <a:gd name="connsiteY0" fmla="*/ 0 h 2726969"/>
                <a:gd name="connsiteX1" fmla="*/ 1231596 w 2032597"/>
                <a:gd name="connsiteY1" fmla="*/ 890 h 2726969"/>
                <a:gd name="connsiteX2" fmla="*/ 0 w 2032597"/>
                <a:gd name="connsiteY2" fmla="*/ 1788605 h 2726969"/>
                <a:gd name="connsiteX3" fmla="*/ 1334797 w 2032597"/>
                <a:gd name="connsiteY3" fmla="*/ 2625249 h 2726969"/>
                <a:gd name="connsiteX4" fmla="*/ 1376234 w 2032597"/>
                <a:gd name="connsiteY4" fmla="*/ 2649191 h 2726969"/>
                <a:gd name="connsiteX5" fmla="*/ 1418772 w 2032597"/>
                <a:gd name="connsiteY5" fmla="*/ 2669857 h 2726969"/>
                <a:gd name="connsiteX6" fmla="*/ 1462237 w 2032597"/>
                <a:gd name="connsiteY6" fmla="*/ 2687280 h 2726969"/>
                <a:gd name="connsiteX7" fmla="*/ 1506455 w 2032597"/>
                <a:gd name="connsiteY7" fmla="*/ 2701496 h 2726969"/>
                <a:gd name="connsiteX8" fmla="*/ 1551253 w 2032597"/>
                <a:gd name="connsiteY8" fmla="*/ 2712539 h 2726969"/>
                <a:gd name="connsiteX9" fmla="*/ 1596457 w 2032597"/>
                <a:gd name="connsiteY9" fmla="*/ 2720442 h 2726969"/>
                <a:gd name="connsiteX10" fmla="*/ 1641892 w 2032597"/>
                <a:gd name="connsiteY10" fmla="*/ 2725241 h 2726969"/>
                <a:gd name="connsiteX11" fmla="*/ 1687386 w 2032597"/>
                <a:gd name="connsiteY11" fmla="*/ 2726969 h 2726969"/>
                <a:gd name="connsiteX12" fmla="*/ 1732765 w 2032597"/>
                <a:gd name="connsiteY12" fmla="*/ 2725661 h 2726969"/>
                <a:gd name="connsiteX13" fmla="*/ 1777855 w 2032597"/>
                <a:gd name="connsiteY13" fmla="*/ 2721350 h 2726969"/>
                <a:gd name="connsiteX14" fmla="*/ 1822482 w 2032597"/>
                <a:gd name="connsiteY14" fmla="*/ 2714073 h 2726969"/>
                <a:gd name="connsiteX15" fmla="*/ 1866473 w 2032597"/>
                <a:gd name="connsiteY15" fmla="*/ 2703861 h 2726969"/>
                <a:gd name="connsiteX16" fmla="*/ 1909653 w 2032597"/>
                <a:gd name="connsiteY16" fmla="*/ 2690751 h 2726969"/>
                <a:gd name="connsiteX17" fmla="*/ 1951850 w 2032597"/>
                <a:gd name="connsiteY17" fmla="*/ 2674776 h 2726969"/>
                <a:gd name="connsiteX18" fmla="*/ 1992890 w 2032597"/>
                <a:gd name="connsiteY18" fmla="*/ 2655970 h 2726969"/>
                <a:gd name="connsiteX19" fmla="*/ 2032598 w 2032597"/>
                <a:gd name="connsiteY19" fmla="*/ 2634369 h 2726969"/>
                <a:gd name="connsiteX0" fmla="*/ 1236077 w 1992890"/>
                <a:gd name="connsiteY0" fmla="*/ 0 h 2726969"/>
                <a:gd name="connsiteX1" fmla="*/ 1231596 w 1992890"/>
                <a:gd name="connsiteY1" fmla="*/ 890 h 2726969"/>
                <a:gd name="connsiteX2" fmla="*/ 0 w 1992890"/>
                <a:gd name="connsiteY2" fmla="*/ 1788605 h 2726969"/>
                <a:gd name="connsiteX3" fmla="*/ 1334797 w 1992890"/>
                <a:gd name="connsiteY3" fmla="*/ 2625249 h 2726969"/>
                <a:gd name="connsiteX4" fmla="*/ 1376234 w 1992890"/>
                <a:gd name="connsiteY4" fmla="*/ 2649191 h 2726969"/>
                <a:gd name="connsiteX5" fmla="*/ 1418772 w 1992890"/>
                <a:gd name="connsiteY5" fmla="*/ 2669857 h 2726969"/>
                <a:gd name="connsiteX6" fmla="*/ 1462237 w 1992890"/>
                <a:gd name="connsiteY6" fmla="*/ 2687280 h 2726969"/>
                <a:gd name="connsiteX7" fmla="*/ 1506455 w 1992890"/>
                <a:gd name="connsiteY7" fmla="*/ 2701496 h 2726969"/>
                <a:gd name="connsiteX8" fmla="*/ 1551253 w 1992890"/>
                <a:gd name="connsiteY8" fmla="*/ 2712539 h 2726969"/>
                <a:gd name="connsiteX9" fmla="*/ 1596457 w 1992890"/>
                <a:gd name="connsiteY9" fmla="*/ 2720442 h 2726969"/>
                <a:gd name="connsiteX10" fmla="*/ 1641892 w 1992890"/>
                <a:gd name="connsiteY10" fmla="*/ 2725241 h 2726969"/>
                <a:gd name="connsiteX11" fmla="*/ 1687386 w 1992890"/>
                <a:gd name="connsiteY11" fmla="*/ 2726969 h 2726969"/>
                <a:gd name="connsiteX12" fmla="*/ 1732765 w 1992890"/>
                <a:gd name="connsiteY12" fmla="*/ 2725661 h 2726969"/>
                <a:gd name="connsiteX13" fmla="*/ 1777855 w 1992890"/>
                <a:gd name="connsiteY13" fmla="*/ 2721350 h 2726969"/>
                <a:gd name="connsiteX14" fmla="*/ 1822482 w 1992890"/>
                <a:gd name="connsiteY14" fmla="*/ 2714073 h 2726969"/>
                <a:gd name="connsiteX15" fmla="*/ 1866473 w 1992890"/>
                <a:gd name="connsiteY15" fmla="*/ 2703861 h 2726969"/>
                <a:gd name="connsiteX16" fmla="*/ 1909653 w 1992890"/>
                <a:gd name="connsiteY16" fmla="*/ 2690751 h 2726969"/>
                <a:gd name="connsiteX17" fmla="*/ 1951850 w 1992890"/>
                <a:gd name="connsiteY17" fmla="*/ 2674776 h 2726969"/>
                <a:gd name="connsiteX18" fmla="*/ 1992890 w 1992890"/>
                <a:gd name="connsiteY18" fmla="*/ 2655970 h 2726969"/>
                <a:gd name="connsiteX0" fmla="*/ 1236077 w 1951850"/>
                <a:gd name="connsiteY0" fmla="*/ 0 h 2726969"/>
                <a:gd name="connsiteX1" fmla="*/ 1231596 w 1951850"/>
                <a:gd name="connsiteY1" fmla="*/ 890 h 2726969"/>
                <a:gd name="connsiteX2" fmla="*/ 0 w 1951850"/>
                <a:gd name="connsiteY2" fmla="*/ 1788605 h 2726969"/>
                <a:gd name="connsiteX3" fmla="*/ 1334797 w 1951850"/>
                <a:gd name="connsiteY3" fmla="*/ 2625249 h 2726969"/>
                <a:gd name="connsiteX4" fmla="*/ 1376234 w 1951850"/>
                <a:gd name="connsiteY4" fmla="*/ 2649191 h 2726969"/>
                <a:gd name="connsiteX5" fmla="*/ 1418772 w 1951850"/>
                <a:gd name="connsiteY5" fmla="*/ 2669857 h 2726969"/>
                <a:gd name="connsiteX6" fmla="*/ 1462237 w 1951850"/>
                <a:gd name="connsiteY6" fmla="*/ 2687280 h 2726969"/>
                <a:gd name="connsiteX7" fmla="*/ 1506455 w 1951850"/>
                <a:gd name="connsiteY7" fmla="*/ 2701496 h 2726969"/>
                <a:gd name="connsiteX8" fmla="*/ 1551253 w 1951850"/>
                <a:gd name="connsiteY8" fmla="*/ 2712539 h 2726969"/>
                <a:gd name="connsiteX9" fmla="*/ 1596457 w 1951850"/>
                <a:gd name="connsiteY9" fmla="*/ 2720442 h 2726969"/>
                <a:gd name="connsiteX10" fmla="*/ 1641892 w 1951850"/>
                <a:gd name="connsiteY10" fmla="*/ 2725241 h 2726969"/>
                <a:gd name="connsiteX11" fmla="*/ 1687386 w 1951850"/>
                <a:gd name="connsiteY11" fmla="*/ 2726969 h 2726969"/>
                <a:gd name="connsiteX12" fmla="*/ 1732765 w 1951850"/>
                <a:gd name="connsiteY12" fmla="*/ 2725661 h 2726969"/>
                <a:gd name="connsiteX13" fmla="*/ 1777855 w 1951850"/>
                <a:gd name="connsiteY13" fmla="*/ 2721350 h 2726969"/>
                <a:gd name="connsiteX14" fmla="*/ 1822482 w 1951850"/>
                <a:gd name="connsiteY14" fmla="*/ 2714073 h 2726969"/>
                <a:gd name="connsiteX15" fmla="*/ 1866473 w 1951850"/>
                <a:gd name="connsiteY15" fmla="*/ 2703861 h 2726969"/>
                <a:gd name="connsiteX16" fmla="*/ 1909653 w 1951850"/>
                <a:gd name="connsiteY16" fmla="*/ 2690751 h 2726969"/>
                <a:gd name="connsiteX17" fmla="*/ 1951850 w 1951850"/>
                <a:gd name="connsiteY17" fmla="*/ 2674776 h 2726969"/>
                <a:gd name="connsiteX0" fmla="*/ 1236077 w 1909654"/>
                <a:gd name="connsiteY0" fmla="*/ 0 h 2726969"/>
                <a:gd name="connsiteX1" fmla="*/ 1231596 w 1909654"/>
                <a:gd name="connsiteY1" fmla="*/ 890 h 2726969"/>
                <a:gd name="connsiteX2" fmla="*/ 0 w 1909654"/>
                <a:gd name="connsiteY2" fmla="*/ 1788605 h 2726969"/>
                <a:gd name="connsiteX3" fmla="*/ 1334797 w 1909654"/>
                <a:gd name="connsiteY3" fmla="*/ 2625249 h 2726969"/>
                <a:gd name="connsiteX4" fmla="*/ 1376234 w 1909654"/>
                <a:gd name="connsiteY4" fmla="*/ 2649191 h 2726969"/>
                <a:gd name="connsiteX5" fmla="*/ 1418772 w 1909654"/>
                <a:gd name="connsiteY5" fmla="*/ 2669857 h 2726969"/>
                <a:gd name="connsiteX6" fmla="*/ 1462237 w 1909654"/>
                <a:gd name="connsiteY6" fmla="*/ 2687280 h 2726969"/>
                <a:gd name="connsiteX7" fmla="*/ 1506455 w 1909654"/>
                <a:gd name="connsiteY7" fmla="*/ 2701496 h 2726969"/>
                <a:gd name="connsiteX8" fmla="*/ 1551253 w 1909654"/>
                <a:gd name="connsiteY8" fmla="*/ 2712539 h 2726969"/>
                <a:gd name="connsiteX9" fmla="*/ 1596457 w 1909654"/>
                <a:gd name="connsiteY9" fmla="*/ 2720442 h 2726969"/>
                <a:gd name="connsiteX10" fmla="*/ 1641892 w 1909654"/>
                <a:gd name="connsiteY10" fmla="*/ 2725241 h 2726969"/>
                <a:gd name="connsiteX11" fmla="*/ 1687386 w 1909654"/>
                <a:gd name="connsiteY11" fmla="*/ 2726969 h 2726969"/>
                <a:gd name="connsiteX12" fmla="*/ 1732765 w 1909654"/>
                <a:gd name="connsiteY12" fmla="*/ 2725661 h 2726969"/>
                <a:gd name="connsiteX13" fmla="*/ 1777855 w 1909654"/>
                <a:gd name="connsiteY13" fmla="*/ 2721350 h 2726969"/>
                <a:gd name="connsiteX14" fmla="*/ 1822482 w 1909654"/>
                <a:gd name="connsiteY14" fmla="*/ 2714073 h 2726969"/>
                <a:gd name="connsiteX15" fmla="*/ 1866473 w 1909654"/>
                <a:gd name="connsiteY15" fmla="*/ 2703861 h 2726969"/>
                <a:gd name="connsiteX16" fmla="*/ 1909653 w 1909654"/>
                <a:gd name="connsiteY16" fmla="*/ 2690751 h 2726969"/>
                <a:gd name="connsiteX0" fmla="*/ 1236077 w 1866472"/>
                <a:gd name="connsiteY0" fmla="*/ 0 h 2726969"/>
                <a:gd name="connsiteX1" fmla="*/ 1231596 w 1866472"/>
                <a:gd name="connsiteY1" fmla="*/ 890 h 2726969"/>
                <a:gd name="connsiteX2" fmla="*/ 0 w 1866472"/>
                <a:gd name="connsiteY2" fmla="*/ 1788605 h 2726969"/>
                <a:gd name="connsiteX3" fmla="*/ 1334797 w 1866472"/>
                <a:gd name="connsiteY3" fmla="*/ 2625249 h 2726969"/>
                <a:gd name="connsiteX4" fmla="*/ 1376234 w 1866472"/>
                <a:gd name="connsiteY4" fmla="*/ 2649191 h 2726969"/>
                <a:gd name="connsiteX5" fmla="*/ 1418772 w 1866472"/>
                <a:gd name="connsiteY5" fmla="*/ 2669857 h 2726969"/>
                <a:gd name="connsiteX6" fmla="*/ 1462237 w 1866472"/>
                <a:gd name="connsiteY6" fmla="*/ 2687280 h 2726969"/>
                <a:gd name="connsiteX7" fmla="*/ 1506455 w 1866472"/>
                <a:gd name="connsiteY7" fmla="*/ 2701496 h 2726969"/>
                <a:gd name="connsiteX8" fmla="*/ 1551253 w 1866472"/>
                <a:gd name="connsiteY8" fmla="*/ 2712539 h 2726969"/>
                <a:gd name="connsiteX9" fmla="*/ 1596457 w 1866472"/>
                <a:gd name="connsiteY9" fmla="*/ 2720442 h 2726969"/>
                <a:gd name="connsiteX10" fmla="*/ 1641892 w 1866472"/>
                <a:gd name="connsiteY10" fmla="*/ 2725241 h 2726969"/>
                <a:gd name="connsiteX11" fmla="*/ 1687386 w 1866472"/>
                <a:gd name="connsiteY11" fmla="*/ 2726969 h 2726969"/>
                <a:gd name="connsiteX12" fmla="*/ 1732765 w 1866472"/>
                <a:gd name="connsiteY12" fmla="*/ 2725661 h 2726969"/>
                <a:gd name="connsiteX13" fmla="*/ 1777855 w 1866472"/>
                <a:gd name="connsiteY13" fmla="*/ 2721350 h 2726969"/>
                <a:gd name="connsiteX14" fmla="*/ 1822482 w 1866472"/>
                <a:gd name="connsiteY14" fmla="*/ 2714073 h 2726969"/>
                <a:gd name="connsiteX15" fmla="*/ 1866473 w 1866472"/>
                <a:gd name="connsiteY15" fmla="*/ 2703861 h 2726969"/>
                <a:gd name="connsiteX0" fmla="*/ 1236077 w 1822481"/>
                <a:gd name="connsiteY0" fmla="*/ 0 h 2726969"/>
                <a:gd name="connsiteX1" fmla="*/ 1231596 w 1822481"/>
                <a:gd name="connsiteY1" fmla="*/ 890 h 2726969"/>
                <a:gd name="connsiteX2" fmla="*/ 0 w 1822481"/>
                <a:gd name="connsiteY2" fmla="*/ 1788605 h 2726969"/>
                <a:gd name="connsiteX3" fmla="*/ 1334797 w 1822481"/>
                <a:gd name="connsiteY3" fmla="*/ 2625249 h 2726969"/>
                <a:gd name="connsiteX4" fmla="*/ 1376234 w 1822481"/>
                <a:gd name="connsiteY4" fmla="*/ 2649191 h 2726969"/>
                <a:gd name="connsiteX5" fmla="*/ 1418772 w 1822481"/>
                <a:gd name="connsiteY5" fmla="*/ 2669857 h 2726969"/>
                <a:gd name="connsiteX6" fmla="*/ 1462237 w 1822481"/>
                <a:gd name="connsiteY6" fmla="*/ 2687280 h 2726969"/>
                <a:gd name="connsiteX7" fmla="*/ 1506455 w 1822481"/>
                <a:gd name="connsiteY7" fmla="*/ 2701496 h 2726969"/>
                <a:gd name="connsiteX8" fmla="*/ 1551253 w 1822481"/>
                <a:gd name="connsiteY8" fmla="*/ 2712539 h 2726969"/>
                <a:gd name="connsiteX9" fmla="*/ 1596457 w 1822481"/>
                <a:gd name="connsiteY9" fmla="*/ 2720442 h 2726969"/>
                <a:gd name="connsiteX10" fmla="*/ 1641892 w 1822481"/>
                <a:gd name="connsiteY10" fmla="*/ 2725241 h 2726969"/>
                <a:gd name="connsiteX11" fmla="*/ 1687386 w 1822481"/>
                <a:gd name="connsiteY11" fmla="*/ 2726969 h 2726969"/>
                <a:gd name="connsiteX12" fmla="*/ 1732765 w 1822481"/>
                <a:gd name="connsiteY12" fmla="*/ 2725661 h 2726969"/>
                <a:gd name="connsiteX13" fmla="*/ 1777855 w 1822481"/>
                <a:gd name="connsiteY13" fmla="*/ 2721350 h 2726969"/>
                <a:gd name="connsiteX14" fmla="*/ 1822482 w 1822481"/>
                <a:gd name="connsiteY14" fmla="*/ 2714073 h 2726969"/>
                <a:gd name="connsiteX0" fmla="*/ 1236077 w 1777855"/>
                <a:gd name="connsiteY0" fmla="*/ 0 h 2726969"/>
                <a:gd name="connsiteX1" fmla="*/ 1231596 w 1777855"/>
                <a:gd name="connsiteY1" fmla="*/ 890 h 2726969"/>
                <a:gd name="connsiteX2" fmla="*/ 0 w 1777855"/>
                <a:gd name="connsiteY2" fmla="*/ 1788605 h 2726969"/>
                <a:gd name="connsiteX3" fmla="*/ 1334797 w 1777855"/>
                <a:gd name="connsiteY3" fmla="*/ 2625249 h 2726969"/>
                <a:gd name="connsiteX4" fmla="*/ 1376234 w 1777855"/>
                <a:gd name="connsiteY4" fmla="*/ 2649191 h 2726969"/>
                <a:gd name="connsiteX5" fmla="*/ 1418772 w 1777855"/>
                <a:gd name="connsiteY5" fmla="*/ 2669857 h 2726969"/>
                <a:gd name="connsiteX6" fmla="*/ 1462237 w 1777855"/>
                <a:gd name="connsiteY6" fmla="*/ 2687280 h 2726969"/>
                <a:gd name="connsiteX7" fmla="*/ 1506455 w 1777855"/>
                <a:gd name="connsiteY7" fmla="*/ 2701496 h 2726969"/>
                <a:gd name="connsiteX8" fmla="*/ 1551253 w 1777855"/>
                <a:gd name="connsiteY8" fmla="*/ 2712539 h 2726969"/>
                <a:gd name="connsiteX9" fmla="*/ 1596457 w 1777855"/>
                <a:gd name="connsiteY9" fmla="*/ 2720442 h 2726969"/>
                <a:gd name="connsiteX10" fmla="*/ 1641892 w 1777855"/>
                <a:gd name="connsiteY10" fmla="*/ 2725241 h 2726969"/>
                <a:gd name="connsiteX11" fmla="*/ 1687386 w 1777855"/>
                <a:gd name="connsiteY11" fmla="*/ 2726969 h 2726969"/>
                <a:gd name="connsiteX12" fmla="*/ 1732765 w 1777855"/>
                <a:gd name="connsiteY12" fmla="*/ 2725661 h 2726969"/>
                <a:gd name="connsiteX13" fmla="*/ 1777855 w 1777855"/>
                <a:gd name="connsiteY13" fmla="*/ 2721350 h 2726969"/>
                <a:gd name="connsiteX0" fmla="*/ 1236077 w 1732765"/>
                <a:gd name="connsiteY0" fmla="*/ 0 h 2726969"/>
                <a:gd name="connsiteX1" fmla="*/ 1231596 w 1732765"/>
                <a:gd name="connsiteY1" fmla="*/ 890 h 2726969"/>
                <a:gd name="connsiteX2" fmla="*/ 0 w 1732765"/>
                <a:gd name="connsiteY2" fmla="*/ 1788605 h 2726969"/>
                <a:gd name="connsiteX3" fmla="*/ 1334797 w 1732765"/>
                <a:gd name="connsiteY3" fmla="*/ 2625249 h 2726969"/>
                <a:gd name="connsiteX4" fmla="*/ 1376234 w 1732765"/>
                <a:gd name="connsiteY4" fmla="*/ 2649191 h 2726969"/>
                <a:gd name="connsiteX5" fmla="*/ 1418772 w 1732765"/>
                <a:gd name="connsiteY5" fmla="*/ 2669857 h 2726969"/>
                <a:gd name="connsiteX6" fmla="*/ 1462237 w 1732765"/>
                <a:gd name="connsiteY6" fmla="*/ 2687280 h 2726969"/>
                <a:gd name="connsiteX7" fmla="*/ 1506455 w 1732765"/>
                <a:gd name="connsiteY7" fmla="*/ 2701496 h 2726969"/>
                <a:gd name="connsiteX8" fmla="*/ 1551253 w 1732765"/>
                <a:gd name="connsiteY8" fmla="*/ 2712539 h 2726969"/>
                <a:gd name="connsiteX9" fmla="*/ 1596457 w 1732765"/>
                <a:gd name="connsiteY9" fmla="*/ 2720442 h 2726969"/>
                <a:gd name="connsiteX10" fmla="*/ 1641892 w 1732765"/>
                <a:gd name="connsiteY10" fmla="*/ 2725241 h 2726969"/>
                <a:gd name="connsiteX11" fmla="*/ 1687386 w 1732765"/>
                <a:gd name="connsiteY11" fmla="*/ 2726969 h 2726969"/>
                <a:gd name="connsiteX12" fmla="*/ 1732765 w 1732765"/>
                <a:gd name="connsiteY12" fmla="*/ 2725661 h 2726969"/>
                <a:gd name="connsiteX0" fmla="*/ 1236077 w 1687387"/>
                <a:gd name="connsiteY0" fmla="*/ 0 h 2726969"/>
                <a:gd name="connsiteX1" fmla="*/ 1231596 w 1687387"/>
                <a:gd name="connsiteY1" fmla="*/ 890 h 2726969"/>
                <a:gd name="connsiteX2" fmla="*/ 0 w 1687387"/>
                <a:gd name="connsiteY2" fmla="*/ 1788605 h 2726969"/>
                <a:gd name="connsiteX3" fmla="*/ 1334797 w 1687387"/>
                <a:gd name="connsiteY3" fmla="*/ 2625249 h 2726969"/>
                <a:gd name="connsiteX4" fmla="*/ 1376234 w 1687387"/>
                <a:gd name="connsiteY4" fmla="*/ 2649191 h 2726969"/>
                <a:gd name="connsiteX5" fmla="*/ 1418772 w 1687387"/>
                <a:gd name="connsiteY5" fmla="*/ 2669857 h 2726969"/>
                <a:gd name="connsiteX6" fmla="*/ 1462237 w 1687387"/>
                <a:gd name="connsiteY6" fmla="*/ 2687280 h 2726969"/>
                <a:gd name="connsiteX7" fmla="*/ 1506455 w 1687387"/>
                <a:gd name="connsiteY7" fmla="*/ 2701496 h 2726969"/>
                <a:gd name="connsiteX8" fmla="*/ 1551253 w 1687387"/>
                <a:gd name="connsiteY8" fmla="*/ 2712539 h 2726969"/>
                <a:gd name="connsiteX9" fmla="*/ 1596457 w 1687387"/>
                <a:gd name="connsiteY9" fmla="*/ 2720442 h 2726969"/>
                <a:gd name="connsiteX10" fmla="*/ 1641892 w 1687387"/>
                <a:gd name="connsiteY10" fmla="*/ 2725241 h 2726969"/>
                <a:gd name="connsiteX11" fmla="*/ 1687386 w 1687387"/>
                <a:gd name="connsiteY11" fmla="*/ 2726969 h 2726969"/>
                <a:gd name="connsiteX0" fmla="*/ 1236077 w 1641892"/>
                <a:gd name="connsiteY0" fmla="*/ 0 h 2725241"/>
                <a:gd name="connsiteX1" fmla="*/ 1231596 w 1641892"/>
                <a:gd name="connsiteY1" fmla="*/ 890 h 2725241"/>
                <a:gd name="connsiteX2" fmla="*/ 0 w 1641892"/>
                <a:gd name="connsiteY2" fmla="*/ 1788605 h 2725241"/>
                <a:gd name="connsiteX3" fmla="*/ 1334797 w 1641892"/>
                <a:gd name="connsiteY3" fmla="*/ 2625249 h 2725241"/>
                <a:gd name="connsiteX4" fmla="*/ 1376234 w 1641892"/>
                <a:gd name="connsiteY4" fmla="*/ 2649191 h 2725241"/>
                <a:gd name="connsiteX5" fmla="*/ 1418772 w 1641892"/>
                <a:gd name="connsiteY5" fmla="*/ 2669857 h 2725241"/>
                <a:gd name="connsiteX6" fmla="*/ 1462237 w 1641892"/>
                <a:gd name="connsiteY6" fmla="*/ 2687280 h 2725241"/>
                <a:gd name="connsiteX7" fmla="*/ 1506455 w 1641892"/>
                <a:gd name="connsiteY7" fmla="*/ 2701496 h 2725241"/>
                <a:gd name="connsiteX8" fmla="*/ 1551253 w 1641892"/>
                <a:gd name="connsiteY8" fmla="*/ 2712539 h 2725241"/>
                <a:gd name="connsiteX9" fmla="*/ 1596457 w 1641892"/>
                <a:gd name="connsiteY9" fmla="*/ 2720442 h 2725241"/>
                <a:gd name="connsiteX10" fmla="*/ 1641892 w 1641892"/>
                <a:gd name="connsiteY10" fmla="*/ 2725241 h 2725241"/>
                <a:gd name="connsiteX0" fmla="*/ 1236077 w 1596457"/>
                <a:gd name="connsiteY0" fmla="*/ 0 h 2720441"/>
                <a:gd name="connsiteX1" fmla="*/ 1231596 w 1596457"/>
                <a:gd name="connsiteY1" fmla="*/ 890 h 2720441"/>
                <a:gd name="connsiteX2" fmla="*/ 0 w 1596457"/>
                <a:gd name="connsiteY2" fmla="*/ 1788605 h 2720441"/>
                <a:gd name="connsiteX3" fmla="*/ 1334797 w 1596457"/>
                <a:gd name="connsiteY3" fmla="*/ 2625249 h 2720441"/>
                <a:gd name="connsiteX4" fmla="*/ 1376234 w 1596457"/>
                <a:gd name="connsiteY4" fmla="*/ 2649191 h 2720441"/>
                <a:gd name="connsiteX5" fmla="*/ 1418772 w 1596457"/>
                <a:gd name="connsiteY5" fmla="*/ 2669857 h 2720441"/>
                <a:gd name="connsiteX6" fmla="*/ 1462237 w 1596457"/>
                <a:gd name="connsiteY6" fmla="*/ 2687280 h 2720441"/>
                <a:gd name="connsiteX7" fmla="*/ 1506455 w 1596457"/>
                <a:gd name="connsiteY7" fmla="*/ 2701496 h 2720441"/>
                <a:gd name="connsiteX8" fmla="*/ 1551253 w 1596457"/>
                <a:gd name="connsiteY8" fmla="*/ 2712539 h 2720441"/>
                <a:gd name="connsiteX9" fmla="*/ 1596457 w 1596457"/>
                <a:gd name="connsiteY9" fmla="*/ 2720442 h 2720441"/>
                <a:gd name="connsiteX0" fmla="*/ 1236077 w 1551253"/>
                <a:gd name="connsiteY0" fmla="*/ 0 h 2712539"/>
                <a:gd name="connsiteX1" fmla="*/ 1231596 w 1551253"/>
                <a:gd name="connsiteY1" fmla="*/ 890 h 2712539"/>
                <a:gd name="connsiteX2" fmla="*/ 0 w 1551253"/>
                <a:gd name="connsiteY2" fmla="*/ 1788605 h 2712539"/>
                <a:gd name="connsiteX3" fmla="*/ 1334797 w 1551253"/>
                <a:gd name="connsiteY3" fmla="*/ 2625249 h 2712539"/>
                <a:gd name="connsiteX4" fmla="*/ 1376234 w 1551253"/>
                <a:gd name="connsiteY4" fmla="*/ 2649191 h 2712539"/>
                <a:gd name="connsiteX5" fmla="*/ 1418772 w 1551253"/>
                <a:gd name="connsiteY5" fmla="*/ 2669857 h 2712539"/>
                <a:gd name="connsiteX6" fmla="*/ 1462237 w 1551253"/>
                <a:gd name="connsiteY6" fmla="*/ 2687280 h 2712539"/>
                <a:gd name="connsiteX7" fmla="*/ 1506455 w 1551253"/>
                <a:gd name="connsiteY7" fmla="*/ 2701496 h 2712539"/>
                <a:gd name="connsiteX8" fmla="*/ 1551253 w 1551253"/>
                <a:gd name="connsiteY8" fmla="*/ 2712539 h 2712539"/>
                <a:gd name="connsiteX0" fmla="*/ 1236077 w 1506455"/>
                <a:gd name="connsiteY0" fmla="*/ 0 h 2701497"/>
                <a:gd name="connsiteX1" fmla="*/ 1231596 w 1506455"/>
                <a:gd name="connsiteY1" fmla="*/ 890 h 2701497"/>
                <a:gd name="connsiteX2" fmla="*/ 0 w 1506455"/>
                <a:gd name="connsiteY2" fmla="*/ 1788605 h 2701497"/>
                <a:gd name="connsiteX3" fmla="*/ 1334797 w 1506455"/>
                <a:gd name="connsiteY3" fmla="*/ 2625249 h 2701497"/>
                <a:gd name="connsiteX4" fmla="*/ 1376234 w 1506455"/>
                <a:gd name="connsiteY4" fmla="*/ 2649191 h 2701497"/>
                <a:gd name="connsiteX5" fmla="*/ 1418772 w 1506455"/>
                <a:gd name="connsiteY5" fmla="*/ 2669857 h 2701497"/>
                <a:gd name="connsiteX6" fmla="*/ 1462237 w 1506455"/>
                <a:gd name="connsiteY6" fmla="*/ 2687280 h 2701497"/>
                <a:gd name="connsiteX7" fmla="*/ 1506455 w 1506455"/>
                <a:gd name="connsiteY7" fmla="*/ 2701496 h 2701497"/>
                <a:gd name="connsiteX0" fmla="*/ 1236077 w 1462238"/>
                <a:gd name="connsiteY0" fmla="*/ 0 h 2687280"/>
                <a:gd name="connsiteX1" fmla="*/ 1231596 w 1462238"/>
                <a:gd name="connsiteY1" fmla="*/ 890 h 2687280"/>
                <a:gd name="connsiteX2" fmla="*/ 0 w 1462238"/>
                <a:gd name="connsiteY2" fmla="*/ 1788605 h 2687280"/>
                <a:gd name="connsiteX3" fmla="*/ 1334797 w 1462238"/>
                <a:gd name="connsiteY3" fmla="*/ 2625249 h 2687280"/>
                <a:gd name="connsiteX4" fmla="*/ 1376234 w 1462238"/>
                <a:gd name="connsiteY4" fmla="*/ 2649191 h 2687280"/>
                <a:gd name="connsiteX5" fmla="*/ 1418772 w 1462238"/>
                <a:gd name="connsiteY5" fmla="*/ 2669857 h 2687280"/>
                <a:gd name="connsiteX6" fmla="*/ 1462237 w 1462238"/>
                <a:gd name="connsiteY6" fmla="*/ 2687280 h 2687280"/>
                <a:gd name="connsiteX0" fmla="*/ 1236077 w 1418773"/>
                <a:gd name="connsiteY0" fmla="*/ 0 h 2669857"/>
                <a:gd name="connsiteX1" fmla="*/ 1231596 w 1418773"/>
                <a:gd name="connsiteY1" fmla="*/ 890 h 2669857"/>
                <a:gd name="connsiteX2" fmla="*/ 0 w 1418773"/>
                <a:gd name="connsiteY2" fmla="*/ 1788605 h 2669857"/>
                <a:gd name="connsiteX3" fmla="*/ 1334797 w 1418773"/>
                <a:gd name="connsiteY3" fmla="*/ 2625249 h 2669857"/>
                <a:gd name="connsiteX4" fmla="*/ 1376234 w 1418773"/>
                <a:gd name="connsiteY4" fmla="*/ 2649191 h 2669857"/>
                <a:gd name="connsiteX5" fmla="*/ 1418772 w 1418773"/>
                <a:gd name="connsiteY5" fmla="*/ 2669857 h 2669857"/>
                <a:gd name="connsiteX0" fmla="*/ 1236077 w 1376233"/>
                <a:gd name="connsiteY0" fmla="*/ 0 h 2649191"/>
                <a:gd name="connsiteX1" fmla="*/ 1231596 w 1376233"/>
                <a:gd name="connsiteY1" fmla="*/ 890 h 2649191"/>
                <a:gd name="connsiteX2" fmla="*/ 0 w 1376233"/>
                <a:gd name="connsiteY2" fmla="*/ 1788605 h 2649191"/>
                <a:gd name="connsiteX3" fmla="*/ 1334797 w 1376233"/>
                <a:gd name="connsiteY3" fmla="*/ 2625249 h 2649191"/>
                <a:gd name="connsiteX4" fmla="*/ 1376234 w 1376233"/>
                <a:gd name="connsiteY4" fmla="*/ 2649191 h 2649191"/>
                <a:gd name="connsiteX0" fmla="*/ 1236077 w 1334797"/>
                <a:gd name="connsiteY0" fmla="*/ 0 h 2625249"/>
                <a:gd name="connsiteX1" fmla="*/ 1231596 w 1334797"/>
                <a:gd name="connsiteY1" fmla="*/ 890 h 2625249"/>
                <a:gd name="connsiteX2" fmla="*/ 0 w 1334797"/>
                <a:gd name="connsiteY2" fmla="*/ 1788605 h 2625249"/>
                <a:gd name="connsiteX3" fmla="*/ 1334797 w 1334797"/>
                <a:gd name="connsiteY3" fmla="*/ 2625249 h 2625249"/>
                <a:gd name="connsiteX0" fmla="*/ 1236077 w 1236077"/>
                <a:gd name="connsiteY0" fmla="*/ 0 h 1788605"/>
                <a:gd name="connsiteX1" fmla="*/ 1231596 w 1236077"/>
                <a:gd name="connsiteY1" fmla="*/ 890 h 1788605"/>
                <a:gd name="connsiteX2" fmla="*/ 0 w 1236077"/>
                <a:gd name="connsiteY2" fmla="*/ 1788605 h 1788605"/>
                <a:gd name="connsiteX0" fmla="*/ 1236077 w 1236077"/>
                <a:gd name="connsiteY0" fmla="*/ 0 h 1788605"/>
                <a:gd name="connsiteX1" fmla="*/ 0 w 1236077"/>
                <a:gd name="connsiteY1" fmla="*/ 1788605 h 1788605"/>
              </a:gdLst>
              <a:ahLst/>
              <a:cxnLst>
                <a:cxn ang="0">
                  <a:pos x="connsiteX0" y="connsiteY0"/>
                </a:cxn>
                <a:cxn ang="0">
                  <a:pos x="connsiteX1" y="connsiteY1"/>
                </a:cxn>
              </a:cxnLst>
              <a:rect l="l" t="t" r="r" b="b"/>
              <a:pathLst>
                <a:path w="1236077" h="1788605">
                  <a:moveTo>
                    <a:pt x="1236077" y="0"/>
                  </a:moveTo>
                  <a:lnTo>
                    <a:pt x="0" y="1788605"/>
                  </a:lnTo>
                </a:path>
              </a:pathLst>
            </a:custGeom>
            <a:solidFill>
              <a:srgbClr val="FAAF34"/>
            </a:solidFill>
            <a:ln w="22225" cap="rnd">
              <a:solidFill>
                <a:schemeClr val="tx1">
                  <a:lumMod val="50000"/>
                  <a:lumOff val="50000"/>
                </a:schemeClr>
              </a:solidFill>
            </a:ln>
          </p:spPr>
          <p:txBody>
            <a:bodyPr wrap="square" lIns="0" tIns="0" rIns="0" bIns="0" rtlCol="0"/>
            <a:lstStyle/>
            <a:p>
              <a:endParaRPr sz="372"/>
            </a:p>
          </p:txBody>
        </p:sp>
        <p:sp>
          <p:nvSpPr>
            <p:cNvPr id="6" name="object 19">
              <a:extLst>
                <a:ext uri="{FF2B5EF4-FFF2-40B4-BE49-F238E27FC236}">
                  <a16:creationId xmlns:a16="http://schemas.microsoft.com/office/drawing/2014/main" id="{DA1D1BFD-838F-9344-63D1-8988AF11C3C2}"/>
                </a:ext>
              </a:extLst>
            </p:cNvPr>
            <p:cNvSpPr/>
            <p:nvPr/>
          </p:nvSpPr>
          <p:spPr>
            <a:xfrm>
              <a:off x="435652" y="1279408"/>
              <a:ext cx="708222" cy="1024794"/>
            </a:xfrm>
            <a:custGeom>
              <a:avLst/>
              <a:gdLst>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27" fmla="*/ 1437132 w 3110302"/>
                <a:gd name="connsiteY27" fmla="*/ 201055 h 2726969"/>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0" fmla="*/ 1236077 w 2233166"/>
                <a:gd name="connsiteY0" fmla="*/ 0 h 2726969"/>
                <a:gd name="connsiteX1" fmla="*/ 1231596 w 2233166"/>
                <a:gd name="connsiteY1" fmla="*/ 890 h 2726969"/>
                <a:gd name="connsiteX2" fmla="*/ 0 w 2233166"/>
                <a:gd name="connsiteY2" fmla="*/ 1788605 h 2726969"/>
                <a:gd name="connsiteX3" fmla="*/ 1334797 w 2233166"/>
                <a:gd name="connsiteY3" fmla="*/ 2625249 h 2726969"/>
                <a:gd name="connsiteX4" fmla="*/ 1376234 w 2233166"/>
                <a:gd name="connsiteY4" fmla="*/ 2649191 h 2726969"/>
                <a:gd name="connsiteX5" fmla="*/ 1418772 w 2233166"/>
                <a:gd name="connsiteY5" fmla="*/ 2669857 h 2726969"/>
                <a:gd name="connsiteX6" fmla="*/ 1462237 w 2233166"/>
                <a:gd name="connsiteY6" fmla="*/ 2687280 h 2726969"/>
                <a:gd name="connsiteX7" fmla="*/ 1506455 w 2233166"/>
                <a:gd name="connsiteY7" fmla="*/ 2701496 h 2726969"/>
                <a:gd name="connsiteX8" fmla="*/ 1551253 w 2233166"/>
                <a:gd name="connsiteY8" fmla="*/ 2712539 h 2726969"/>
                <a:gd name="connsiteX9" fmla="*/ 1596457 w 2233166"/>
                <a:gd name="connsiteY9" fmla="*/ 2720442 h 2726969"/>
                <a:gd name="connsiteX10" fmla="*/ 1641892 w 2233166"/>
                <a:gd name="connsiteY10" fmla="*/ 2725241 h 2726969"/>
                <a:gd name="connsiteX11" fmla="*/ 1687386 w 2233166"/>
                <a:gd name="connsiteY11" fmla="*/ 2726969 h 2726969"/>
                <a:gd name="connsiteX12" fmla="*/ 1732765 w 2233166"/>
                <a:gd name="connsiteY12" fmla="*/ 2725661 h 2726969"/>
                <a:gd name="connsiteX13" fmla="*/ 1777855 w 2233166"/>
                <a:gd name="connsiteY13" fmla="*/ 2721350 h 2726969"/>
                <a:gd name="connsiteX14" fmla="*/ 1822482 w 2233166"/>
                <a:gd name="connsiteY14" fmla="*/ 2714073 h 2726969"/>
                <a:gd name="connsiteX15" fmla="*/ 1866473 w 2233166"/>
                <a:gd name="connsiteY15" fmla="*/ 2703861 h 2726969"/>
                <a:gd name="connsiteX16" fmla="*/ 1909653 w 2233166"/>
                <a:gd name="connsiteY16" fmla="*/ 2690751 h 2726969"/>
                <a:gd name="connsiteX17" fmla="*/ 1951850 w 2233166"/>
                <a:gd name="connsiteY17" fmla="*/ 2674776 h 2726969"/>
                <a:gd name="connsiteX18" fmla="*/ 1992890 w 2233166"/>
                <a:gd name="connsiteY18" fmla="*/ 2655970 h 2726969"/>
                <a:gd name="connsiteX19" fmla="*/ 2032598 w 2233166"/>
                <a:gd name="connsiteY19" fmla="*/ 2634369 h 2726969"/>
                <a:gd name="connsiteX20" fmla="*/ 2070802 w 2233166"/>
                <a:gd name="connsiteY20" fmla="*/ 2610005 h 2726969"/>
                <a:gd name="connsiteX21" fmla="*/ 2107327 w 2233166"/>
                <a:gd name="connsiteY21" fmla="*/ 2582913 h 2726969"/>
                <a:gd name="connsiteX22" fmla="*/ 2141999 w 2233166"/>
                <a:gd name="connsiteY22" fmla="*/ 2553128 h 2726969"/>
                <a:gd name="connsiteX23" fmla="*/ 2174646 w 2233166"/>
                <a:gd name="connsiteY23" fmla="*/ 2520684 h 2726969"/>
                <a:gd name="connsiteX24" fmla="*/ 2205093 w 2233166"/>
                <a:gd name="connsiteY24" fmla="*/ 2485616 h 2726969"/>
                <a:gd name="connsiteX25" fmla="*/ 2233167 w 2233166"/>
                <a:gd name="connsiteY25" fmla="*/ 2447956 h 2726969"/>
                <a:gd name="connsiteX0" fmla="*/ 1236077 w 2205092"/>
                <a:gd name="connsiteY0" fmla="*/ 0 h 2726969"/>
                <a:gd name="connsiteX1" fmla="*/ 1231596 w 2205092"/>
                <a:gd name="connsiteY1" fmla="*/ 890 h 2726969"/>
                <a:gd name="connsiteX2" fmla="*/ 0 w 2205092"/>
                <a:gd name="connsiteY2" fmla="*/ 1788605 h 2726969"/>
                <a:gd name="connsiteX3" fmla="*/ 1334797 w 2205092"/>
                <a:gd name="connsiteY3" fmla="*/ 2625249 h 2726969"/>
                <a:gd name="connsiteX4" fmla="*/ 1376234 w 2205092"/>
                <a:gd name="connsiteY4" fmla="*/ 2649191 h 2726969"/>
                <a:gd name="connsiteX5" fmla="*/ 1418772 w 2205092"/>
                <a:gd name="connsiteY5" fmla="*/ 2669857 h 2726969"/>
                <a:gd name="connsiteX6" fmla="*/ 1462237 w 2205092"/>
                <a:gd name="connsiteY6" fmla="*/ 2687280 h 2726969"/>
                <a:gd name="connsiteX7" fmla="*/ 1506455 w 2205092"/>
                <a:gd name="connsiteY7" fmla="*/ 2701496 h 2726969"/>
                <a:gd name="connsiteX8" fmla="*/ 1551253 w 2205092"/>
                <a:gd name="connsiteY8" fmla="*/ 2712539 h 2726969"/>
                <a:gd name="connsiteX9" fmla="*/ 1596457 w 2205092"/>
                <a:gd name="connsiteY9" fmla="*/ 2720442 h 2726969"/>
                <a:gd name="connsiteX10" fmla="*/ 1641892 w 2205092"/>
                <a:gd name="connsiteY10" fmla="*/ 2725241 h 2726969"/>
                <a:gd name="connsiteX11" fmla="*/ 1687386 w 2205092"/>
                <a:gd name="connsiteY11" fmla="*/ 2726969 h 2726969"/>
                <a:gd name="connsiteX12" fmla="*/ 1732765 w 2205092"/>
                <a:gd name="connsiteY12" fmla="*/ 2725661 h 2726969"/>
                <a:gd name="connsiteX13" fmla="*/ 1777855 w 2205092"/>
                <a:gd name="connsiteY13" fmla="*/ 2721350 h 2726969"/>
                <a:gd name="connsiteX14" fmla="*/ 1822482 w 2205092"/>
                <a:gd name="connsiteY14" fmla="*/ 2714073 h 2726969"/>
                <a:gd name="connsiteX15" fmla="*/ 1866473 w 2205092"/>
                <a:gd name="connsiteY15" fmla="*/ 2703861 h 2726969"/>
                <a:gd name="connsiteX16" fmla="*/ 1909653 w 2205092"/>
                <a:gd name="connsiteY16" fmla="*/ 2690751 h 2726969"/>
                <a:gd name="connsiteX17" fmla="*/ 1951850 w 2205092"/>
                <a:gd name="connsiteY17" fmla="*/ 2674776 h 2726969"/>
                <a:gd name="connsiteX18" fmla="*/ 1992890 w 2205092"/>
                <a:gd name="connsiteY18" fmla="*/ 2655970 h 2726969"/>
                <a:gd name="connsiteX19" fmla="*/ 2032598 w 2205092"/>
                <a:gd name="connsiteY19" fmla="*/ 2634369 h 2726969"/>
                <a:gd name="connsiteX20" fmla="*/ 2070802 w 2205092"/>
                <a:gd name="connsiteY20" fmla="*/ 2610005 h 2726969"/>
                <a:gd name="connsiteX21" fmla="*/ 2107327 w 2205092"/>
                <a:gd name="connsiteY21" fmla="*/ 2582913 h 2726969"/>
                <a:gd name="connsiteX22" fmla="*/ 2141999 w 2205092"/>
                <a:gd name="connsiteY22" fmla="*/ 2553128 h 2726969"/>
                <a:gd name="connsiteX23" fmla="*/ 2174646 w 2205092"/>
                <a:gd name="connsiteY23" fmla="*/ 2520684 h 2726969"/>
                <a:gd name="connsiteX24" fmla="*/ 2205093 w 2205092"/>
                <a:gd name="connsiteY24" fmla="*/ 2485616 h 2726969"/>
                <a:gd name="connsiteX0" fmla="*/ 1236077 w 2174646"/>
                <a:gd name="connsiteY0" fmla="*/ 0 h 2726969"/>
                <a:gd name="connsiteX1" fmla="*/ 1231596 w 2174646"/>
                <a:gd name="connsiteY1" fmla="*/ 890 h 2726969"/>
                <a:gd name="connsiteX2" fmla="*/ 0 w 2174646"/>
                <a:gd name="connsiteY2" fmla="*/ 1788605 h 2726969"/>
                <a:gd name="connsiteX3" fmla="*/ 1334797 w 2174646"/>
                <a:gd name="connsiteY3" fmla="*/ 2625249 h 2726969"/>
                <a:gd name="connsiteX4" fmla="*/ 1376234 w 2174646"/>
                <a:gd name="connsiteY4" fmla="*/ 2649191 h 2726969"/>
                <a:gd name="connsiteX5" fmla="*/ 1418772 w 2174646"/>
                <a:gd name="connsiteY5" fmla="*/ 2669857 h 2726969"/>
                <a:gd name="connsiteX6" fmla="*/ 1462237 w 2174646"/>
                <a:gd name="connsiteY6" fmla="*/ 2687280 h 2726969"/>
                <a:gd name="connsiteX7" fmla="*/ 1506455 w 2174646"/>
                <a:gd name="connsiteY7" fmla="*/ 2701496 h 2726969"/>
                <a:gd name="connsiteX8" fmla="*/ 1551253 w 2174646"/>
                <a:gd name="connsiteY8" fmla="*/ 2712539 h 2726969"/>
                <a:gd name="connsiteX9" fmla="*/ 1596457 w 2174646"/>
                <a:gd name="connsiteY9" fmla="*/ 2720442 h 2726969"/>
                <a:gd name="connsiteX10" fmla="*/ 1641892 w 2174646"/>
                <a:gd name="connsiteY10" fmla="*/ 2725241 h 2726969"/>
                <a:gd name="connsiteX11" fmla="*/ 1687386 w 2174646"/>
                <a:gd name="connsiteY11" fmla="*/ 2726969 h 2726969"/>
                <a:gd name="connsiteX12" fmla="*/ 1732765 w 2174646"/>
                <a:gd name="connsiteY12" fmla="*/ 2725661 h 2726969"/>
                <a:gd name="connsiteX13" fmla="*/ 1777855 w 2174646"/>
                <a:gd name="connsiteY13" fmla="*/ 2721350 h 2726969"/>
                <a:gd name="connsiteX14" fmla="*/ 1822482 w 2174646"/>
                <a:gd name="connsiteY14" fmla="*/ 2714073 h 2726969"/>
                <a:gd name="connsiteX15" fmla="*/ 1866473 w 2174646"/>
                <a:gd name="connsiteY15" fmla="*/ 2703861 h 2726969"/>
                <a:gd name="connsiteX16" fmla="*/ 1909653 w 2174646"/>
                <a:gd name="connsiteY16" fmla="*/ 2690751 h 2726969"/>
                <a:gd name="connsiteX17" fmla="*/ 1951850 w 2174646"/>
                <a:gd name="connsiteY17" fmla="*/ 2674776 h 2726969"/>
                <a:gd name="connsiteX18" fmla="*/ 1992890 w 2174646"/>
                <a:gd name="connsiteY18" fmla="*/ 2655970 h 2726969"/>
                <a:gd name="connsiteX19" fmla="*/ 2032598 w 2174646"/>
                <a:gd name="connsiteY19" fmla="*/ 2634369 h 2726969"/>
                <a:gd name="connsiteX20" fmla="*/ 2070802 w 2174646"/>
                <a:gd name="connsiteY20" fmla="*/ 2610005 h 2726969"/>
                <a:gd name="connsiteX21" fmla="*/ 2107327 w 2174646"/>
                <a:gd name="connsiteY21" fmla="*/ 2582913 h 2726969"/>
                <a:gd name="connsiteX22" fmla="*/ 2141999 w 2174646"/>
                <a:gd name="connsiteY22" fmla="*/ 2553128 h 2726969"/>
                <a:gd name="connsiteX23" fmla="*/ 2174646 w 2174646"/>
                <a:gd name="connsiteY23" fmla="*/ 2520684 h 2726969"/>
                <a:gd name="connsiteX0" fmla="*/ 1236077 w 2141999"/>
                <a:gd name="connsiteY0" fmla="*/ 0 h 2726969"/>
                <a:gd name="connsiteX1" fmla="*/ 1231596 w 2141999"/>
                <a:gd name="connsiteY1" fmla="*/ 890 h 2726969"/>
                <a:gd name="connsiteX2" fmla="*/ 0 w 2141999"/>
                <a:gd name="connsiteY2" fmla="*/ 1788605 h 2726969"/>
                <a:gd name="connsiteX3" fmla="*/ 1334797 w 2141999"/>
                <a:gd name="connsiteY3" fmla="*/ 2625249 h 2726969"/>
                <a:gd name="connsiteX4" fmla="*/ 1376234 w 2141999"/>
                <a:gd name="connsiteY4" fmla="*/ 2649191 h 2726969"/>
                <a:gd name="connsiteX5" fmla="*/ 1418772 w 2141999"/>
                <a:gd name="connsiteY5" fmla="*/ 2669857 h 2726969"/>
                <a:gd name="connsiteX6" fmla="*/ 1462237 w 2141999"/>
                <a:gd name="connsiteY6" fmla="*/ 2687280 h 2726969"/>
                <a:gd name="connsiteX7" fmla="*/ 1506455 w 2141999"/>
                <a:gd name="connsiteY7" fmla="*/ 2701496 h 2726969"/>
                <a:gd name="connsiteX8" fmla="*/ 1551253 w 2141999"/>
                <a:gd name="connsiteY8" fmla="*/ 2712539 h 2726969"/>
                <a:gd name="connsiteX9" fmla="*/ 1596457 w 2141999"/>
                <a:gd name="connsiteY9" fmla="*/ 2720442 h 2726969"/>
                <a:gd name="connsiteX10" fmla="*/ 1641892 w 2141999"/>
                <a:gd name="connsiteY10" fmla="*/ 2725241 h 2726969"/>
                <a:gd name="connsiteX11" fmla="*/ 1687386 w 2141999"/>
                <a:gd name="connsiteY11" fmla="*/ 2726969 h 2726969"/>
                <a:gd name="connsiteX12" fmla="*/ 1732765 w 2141999"/>
                <a:gd name="connsiteY12" fmla="*/ 2725661 h 2726969"/>
                <a:gd name="connsiteX13" fmla="*/ 1777855 w 2141999"/>
                <a:gd name="connsiteY13" fmla="*/ 2721350 h 2726969"/>
                <a:gd name="connsiteX14" fmla="*/ 1822482 w 2141999"/>
                <a:gd name="connsiteY14" fmla="*/ 2714073 h 2726969"/>
                <a:gd name="connsiteX15" fmla="*/ 1866473 w 2141999"/>
                <a:gd name="connsiteY15" fmla="*/ 2703861 h 2726969"/>
                <a:gd name="connsiteX16" fmla="*/ 1909653 w 2141999"/>
                <a:gd name="connsiteY16" fmla="*/ 2690751 h 2726969"/>
                <a:gd name="connsiteX17" fmla="*/ 1951850 w 2141999"/>
                <a:gd name="connsiteY17" fmla="*/ 2674776 h 2726969"/>
                <a:gd name="connsiteX18" fmla="*/ 1992890 w 2141999"/>
                <a:gd name="connsiteY18" fmla="*/ 2655970 h 2726969"/>
                <a:gd name="connsiteX19" fmla="*/ 2032598 w 2141999"/>
                <a:gd name="connsiteY19" fmla="*/ 2634369 h 2726969"/>
                <a:gd name="connsiteX20" fmla="*/ 2070802 w 2141999"/>
                <a:gd name="connsiteY20" fmla="*/ 2610005 h 2726969"/>
                <a:gd name="connsiteX21" fmla="*/ 2107327 w 2141999"/>
                <a:gd name="connsiteY21" fmla="*/ 2582913 h 2726969"/>
                <a:gd name="connsiteX22" fmla="*/ 2141999 w 2141999"/>
                <a:gd name="connsiteY22" fmla="*/ 2553128 h 2726969"/>
                <a:gd name="connsiteX0" fmla="*/ 1236077 w 2107327"/>
                <a:gd name="connsiteY0" fmla="*/ 0 h 2726969"/>
                <a:gd name="connsiteX1" fmla="*/ 1231596 w 2107327"/>
                <a:gd name="connsiteY1" fmla="*/ 890 h 2726969"/>
                <a:gd name="connsiteX2" fmla="*/ 0 w 2107327"/>
                <a:gd name="connsiteY2" fmla="*/ 1788605 h 2726969"/>
                <a:gd name="connsiteX3" fmla="*/ 1334797 w 2107327"/>
                <a:gd name="connsiteY3" fmla="*/ 2625249 h 2726969"/>
                <a:gd name="connsiteX4" fmla="*/ 1376234 w 2107327"/>
                <a:gd name="connsiteY4" fmla="*/ 2649191 h 2726969"/>
                <a:gd name="connsiteX5" fmla="*/ 1418772 w 2107327"/>
                <a:gd name="connsiteY5" fmla="*/ 2669857 h 2726969"/>
                <a:gd name="connsiteX6" fmla="*/ 1462237 w 2107327"/>
                <a:gd name="connsiteY6" fmla="*/ 2687280 h 2726969"/>
                <a:gd name="connsiteX7" fmla="*/ 1506455 w 2107327"/>
                <a:gd name="connsiteY7" fmla="*/ 2701496 h 2726969"/>
                <a:gd name="connsiteX8" fmla="*/ 1551253 w 2107327"/>
                <a:gd name="connsiteY8" fmla="*/ 2712539 h 2726969"/>
                <a:gd name="connsiteX9" fmla="*/ 1596457 w 2107327"/>
                <a:gd name="connsiteY9" fmla="*/ 2720442 h 2726969"/>
                <a:gd name="connsiteX10" fmla="*/ 1641892 w 2107327"/>
                <a:gd name="connsiteY10" fmla="*/ 2725241 h 2726969"/>
                <a:gd name="connsiteX11" fmla="*/ 1687386 w 2107327"/>
                <a:gd name="connsiteY11" fmla="*/ 2726969 h 2726969"/>
                <a:gd name="connsiteX12" fmla="*/ 1732765 w 2107327"/>
                <a:gd name="connsiteY12" fmla="*/ 2725661 h 2726969"/>
                <a:gd name="connsiteX13" fmla="*/ 1777855 w 2107327"/>
                <a:gd name="connsiteY13" fmla="*/ 2721350 h 2726969"/>
                <a:gd name="connsiteX14" fmla="*/ 1822482 w 2107327"/>
                <a:gd name="connsiteY14" fmla="*/ 2714073 h 2726969"/>
                <a:gd name="connsiteX15" fmla="*/ 1866473 w 2107327"/>
                <a:gd name="connsiteY15" fmla="*/ 2703861 h 2726969"/>
                <a:gd name="connsiteX16" fmla="*/ 1909653 w 2107327"/>
                <a:gd name="connsiteY16" fmla="*/ 2690751 h 2726969"/>
                <a:gd name="connsiteX17" fmla="*/ 1951850 w 2107327"/>
                <a:gd name="connsiteY17" fmla="*/ 2674776 h 2726969"/>
                <a:gd name="connsiteX18" fmla="*/ 1992890 w 2107327"/>
                <a:gd name="connsiteY18" fmla="*/ 2655970 h 2726969"/>
                <a:gd name="connsiteX19" fmla="*/ 2032598 w 2107327"/>
                <a:gd name="connsiteY19" fmla="*/ 2634369 h 2726969"/>
                <a:gd name="connsiteX20" fmla="*/ 2070802 w 2107327"/>
                <a:gd name="connsiteY20" fmla="*/ 2610005 h 2726969"/>
                <a:gd name="connsiteX21" fmla="*/ 2107327 w 2107327"/>
                <a:gd name="connsiteY21" fmla="*/ 2582913 h 2726969"/>
                <a:gd name="connsiteX0" fmla="*/ 1236077 w 2070801"/>
                <a:gd name="connsiteY0" fmla="*/ 0 h 2726969"/>
                <a:gd name="connsiteX1" fmla="*/ 1231596 w 2070801"/>
                <a:gd name="connsiteY1" fmla="*/ 890 h 2726969"/>
                <a:gd name="connsiteX2" fmla="*/ 0 w 2070801"/>
                <a:gd name="connsiteY2" fmla="*/ 1788605 h 2726969"/>
                <a:gd name="connsiteX3" fmla="*/ 1334797 w 2070801"/>
                <a:gd name="connsiteY3" fmla="*/ 2625249 h 2726969"/>
                <a:gd name="connsiteX4" fmla="*/ 1376234 w 2070801"/>
                <a:gd name="connsiteY4" fmla="*/ 2649191 h 2726969"/>
                <a:gd name="connsiteX5" fmla="*/ 1418772 w 2070801"/>
                <a:gd name="connsiteY5" fmla="*/ 2669857 h 2726969"/>
                <a:gd name="connsiteX6" fmla="*/ 1462237 w 2070801"/>
                <a:gd name="connsiteY6" fmla="*/ 2687280 h 2726969"/>
                <a:gd name="connsiteX7" fmla="*/ 1506455 w 2070801"/>
                <a:gd name="connsiteY7" fmla="*/ 2701496 h 2726969"/>
                <a:gd name="connsiteX8" fmla="*/ 1551253 w 2070801"/>
                <a:gd name="connsiteY8" fmla="*/ 2712539 h 2726969"/>
                <a:gd name="connsiteX9" fmla="*/ 1596457 w 2070801"/>
                <a:gd name="connsiteY9" fmla="*/ 2720442 h 2726969"/>
                <a:gd name="connsiteX10" fmla="*/ 1641892 w 2070801"/>
                <a:gd name="connsiteY10" fmla="*/ 2725241 h 2726969"/>
                <a:gd name="connsiteX11" fmla="*/ 1687386 w 2070801"/>
                <a:gd name="connsiteY11" fmla="*/ 2726969 h 2726969"/>
                <a:gd name="connsiteX12" fmla="*/ 1732765 w 2070801"/>
                <a:gd name="connsiteY12" fmla="*/ 2725661 h 2726969"/>
                <a:gd name="connsiteX13" fmla="*/ 1777855 w 2070801"/>
                <a:gd name="connsiteY13" fmla="*/ 2721350 h 2726969"/>
                <a:gd name="connsiteX14" fmla="*/ 1822482 w 2070801"/>
                <a:gd name="connsiteY14" fmla="*/ 2714073 h 2726969"/>
                <a:gd name="connsiteX15" fmla="*/ 1866473 w 2070801"/>
                <a:gd name="connsiteY15" fmla="*/ 2703861 h 2726969"/>
                <a:gd name="connsiteX16" fmla="*/ 1909653 w 2070801"/>
                <a:gd name="connsiteY16" fmla="*/ 2690751 h 2726969"/>
                <a:gd name="connsiteX17" fmla="*/ 1951850 w 2070801"/>
                <a:gd name="connsiteY17" fmla="*/ 2674776 h 2726969"/>
                <a:gd name="connsiteX18" fmla="*/ 1992890 w 2070801"/>
                <a:gd name="connsiteY18" fmla="*/ 2655970 h 2726969"/>
                <a:gd name="connsiteX19" fmla="*/ 2032598 w 2070801"/>
                <a:gd name="connsiteY19" fmla="*/ 2634369 h 2726969"/>
                <a:gd name="connsiteX20" fmla="*/ 2070802 w 2070801"/>
                <a:gd name="connsiteY20" fmla="*/ 2610005 h 2726969"/>
                <a:gd name="connsiteX0" fmla="*/ 1236077 w 2032597"/>
                <a:gd name="connsiteY0" fmla="*/ 0 h 2726969"/>
                <a:gd name="connsiteX1" fmla="*/ 1231596 w 2032597"/>
                <a:gd name="connsiteY1" fmla="*/ 890 h 2726969"/>
                <a:gd name="connsiteX2" fmla="*/ 0 w 2032597"/>
                <a:gd name="connsiteY2" fmla="*/ 1788605 h 2726969"/>
                <a:gd name="connsiteX3" fmla="*/ 1334797 w 2032597"/>
                <a:gd name="connsiteY3" fmla="*/ 2625249 h 2726969"/>
                <a:gd name="connsiteX4" fmla="*/ 1376234 w 2032597"/>
                <a:gd name="connsiteY4" fmla="*/ 2649191 h 2726969"/>
                <a:gd name="connsiteX5" fmla="*/ 1418772 w 2032597"/>
                <a:gd name="connsiteY5" fmla="*/ 2669857 h 2726969"/>
                <a:gd name="connsiteX6" fmla="*/ 1462237 w 2032597"/>
                <a:gd name="connsiteY6" fmla="*/ 2687280 h 2726969"/>
                <a:gd name="connsiteX7" fmla="*/ 1506455 w 2032597"/>
                <a:gd name="connsiteY7" fmla="*/ 2701496 h 2726969"/>
                <a:gd name="connsiteX8" fmla="*/ 1551253 w 2032597"/>
                <a:gd name="connsiteY8" fmla="*/ 2712539 h 2726969"/>
                <a:gd name="connsiteX9" fmla="*/ 1596457 w 2032597"/>
                <a:gd name="connsiteY9" fmla="*/ 2720442 h 2726969"/>
                <a:gd name="connsiteX10" fmla="*/ 1641892 w 2032597"/>
                <a:gd name="connsiteY10" fmla="*/ 2725241 h 2726969"/>
                <a:gd name="connsiteX11" fmla="*/ 1687386 w 2032597"/>
                <a:gd name="connsiteY11" fmla="*/ 2726969 h 2726969"/>
                <a:gd name="connsiteX12" fmla="*/ 1732765 w 2032597"/>
                <a:gd name="connsiteY12" fmla="*/ 2725661 h 2726969"/>
                <a:gd name="connsiteX13" fmla="*/ 1777855 w 2032597"/>
                <a:gd name="connsiteY13" fmla="*/ 2721350 h 2726969"/>
                <a:gd name="connsiteX14" fmla="*/ 1822482 w 2032597"/>
                <a:gd name="connsiteY14" fmla="*/ 2714073 h 2726969"/>
                <a:gd name="connsiteX15" fmla="*/ 1866473 w 2032597"/>
                <a:gd name="connsiteY15" fmla="*/ 2703861 h 2726969"/>
                <a:gd name="connsiteX16" fmla="*/ 1909653 w 2032597"/>
                <a:gd name="connsiteY16" fmla="*/ 2690751 h 2726969"/>
                <a:gd name="connsiteX17" fmla="*/ 1951850 w 2032597"/>
                <a:gd name="connsiteY17" fmla="*/ 2674776 h 2726969"/>
                <a:gd name="connsiteX18" fmla="*/ 1992890 w 2032597"/>
                <a:gd name="connsiteY18" fmla="*/ 2655970 h 2726969"/>
                <a:gd name="connsiteX19" fmla="*/ 2032598 w 2032597"/>
                <a:gd name="connsiteY19" fmla="*/ 2634369 h 2726969"/>
                <a:gd name="connsiteX0" fmla="*/ 1236077 w 1992890"/>
                <a:gd name="connsiteY0" fmla="*/ 0 h 2726969"/>
                <a:gd name="connsiteX1" fmla="*/ 1231596 w 1992890"/>
                <a:gd name="connsiteY1" fmla="*/ 890 h 2726969"/>
                <a:gd name="connsiteX2" fmla="*/ 0 w 1992890"/>
                <a:gd name="connsiteY2" fmla="*/ 1788605 h 2726969"/>
                <a:gd name="connsiteX3" fmla="*/ 1334797 w 1992890"/>
                <a:gd name="connsiteY3" fmla="*/ 2625249 h 2726969"/>
                <a:gd name="connsiteX4" fmla="*/ 1376234 w 1992890"/>
                <a:gd name="connsiteY4" fmla="*/ 2649191 h 2726969"/>
                <a:gd name="connsiteX5" fmla="*/ 1418772 w 1992890"/>
                <a:gd name="connsiteY5" fmla="*/ 2669857 h 2726969"/>
                <a:gd name="connsiteX6" fmla="*/ 1462237 w 1992890"/>
                <a:gd name="connsiteY6" fmla="*/ 2687280 h 2726969"/>
                <a:gd name="connsiteX7" fmla="*/ 1506455 w 1992890"/>
                <a:gd name="connsiteY7" fmla="*/ 2701496 h 2726969"/>
                <a:gd name="connsiteX8" fmla="*/ 1551253 w 1992890"/>
                <a:gd name="connsiteY8" fmla="*/ 2712539 h 2726969"/>
                <a:gd name="connsiteX9" fmla="*/ 1596457 w 1992890"/>
                <a:gd name="connsiteY9" fmla="*/ 2720442 h 2726969"/>
                <a:gd name="connsiteX10" fmla="*/ 1641892 w 1992890"/>
                <a:gd name="connsiteY10" fmla="*/ 2725241 h 2726969"/>
                <a:gd name="connsiteX11" fmla="*/ 1687386 w 1992890"/>
                <a:gd name="connsiteY11" fmla="*/ 2726969 h 2726969"/>
                <a:gd name="connsiteX12" fmla="*/ 1732765 w 1992890"/>
                <a:gd name="connsiteY12" fmla="*/ 2725661 h 2726969"/>
                <a:gd name="connsiteX13" fmla="*/ 1777855 w 1992890"/>
                <a:gd name="connsiteY13" fmla="*/ 2721350 h 2726969"/>
                <a:gd name="connsiteX14" fmla="*/ 1822482 w 1992890"/>
                <a:gd name="connsiteY14" fmla="*/ 2714073 h 2726969"/>
                <a:gd name="connsiteX15" fmla="*/ 1866473 w 1992890"/>
                <a:gd name="connsiteY15" fmla="*/ 2703861 h 2726969"/>
                <a:gd name="connsiteX16" fmla="*/ 1909653 w 1992890"/>
                <a:gd name="connsiteY16" fmla="*/ 2690751 h 2726969"/>
                <a:gd name="connsiteX17" fmla="*/ 1951850 w 1992890"/>
                <a:gd name="connsiteY17" fmla="*/ 2674776 h 2726969"/>
                <a:gd name="connsiteX18" fmla="*/ 1992890 w 1992890"/>
                <a:gd name="connsiteY18" fmla="*/ 2655970 h 2726969"/>
                <a:gd name="connsiteX0" fmla="*/ 1236077 w 1951850"/>
                <a:gd name="connsiteY0" fmla="*/ 0 h 2726969"/>
                <a:gd name="connsiteX1" fmla="*/ 1231596 w 1951850"/>
                <a:gd name="connsiteY1" fmla="*/ 890 h 2726969"/>
                <a:gd name="connsiteX2" fmla="*/ 0 w 1951850"/>
                <a:gd name="connsiteY2" fmla="*/ 1788605 h 2726969"/>
                <a:gd name="connsiteX3" fmla="*/ 1334797 w 1951850"/>
                <a:gd name="connsiteY3" fmla="*/ 2625249 h 2726969"/>
                <a:gd name="connsiteX4" fmla="*/ 1376234 w 1951850"/>
                <a:gd name="connsiteY4" fmla="*/ 2649191 h 2726969"/>
                <a:gd name="connsiteX5" fmla="*/ 1418772 w 1951850"/>
                <a:gd name="connsiteY5" fmla="*/ 2669857 h 2726969"/>
                <a:gd name="connsiteX6" fmla="*/ 1462237 w 1951850"/>
                <a:gd name="connsiteY6" fmla="*/ 2687280 h 2726969"/>
                <a:gd name="connsiteX7" fmla="*/ 1506455 w 1951850"/>
                <a:gd name="connsiteY7" fmla="*/ 2701496 h 2726969"/>
                <a:gd name="connsiteX8" fmla="*/ 1551253 w 1951850"/>
                <a:gd name="connsiteY8" fmla="*/ 2712539 h 2726969"/>
                <a:gd name="connsiteX9" fmla="*/ 1596457 w 1951850"/>
                <a:gd name="connsiteY9" fmla="*/ 2720442 h 2726969"/>
                <a:gd name="connsiteX10" fmla="*/ 1641892 w 1951850"/>
                <a:gd name="connsiteY10" fmla="*/ 2725241 h 2726969"/>
                <a:gd name="connsiteX11" fmla="*/ 1687386 w 1951850"/>
                <a:gd name="connsiteY11" fmla="*/ 2726969 h 2726969"/>
                <a:gd name="connsiteX12" fmla="*/ 1732765 w 1951850"/>
                <a:gd name="connsiteY12" fmla="*/ 2725661 h 2726969"/>
                <a:gd name="connsiteX13" fmla="*/ 1777855 w 1951850"/>
                <a:gd name="connsiteY13" fmla="*/ 2721350 h 2726969"/>
                <a:gd name="connsiteX14" fmla="*/ 1822482 w 1951850"/>
                <a:gd name="connsiteY14" fmla="*/ 2714073 h 2726969"/>
                <a:gd name="connsiteX15" fmla="*/ 1866473 w 1951850"/>
                <a:gd name="connsiteY15" fmla="*/ 2703861 h 2726969"/>
                <a:gd name="connsiteX16" fmla="*/ 1909653 w 1951850"/>
                <a:gd name="connsiteY16" fmla="*/ 2690751 h 2726969"/>
                <a:gd name="connsiteX17" fmla="*/ 1951850 w 1951850"/>
                <a:gd name="connsiteY17" fmla="*/ 2674776 h 2726969"/>
                <a:gd name="connsiteX0" fmla="*/ 1236077 w 1909654"/>
                <a:gd name="connsiteY0" fmla="*/ 0 h 2726969"/>
                <a:gd name="connsiteX1" fmla="*/ 1231596 w 1909654"/>
                <a:gd name="connsiteY1" fmla="*/ 890 h 2726969"/>
                <a:gd name="connsiteX2" fmla="*/ 0 w 1909654"/>
                <a:gd name="connsiteY2" fmla="*/ 1788605 h 2726969"/>
                <a:gd name="connsiteX3" fmla="*/ 1334797 w 1909654"/>
                <a:gd name="connsiteY3" fmla="*/ 2625249 h 2726969"/>
                <a:gd name="connsiteX4" fmla="*/ 1376234 w 1909654"/>
                <a:gd name="connsiteY4" fmla="*/ 2649191 h 2726969"/>
                <a:gd name="connsiteX5" fmla="*/ 1418772 w 1909654"/>
                <a:gd name="connsiteY5" fmla="*/ 2669857 h 2726969"/>
                <a:gd name="connsiteX6" fmla="*/ 1462237 w 1909654"/>
                <a:gd name="connsiteY6" fmla="*/ 2687280 h 2726969"/>
                <a:gd name="connsiteX7" fmla="*/ 1506455 w 1909654"/>
                <a:gd name="connsiteY7" fmla="*/ 2701496 h 2726969"/>
                <a:gd name="connsiteX8" fmla="*/ 1551253 w 1909654"/>
                <a:gd name="connsiteY8" fmla="*/ 2712539 h 2726969"/>
                <a:gd name="connsiteX9" fmla="*/ 1596457 w 1909654"/>
                <a:gd name="connsiteY9" fmla="*/ 2720442 h 2726969"/>
                <a:gd name="connsiteX10" fmla="*/ 1641892 w 1909654"/>
                <a:gd name="connsiteY10" fmla="*/ 2725241 h 2726969"/>
                <a:gd name="connsiteX11" fmla="*/ 1687386 w 1909654"/>
                <a:gd name="connsiteY11" fmla="*/ 2726969 h 2726969"/>
                <a:gd name="connsiteX12" fmla="*/ 1732765 w 1909654"/>
                <a:gd name="connsiteY12" fmla="*/ 2725661 h 2726969"/>
                <a:gd name="connsiteX13" fmla="*/ 1777855 w 1909654"/>
                <a:gd name="connsiteY13" fmla="*/ 2721350 h 2726969"/>
                <a:gd name="connsiteX14" fmla="*/ 1822482 w 1909654"/>
                <a:gd name="connsiteY14" fmla="*/ 2714073 h 2726969"/>
                <a:gd name="connsiteX15" fmla="*/ 1866473 w 1909654"/>
                <a:gd name="connsiteY15" fmla="*/ 2703861 h 2726969"/>
                <a:gd name="connsiteX16" fmla="*/ 1909653 w 1909654"/>
                <a:gd name="connsiteY16" fmla="*/ 2690751 h 2726969"/>
                <a:gd name="connsiteX0" fmla="*/ 1236077 w 1866472"/>
                <a:gd name="connsiteY0" fmla="*/ 0 h 2726969"/>
                <a:gd name="connsiteX1" fmla="*/ 1231596 w 1866472"/>
                <a:gd name="connsiteY1" fmla="*/ 890 h 2726969"/>
                <a:gd name="connsiteX2" fmla="*/ 0 w 1866472"/>
                <a:gd name="connsiteY2" fmla="*/ 1788605 h 2726969"/>
                <a:gd name="connsiteX3" fmla="*/ 1334797 w 1866472"/>
                <a:gd name="connsiteY3" fmla="*/ 2625249 h 2726969"/>
                <a:gd name="connsiteX4" fmla="*/ 1376234 w 1866472"/>
                <a:gd name="connsiteY4" fmla="*/ 2649191 h 2726969"/>
                <a:gd name="connsiteX5" fmla="*/ 1418772 w 1866472"/>
                <a:gd name="connsiteY5" fmla="*/ 2669857 h 2726969"/>
                <a:gd name="connsiteX6" fmla="*/ 1462237 w 1866472"/>
                <a:gd name="connsiteY6" fmla="*/ 2687280 h 2726969"/>
                <a:gd name="connsiteX7" fmla="*/ 1506455 w 1866472"/>
                <a:gd name="connsiteY7" fmla="*/ 2701496 h 2726969"/>
                <a:gd name="connsiteX8" fmla="*/ 1551253 w 1866472"/>
                <a:gd name="connsiteY8" fmla="*/ 2712539 h 2726969"/>
                <a:gd name="connsiteX9" fmla="*/ 1596457 w 1866472"/>
                <a:gd name="connsiteY9" fmla="*/ 2720442 h 2726969"/>
                <a:gd name="connsiteX10" fmla="*/ 1641892 w 1866472"/>
                <a:gd name="connsiteY10" fmla="*/ 2725241 h 2726969"/>
                <a:gd name="connsiteX11" fmla="*/ 1687386 w 1866472"/>
                <a:gd name="connsiteY11" fmla="*/ 2726969 h 2726969"/>
                <a:gd name="connsiteX12" fmla="*/ 1732765 w 1866472"/>
                <a:gd name="connsiteY12" fmla="*/ 2725661 h 2726969"/>
                <a:gd name="connsiteX13" fmla="*/ 1777855 w 1866472"/>
                <a:gd name="connsiteY13" fmla="*/ 2721350 h 2726969"/>
                <a:gd name="connsiteX14" fmla="*/ 1822482 w 1866472"/>
                <a:gd name="connsiteY14" fmla="*/ 2714073 h 2726969"/>
                <a:gd name="connsiteX15" fmla="*/ 1866473 w 1866472"/>
                <a:gd name="connsiteY15" fmla="*/ 2703861 h 2726969"/>
                <a:gd name="connsiteX0" fmla="*/ 1236077 w 1822481"/>
                <a:gd name="connsiteY0" fmla="*/ 0 h 2726969"/>
                <a:gd name="connsiteX1" fmla="*/ 1231596 w 1822481"/>
                <a:gd name="connsiteY1" fmla="*/ 890 h 2726969"/>
                <a:gd name="connsiteX2" fmla="*/ 0 w 1822481"/>
                <a:gd name="connsiteY2" fmla="*/ 1788605 h 2726969"/>
                <a:gd name="connsiteX3" fmla="*/ 1334797 w 1822481"/>
                <a:gd name="connsiteY3" fmla="*/ 2625249 h 2726969"/>
                <a:gd name="connsiteX4" fmla="*/ 1376234 w 1822481"/>
                <a:gd name="connsiteY4" fmla="*/ 2649191 h 2726969"/>
                <a:gd name="connsiteX5" fmla="*/ 1418772 w 1822481"/>
                <a:gd name="connsiteY5" fmla="*/ 2669857 h 2726969"/>
                <a:gd name="connsiteX6" fmla="*/ 1462237 w 1822481"/>
                <a:gd name="connsiteY6" fmla="*/ 2687280 h 2726969"/>
                <a:gd name="connsiteX7" fmla="*/ 1506455 w 1822481"/>
                <a:gd name="connsiteY7" fmla="*/ 2701496 h 2726969"/>
                <a:gd name="connsiteX8" fmla="*/ 1551253 w 1822481"/>
                <a:gd name="connsiteY8" fmla="*/ 2712539 h 2726969"/>
                <a:gd name="connsiteX9" fmla="*/ 1596457 w 1822481"/>
                <a:gd name="connsiteY9" fmla="*/ 2720442 h 2726969"/>
                <a:gd name="connsiteX10" fmla="*/ 1641892 w 1822481"/>
                <a:gd name="connsiteY10" fmla="*/ 2725241 h 2726969"/>
                <a:gd name="connsiteX11" fmla="*/ 1687386 w 1822481"/>
                <a:gd name="connsiteY11" fmla="*/ 2726969 h 2726969"/>
                <a:gd name="connsiteX12" fmla="*/ 1732765 w 1822481"/>
                <a:gd name="connsiteY12" fmla="*/ 2725661 h 2726969"/>
                <a:gd name="connsiteX13" fmla="*/ 1777855 w 1822481"/>
                <a:gd name="connsiteY13" fmla="*/ 2721350 h 2726969"/>
                <a:gd name="connsiteX14" fmla="*/ 1822482 w 1822481"/>
                <a:gd name="connsiteY14" fmla="*/ 2714073 h 2726969"/>
                <a:gd name="connsiteX0" fmla="*/ 1236077 w 1777855"/>
                <a:gd name="connsiteY0" fmla="*/ 0 h 2726969"/>
                <a:gd name="connsiteX1" fmla="*/ 1231596 w 1777855"/>
                <a:gd name="connsiteY1" fmla="*/ 890 h 2726969"/>
                <a:gd name="connsiteX2" fmla="*/ 0 w 1777855"/>
                <a:gd name="connsiteY2" fmla="*/ 1788605 h 2726969"/>
                <a:gd name="connsiteX3" fmla="*/ 1334797 w 1777855"/>
                <a:gd name="connsiteY3" fmla="*/ 2625249 h 2726969"/>
                <a:gd name="connsiteX4" fmla="*/ 1376234 w 1777855"/>
                <a:gd name="connsiteY4" fmla="*/ 2649191 h 2726969"/>
                <a:gd name="connsiteX5" fmla="*/ 1418772 w 1777855"/>
                <a:gd name="connsiteY5" fmla="*/ 2669857 h 2726969"/>
                <a:gd name="connsiteX6" fmla="*/ 1462237 w 1777855"/>
                <a:gd name="connsiteY6" fmla="*/ 2687280 h 2726969"/>
                <a:gd name="connsiteX7" fmla="*/ 1506455 w 1777855"/>
                <a:gd name="connsiteY7" fmla="*/ 2701496 h 2726969"/>
                <a:gd name="connsiteX8" fmla="*/ 1551253 w 1777855"/>
                <a:gd name="connsiteY8" fmla="*/ 2712539 h 2726969"/>
                <a:gd name="connsiteX9" fmla="*/ 1596457 w 1777855"/>
                <a:gd name="connsiteY9" fmla="*/ 2720442 h 2726969"/>
                <a:gd name="connsiteX10" fmla="*/ 1641892 w 1777855"/>
                <a:gd name="connsiteY10" fmla="*/ 2725241 h 2726969"/>
                <a:gd name="connsiteX11" fmla="*/ 1687386 w 1777855"/>
                <a:gd name="connsiteY11" fmla="*/ 2726969 h 2726969"/>
                <a:gd name="connsiteX12" fmla="*/ 1732765 w 1777855"/>
                <a:gd name="connsiteY12" fmla="*/ 2725661 h 2726969"/>
                <a:gd name="connsiteX13" fmla="*/ 1777855 w 1777855"/>
                <a:gd name="connsiteY13" fmla="*/ 2721350 h 2726969"/>
                <a:gd name="connsiteX0" fmla="*/ 1236077 w 1732765"/>
                <a:gd name="connsiteY0" fmla="*/ 0 h 2726969"/>
                <a:gd name="connsiteX1" fmla="*/ 1231596 w 1732765"/>
                <a:gd name="connsiteY1" fmla="*/ 890 h 2726969"/>
                <a:gd name="connsiteX2" fmla="*/ 0 w 1732765"/>
                <a:gd name="connsiteY2" fmla="*/ 1788605 h 2726969"/>
                <a:gd name="connsiteX3" fmla="*/ 1334797 w 1732765"/>
                <a:gd name="connsiteY3" fmla="*/ 2625249 h 2726969"/>
                <a:gd name="connsiteX4" fmla="*/ 1376234 w 1732765"/>
                <a:gd name="connsiteY4" fmla="*/ 2649191 h 2726969"/>
                <a:gd name="connsiteX5" fmla="*/ 1418772 w 1732765"/>
                <a:gd name="connsiteY5" fmla="*/ 2669857 h 2726969"/>
                <a:gd name="connsiteX6" fmla="*/ 1462237 w 1732765"/>
                <a:gd name="connsiteY6" fmla="*/ 2687280 h 2726969"/>
                <a:gd name="connsiteX7" fmla="*/ 1506455 w 1732765"/>
                <a:gd name="connsiteY7" fmla="*/ 2701496 h 2726969"/>
                <a:gd name="connsiteX8" fmla="*/ 1551253 w 1732765"/>
                <a:gd name="connsiteY8" fmla="*/ 2712539 h 2726969"/>
                <a:gd name="connsiteX9" fmla="*/ 1596457 w 1732765"/>
                <a:gd name="connsiteY9" fmla="*/ 2720442 h 2726969"/>
                <a:gd name="connsiteX10" fmla="*/ 1641892 w 1732765"/>
                <a:gd name="connsiteY10" fmla="*/ 2725241 h 2726969"/>
                <a:gd name="connsiteX11" fmla="*/ 1687386 w 1732765"/>
                <a:gd name="connsiteY11" fmla="*/ 2726969 h 2726969"/>
                <a:gd name="connsiteX12" fmla="*/ 1732765 w 1732765"/>
                <a:gd name="connsiteY12" fmla="*/ 2725661 h 2726969"/>
                <a:gd name="connsiteX0" fmla="*/ 1236077 w 1687387"/>
                <a:gd name="connsiteY0" fmla="*/ 0 h 2726969"/>
                <a:gd name="connsiteX1" fmla="*/ 1231596 w 1687387"/>
                <a:gd name="connsiteY1" fmla="*/ 890 h 2726969"/>
                <a:gd name="connsiteX2" fmla="*/ 0 w 1687387"/>
                <a:gd name="connsiteY2" fmla="*/ 1788605 h 2726969"/>
                <a:gd name="connsiteX3" fmla="*/ 1334797 w 1687387"/>
                <a:gd name="connsiteY3" fmla="*/ 2625249 h 2726969"/>
                <a:gd name="connsiteX4" fmla="*/ 1376234 w 1687387"/>
                <a:gd name="connsiteY4" fmla="*/ 2649191 h 2726969"/>
                <a:gd name="connsiteX5" fmla="*/ 1418772 w 1687387"/>
                <a:gd name="connsiteY5" fmla="*/ 2669857 h 2726969"/>
                <a:gd name="connsiteX6" fmla="*/ 1462237 w 1687387"/>
                <a:gd name="connsiteY6" fmla="*/ 2687280 h 2726969"/>
                <a:gd name="connsiteX7" fmla="*/ 1506455 w 1687387"/>
                <a:gd name="connsiteY7" fmla="*/ 2701496 h 2726969"/>
                <a:gd name="connsiteX8" fmla="*/ 1551253 w 1687387"/>
                <a:gd name="connsiteY8" fmla="*/ 2712539 h 2726969"/>
                <a:gd name="connsiteX9" fmla="*/ 1596457 w 1687387"/>
                <a:gd name="connsiteY9" fmla="*/ 2720442 h 2726969"/>
                <a:gd name="connsiteX10" fmla="*/ 1641892 w 1687387"/>
                <a:gd name="connsiteY10" fmla="*/ 2725241 h 2726969"/>
                <a:gd name="connsiteX11" fmla="*/ 1687386 w 1687387"/>
                <a:gd name="connsiteY11" fmla="*/ 2726969 h 2726969"/>
                <a:gd name="connsiteX0" fmla="*/ 1236077 w 1641892"/>
                <a:gd name="connsiteY0" fmla="*/ 0 h 2725241"/>
                <a:gd name="connsiteX1" fmla="*/ 1231596 w 1641892"/>
                <a:gd name="connsiteY1" fmla="*/ 890 h 2725241"/>
                <a:gd name="connsiteX2" fmla="*/ 0 w 1641892"/>
                <a:gd name="connsiteY2" fmla="*/ 1788605 h 2725241"/>
                <a:gd name="connsiteX3" fmla="*/ 1334797 w 1641892"/>
                <a:gd name="connsiteY3" fmla="*/ 2625249 h 2725241"/>
                <a:gd name="connsiteX4" fmla="*/ 1376234 w 1641892"/>
                <a:gd name="connsiteY4" fmla="*/ 2649191 h 2725241"/>
                <a:gd name="connsiteX5" fmla="*/ 1418772 w 1641892"/>
                <a:gd name="connsiteY5" fmla="*/ 2669857 h 2725241"/>
                <a:gd name="connsiteX6" fmla="*/ 1462237 w 1641892"/>
                <a:gd name="connsiteY6" fmla="*/ 2687280 h 2725241"/>
                <a:gd name="connsiteX7" fmla="*/ 1506455 w 1641892"/>
                <a:gd name="connsiteY7" fmla="*/ 2701496 h 2725241"/>
                <a:gd name="connsiteX8" fmla="*/ 1551253 w 1641892"/>
                <a:gd name="connsiteY8" fmla="*/ 2712539 h 2725241"/>
                <a:gd name="connsiteX9" fmla="*/ 1596457 w 1641892"/>
                <a:gd name="connsiteY9" fmla="*/ 2720442 h 2725241"/>
                <a:gd name="connsiteX10" fmla="*/ 1641892 w 1641892"/>
                <a:gd name="connsiteY10" fmla="*/ 2725241 h 2725241"/>
                <a:gd name="connsiteX0" fmla="*/ 1236077 w 1596457"/>
                <a:gd name="connsiteY0" fmla="*/ 0 h 2720441"/>
                <a:gd name="connsiteX1" fmla="*/ 1231596 w 1596457"/>
                <a:gd name="connsiteY1" fmla="*/ 890 h 2720441"/>
                <a:gd name="connsiteX2" fmla="*/ 0 w 1596457"/>
                <a:gd name="connsiteY2" fmla="*/ 1788605 h 2720441"/>
                <a:gd name="connsiteX3" fmla="*/ 1334797 w 1596457"/>
                <a:gd name="connsiteY3" fmla="*/ 2625249 h 2720441"/>
                <a:gd name="connsiteX4" fmla="*/ 1376234 w 1596457"/>
                <a:gd name="connsiteY4" fmla="*/ 2649191 h 2720441"/>
                <a:gd name="connsiteX5" fmla="*/ 1418772 w 1596457"/>
                <a:gd name="connsiteY5" fmla="*/ 2669857 h 2720441"/>
                <a:gd name="connsiteX6" fmla="*/ 1462237 w 1596457"/>
                <a:gd name="connsiteY6" fmla="*/ 2687280 h 2720441"/>
                <a:gd name="connsiteX7" fmla="*/ 1506455 w 1596457"/>
                <a:gd name="connsiteY7" fmla="*/ 2701496 h 2720441"/>
                <a:gd name="connsiteX8" fmla="*/ 1551253 w 1596457"/>
                <a:gd name="connsiteY8" fmla="*/ 2712539 h 2720441"/>
                <a:gd name="connsiteX9" fmla="*/ 1596457 w 1596457"/>
                <a:gd name="connsiteY9" fmla="*/ 2720442 h 2720441"/>
                <a:gd name="connsiteX0" fmla="*/ 1236077 w 1551253"/>
                <a:gd name="connsiteY0" fmla="*/ 0 h 2712539"/>
                <a:gd name="connsiteX1" fmla="*/ 1231596 w 1551253"/>
                <a:gd name="connsiteY1" fmla="*/ 890 h 2712539"/>
                <a:gd name="connsiteX2" fmla="*/ 0 w 1551253"/>
                <a:gd name="connsiteY2" fmla="*/ 1788605 h 2712539"/>
                <a:gd name="connsiteX3" fmla="*/ 1334797 w 1551253"/>
                <a:gd name="connsiteY3" fmla="*/ 2625249 h 2712539"/>
                <a:gd name="connsiteX4" fmla="*/ 1376234 w 1551253"/>
                <a:gd name="connsiteY4" fmla="*/ 2649191 h 2712539"/>
                <a:gd name="connsiteX5" fmla="*/ 1418772 w 1551253"/>
                <a:gd name="connsiteY5" fmla="*/ 2669857 h 2712539"/>
                <a:gd name="connsiteX6" fmla="*/ 1462237 w 1551253"/>
                <a:gd name="connsiteY6" fmla="*/ 2687280 h 2712539"/>
                <a:gd name="connsiteX7" fmla="*/ 1506455 w 1551253"/>
                <a:gd name="connsiteY7" fmla="*/ 2701496 h 2712539"/>
                <a:gd name="connsiteX8" fmla="*/ 1551253 w 1551253"/>
                <a:gd name="connsiteY8" fmla="*/ 2712539 h 2712539"/>
                <a:gd name="connsiteX0" fmla="*/ 1236077 w 1506455"/>
                <a:gd name="connsiteY0" fmla="*/ 0 h 2701497"/>
                <a:gd name="connsiteX1" fmla="*/ 1231596 w 1506455"/>
                <a:gd name="connsiteY1" fmla="*/ 890 h 2701497"/>
                <a:gd name="connsiteX2" fmla="*/ 0 w 1506455"/>
                <a:gd name="connsiteY2" fmla="*/ 1788605 h 2701497"/>
                <a:gd name="connsiteX3" fmla="*/ 1334797 w 1506455"/>
                <a:gd name="connsiteY3" fmla="*/ 2625249 h 2701497"/>
                <a:gd name="connsiteX4" fmla="*/ 1376234 w 1506455"/>
                <a:gd name="connsiteY4" fmla="*/ 2649191 h 2701497"/>
                <a:gd name="connsiteX5" fmla="*/ 1418772 w 1506455"/>
                <a:gd name="connsiteY5" fmla="*/ 2669857 h 2701497"/>
                <a:gd name="connsiteX6" fmla="*/ 1462237 w 1506455"/>
                <a:gd name="connsiteY6" fmla="*/ 2687280 h 2701497"/>
                <a:gd name="connsiteX7" fmla="*/ 1506455 w 1506455"/>
                <a:gd name="connsiteY7" fmla="*/ 2701496 h 2701497"/>
                <a:gd name="connsiteX0" fmla="*/ 1236077 w 1462238"/>
                <a:gd name="connsiteY0" fmla="*/ 0 h 2687280"/>
                <a:gd name="connsiteX1" fmla="*/ 1231596 w 1462238"/>
                <a:gd name="connsiteY1" fmla="*/ 890 h 2687280"/>
                <a:gd name="connsiteX2" fmla="*/ 0 w 1462238"/>
                <a:gd name="connsiteY2" fmla="*/ 1788605 h 2687280"/>
                <a:gd name="connsiteX3" fmla="*/ 1334797 w 1462238"/>
                <a:gd name="connsiteY3" fmla="*/ 2625249 h 2687280"/>
                <a:gd name="connsiteX4" fmla="*/ 1376234 w 1462238"/>
                <a:gd name="connsiteY4" fmla="*/ 2649191 h 2687280"/>
                <a:gd name="connsiteX5" fmla="*/ 1418772 w 1462238"/>
                <a:gd name="connsiteY5" fmla="*/ 2669857 h 2687280"/>
                <a:gd name="connsiteX6" fmla="*/ 1462237 w 1462238"/>
                <a:gd name="connsiteY6" fmla="*/ 2687280 h 2687280"/>
                <a:gd name="connsiteX0" fmla="*/ 1236077 w 1418773"/>
                <a:gd name="connsiteY0" fmla="*/ 0 h 2669857"/>
                <a:gd name="connsiteX1" fmla="*/ 1231596 w 1418773"/>
                <a:gd name="connsiteY1" fmla="*/ 890 h 2669857"/>
                <a:gd name="connsiteX2" fmla="*/ 0 w 1418773"/>
                <a:gd name="connsiteY2" fmla="*/ 1788605 h 2669857"/>
                <a:gd name="connsiteX3" fmla="*/ 1334797 w 1418773"/>
                <a:gd name="connsiteY3" fmla="*/ 2625249 h 2669857"/>
                <a:gd name="connsiteX4" fmla="*/ 1376234 w 1418773"/>
                <a:gd name="connsiteY4" fmla="*/ 2649191 h 2669857"/>
                <a:gd name="connsiteX5" fmla="*/ 1418772 w 1418773"/>
                <a:gd name="connsiteY5" fmla="*/ 2669857 h 2669857"/>
                <a:gd name="connsiteX0" fmla="*/ 1236077 w 1376233"/>
                <a:gd name="connsiteY0" fmla="*/ 0 h 2649191"/>
                <a:gd name="connsiteX1" fmla="*/ 1231596 w 1376233"/>
                <a:gd name="connsiteY1" fmla="*/ 890 h 2649191"/>
                <a:gd name="connsiteX2" fmla="*/ 0 w 1376233"/>
                <a:gd name="connsiteY2" fmla="*/ 1788605 h 2649191"/>
                <a:gd name="connsiteX3" fmla="*/ 1334797 w 1376233"/>
                <a:gd name="connsiteY3" fmla="*/ 2625249 h 2649191"/>
                <a:gd name="connsiteX4" fmla="*/ 1376234 w 1376233"/>
                <a:gd name="connsiteY4" fmla="*/ 2649191 h 2649191"/>
                <a:gd name="connsiteX0" fmla="*/ 1236077 w 1334797"/>
                <a:gd name="connsiteY0" fmla="*/ 0 h 2625249"/>
                <a:gd name="connsiteX1" fmla="*/ 1231596 w 1334797"/>
                <a:gd name="connsiteY1" fmla="*/ 890 h 2625249"/>
                <a:gd name="connsiteX2" fmla="*/ 0 w 1334797"/>
                <a:gd name="connsiteY2" fmla="*/ 1788605 h 2625249"/>
                <a:gd name="connsiteX3" fmla="*/ 1334797 w 1334797"/>
                <a:gd name="connsiteY3" fmla="*/ 2625249 h 2625249"/>
                <a:gd name="connsiteX0" fmla="*/ 1236077 w 1236077"/>
                <a:gd name="connsiteY0" fmla="*/ 0 h 1788605"/>
                <a:gd name="connsiteX1" fmla="*/ 1231596 w 1236077"/>
                <a:gd name="connsiteY1" fmla="*/ 890 h 1788605"/>
                <a:gd name="connsiteX2" fmla="*/ 0 w 1236077"/>
                <a:gd name="connsiteY2" fmla="*/ 1788605 h 1788605"/>
                <a:gd name="connsiteX0" fmla="*/ 1236077 w 1236077"/>
                <a:gd name="connsiteY0" fmla="*/ 0 h 1788605"/>
                <a:gd name="connsiteX1" fmla="*/ 0 w 1236077"/>
                <a:gd name="connsiteY1" fmla="*/ 1788605 h 1788605"/>
              </a:gdLst>
              <a:ahLst/>
              <a:cxnLst>
                <a:cxn ang="0">
                  <a:pos x="connsiteX0" y="connsiteY0"/>
                </a:cxn>
                <a:cxn ang="0">
                  <a:pos x="connsiteX1" y="connsiteY1"/>
                </a:cxn>
              </a:cxnLst>
              <a:rect l="l" t="t" r="r" b="b"/>
              <a:pathLst>
                <a:path w="1236077" h="1788605">
                  <a:moveTo>
                    <a:pt x="1236077" y="0"/>
                  </a:moveTo>
                  <a:lnTo>
                    <a:pt x="0" y="1788605"/>
                  </a:lnTo>
                </a:path>
              </a:pathLst>
            </a:custGeom>
            <a:solidFill>
              <a:srgbClr val="FAAF34"/>
            </a:solidFill>
            <a:ln w="22225" cap="rnd">
              <a:solidFill>
                <a:schemeClr val="tx1">
                  <a:lumMod val="50000"/>
                  <a:lumOff val="50000"/>
                </a:schemeClr>
              </a:solidFill>
            </a:ln>
          </p:spPr>
          <p:txBody>
            <a:bodyPr wrap="square" lIns="0" tIns="0" rIns="0" bIns="0" rtlCol="0"/>
            <a:lstStyle/>
            <a:p>
              <a:endParaRPr sz="372"/>
            </a:p>
          </p:txBody>
        </p:sp>
        <p:sp>
          <p:nvSpPr>
            <p:cNvPr id="7" name="object 19">
              <a:extLst>
                <a:ext uri="{FF2B5EF4-FFF2-40B4-BE49-F238E27FC236}">
                  <a16:creationId xmlns:a16="http://schemas.microsoft.com/office/drawing/2014/main" id="{FEF7F891-9D3F-B7A4-80A9-759249B4677B}"/>
                </a:ext>
              </a:extLst>
            </p:cNvPr>
            <p:cNvSpPr/>
            <p:nvPr/>
          </p:nvSpPr>
          <p:spPr>
            <a:xfrm>
              <a:off x="3762117" y="1279408"/>
              <a:ext cx="708222" cy="1024794"/>
            </a:xfrm>
            <a:custGeom>
              <a:avLst/>
              <a:gdLst>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27" fmla="*/ 1437132 w 3110302"/>
                <a:gd name="connsiteY27" fmla="*/ 201055 h 2726969"/>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0" fmla="*/ 1236077 w 2233166"/>
                <a:gd name="connsiteY0" fmla="*/ 0 h 2726969"/>
                <a:gd name="connsiteX1" fmla="*/ 1231596 w 2233166"/>
                <a:gd name="connsiteY1" fmla="*/ 890 h 2726969"/>
                <a:gd name="connsiteX2" fmla="*/ 0 w 2233166"/>
                <a:gd name="connsiteY2" fmla="*/ 1788605 h 2726969"/>
                <a:gd name="connsiteX3" fmla="*/ 1334797 w 2233166"/>
                <a:gd name="connsiteY3" fmla="*/ 2625249 h 2726969"/>
                <a:gd name="connsiteX4" fmla="*/ 1376234 w 2233166"/>
                <a:gd name="connsiteY4" fmla="*/ 2649191 h 2726969"/>
                <a:gd name="connsiteX5" fmla="*/ 1418772 w 2233166"/>
                <a:gd name="connsiteY5" fmla="*/ 2669857 h 2726969"/>
                <a:gd name="connsiteX6" fmla="*/ 1462237 w 2233166"/>
                <a:gd name="connsiteY6" fmla="*/ 2687280 h 2726969"/>
                <a:gd name="connsiteX7" fmla="*/ 1506455 w 2233166"/>
                <a:gd name="connsiteY7" fmla="*/ 2701496 h 2726969"/>
                <a:gd name="connsiteX8" fmla="*/ 1551253 w 2233166"/>
                <a:gd name="connsiteY8" fmla="*/ 2712539 h 2726969"/>
                <a:gd name="connsiteX9" fmla="*/ 1596457 w 2233166"/>
                <a:gd name="connsiteY9" fmla="*/ 2720442 h 2726969"/>
                <a:gd name="connsiteX10" fmla="*/ 1641892 w 2233166"/>
                <a:gd name="connsiteY10" fmla="*/ 2725241 h 2726969"/>
                <a:gd name="connsiteX11" fmla="*/ 1687386 w 2233166"/>
                <a:gd name="connsiteY11" fmla="*/ 2726969 h 2726969"/>
                <a:gd name="connsiteX12" fmla="*/ 1732765 w 2233166"/>
                <a:gd name="connsiteY12" fmla="*/ 2725661 h 2726969"/>
                <a:gd name="connsiteX13" fmla="*/ 1777855 w 2233166"/>
                <a:gd name="connsiteY13" fmla="*/ 2721350 h 2726969"/>
                <a:gd name="connsiteX14" fmla="*/ 1822482 w 2233166"/>
                <a:gd name="connsiteY14" fmla="*/ 2714073 h 2726969"/>
                <a:gd name="connsiteX15" fmla="*/ 1866473 w 2233166"/>
                <a:gd name="connsiteY15" fmla="*/ 2703861 h 2726969"/>
                <a:gd name="connsiteX16" fmla="*/ 1909653 w 2233166"/>
                <a:gd name="connsiteY16" fmla="*/ 2690751 h 2726969"/>
                <a:gd name="connsiteX17" fmla="*/ 1951850 w 2233166"/>
                <a:gd name="connsiteY17" fmla="*/ 2674776 h 2726969"/>
                <a:gd name="connsiteX18" fmla="*/ 1992890 w 2233166"/>
                <a:gd name="connsiteY18" fmla="*/ 2655970 h 2726969"/>
                <a:gd name="connsiteX19" fmla="*/ 2032598 w 2233166"/>
                <a:gd name="connsiteY19" fmla="*/ 2634369 h 2726969"/>
                <a:gd name="connsiteX20" fmla="*/ 2070802 w 2233166"/>
                <a:gd name="connsiteY20" fmla="*/ 2610005 h 2726969"/>
                <a:gd name="connsiteX21" fmla="*/ 2107327 w 2233166"/>
                <a:gd name="connsiteY21" fmla="*/ 2582913 h 2726969"/>
                <a:gd name="connsiteX22" fmla="*/ 2141999 w 2233166"/>
                <a:gd name="connsiteY22" fmla="*/ 2553128 h 2726969"/>
                <a:gd name="connsiteX23" fmla="*/ 2174646 w 2233166"/>
                <a:gd name="connsiteY23" fmla="*/ 2520684 h 2726969"/>
                <a:gd name="connsiteX24" fmla="*/ 2205093 w 2233166"/>
                <a:gd name="connsiteY24" fmla="*/ 2485616 h 2726969"/>
                <a:gd name="connsiteX25" fmla="*/ 2233167 w 2233166"/>
                <a:gd name="connsiteY25" fmla="*/ 2447956 h 2726969"/>
                <a:gd name="connsiteX0" fmla="*/ 1236077 w 2205092"/>
                <a:gd name="connsiteY0" fmla="*/ 0 h 2726969"/>
                <a:gd name="connsiteX1" fmla="*/ 1231596 w 2205092"/>
                <a:gd name="connsiteY1" fmla="*/ 890 h 2726969"/>
                <a:gd name="connsiteX2" fmla="*/ 0 w 2205092"/>
                <a:gd name="connsiteY2" fmla="*/ 1788605 h 2726969"/>
                <a:gd name="connsiteX3" fmla="*/ 1334797 w 2205092"/>
                <a:gd name="connsiteY3" fmla="*/ 2625249 h 2726969"/>
                <a:gd name="connsiteX4" fmla="*/ 1376234 w 2205092"/>
                <a:gd name="connsiteY4" fmla="*/ 2649191 h 2726969"/>
                <a:gd name="connsiteX5" fmla="*/ 1418772 w 2205092"/>
                <a:gd name="connsiteY5" fmla="*/ 2669857 h 2726969"/>
                <a:gd name="connsiteX6" fmla="*/ 1462237 w 2205092"/>
                <a:gd name="connsiteY6" fmla="*/ 2687280 h 2726969"/>
                <a:gd name="connsiteX7" fmla="*/ 1506455 w 2205092"/>
                <a:gd name="connsiteY7" fmla="*/ 2701496 h 2726969"/>
                <a:gd name="connsiteX8" fmla="*/ 1551253 w 2205092"/>
                <a:gd name="connsiteY8" fmla="*/ 2712539 h 2726969"/>
                <a:gd name="connsiteX9" fmla="*/ 1596457 w 2205092"/>
                <a:gd name="connsiteY9" fmla="*/ 2720442 h 2726969"/>
                <a:gd name="connsiteX10" fmla="*/ 1641892 w 2205092"/>
                <a:gd name="connsiteY10" fmla="*/ 2725241 h 2726969"/>
                <a:gd name="connsiteX11" fmla="*/ 1687386 w 2205092"/>
                <a:gd name="connsiteY11" fmla="*/ 2726969 h 2726969"/>
                <a:gd name="connsiteX12" fmla="*/ 1732765 w 2205092"/>
                <a:gd name="connsiteY12" fmla="*/ 2725661 h 2726969"/>
                <a:gd name="connsiteX13" fmla="*/ 1777855 w 2205092"/>
                <a:gd name="connsiteY13" fmla="*/ 2721350 h 2726969"/>
                <a:gd name="connsiteX14" fmla="*/ 1822482 w 2205092"/>
                <a:gd name="connsiteY14" fmla="*/ 2714073 h 2726969"/>
                <a:gd name="connsiteX15" fmla="*/ 1866473 w 2205092"/>
                <a:gd name="connsiteY15" fmla="*/ 2703861 h 2726969"/>
                <a:gd name="connsiteX16" fmla="*/ 1909653 w 2205092"/>
                <a:gd name="connsiteY16" fmla="*/ 2690751 h 2726969"/>
                <a:gd name="connsiteX17" fmla="*/ 1951850 w 2205092"/>
                <a:gd name="connsiteY17" fmla="*/ 2674776 h 2726969"/>
                <a:gd name="connsiteX18" fmla="*/ 1992890 w 2205092"/>
                <a:gd name="connsiteY18" fmla="*/ 2655970 h 2726969"/>
                <a:gd name="connsiteX19" fmla="*/ 2032598 w 2205092"/>
                <a:gd name="connsiteY19" fmla="*/ 2634369 h 2726969"/>
                <a:gd name="connsiteX20" fmla="*/ 2070802 w 2205092"/>
                <a:gd name="connsiteY20" fmla="*/ 2610005 h 2726969"/>
                <a:gd name="connsiteX21" fmla="*/ 2107327 w 2205092"/>
                <a:gd name="connsiteY21" fmla="*/ 2582913 h 2726969"/>
                <a:gd name="connsiteX22" fmla="*/ 2141999 w 2205092"/>
                <a:gd name="connsiteY22" fmla="*/ 2553128 h 2726969"/>
                <a:gd name="connsiteX23" fmla="*/ 2174646 w 2205092"/>
                <a:gd name="connsiteY23" fmla="*/ 2520684 h 2726969"/>
                <a:gd name="connsiteX24" fmla="*/ 2205093 w 2205092"/>
                <a:gd name="connsiteY24" fmla="*/ 2485616 h 2726969"/>
                <a:gd name="connsiteX0" fmla="*/ 1236077 w 2174646"/>
                <a:gd name="connsiteY0" fmla="*/ 0 h 2726969"/>
                <a:gd name="connsiteX1" fmla="*/ 1231596 w 2174646"/>
                <a:gd name="connsiteY1" fmla="*/ 890 h 2726969"/>
                <a:gd name="connsiteX2" fmla="*/ 0 w 2174646"/>
                <a:gd name="connsiteY2" fmla="*/ 1788605 h 2726969"/>
                <a:gd name="connsiteX3" fmla="*/ 1334797 w 2174646"/>
                <a:gd name="connsiteY3" fmla="*/ 2625249 h 2726969"/>
                <a:gd name="connsiteX4" fmla="*/ 1376234 w 2174646"/>
                <a:gd name="connsiteY4" fmla="*/ 2649191 h 2726969"/>
                <a:gd name="connsiteX5" fmla="*/ 1418772 w 2174646"/>
                <a:gd name="connsiteY5" fmla="*/ 2669857 h 2726969"/>
                <a:gd name="connsiteX6" fmla="*/ 1462237 w 2174646"/>
                <a:gd name="connsiteY6" fmla="*/ 2687280 h 2726969"/>
                <a:gd name="connsiteX7" fmla="*/ 1506455 w 2174646"/>
                <a:gd name="connsiteY7" fmla="*/ 2701496 h 2726969"/>
                <a:gd name="connsiteX8" fmla="*/ 1551253 w 2174646"/>
                <a:gd name="connsiteY8" fmla="*/ 2712539 h 2726969"/>
                <a:gd name="connsiteX9" fmla="*/ 1596457 w 2174646"/>
                <a:gd name="connsiteY9" fmla="*/ 2720442 h 2726969"/>
                <a:gd name="connsiteX10" fmla="*/ 1641892 w 2174646"/>
                <a:gd name="connsiteY10" fmla="*/ 2725241 h 2726969"/>
                <a:gd name="connsiteX11" fmla="*/ 1687386 w 2174646"/>
                <a:gd name="connsiteY11" fmla="*/ 2726969 h 2726969"/>
                <a:gd name="connsiteX12" fmla="*/ 1732765 w 2174646"/>
                <a:gd name="connsiteY12" fmla="*/ 2725661 h 2726969"/>
                <a:gd name="connsiteX13" fmla="*/ 1777855 w 2174646"/>
                <a:gd name="connsiteY13" fmla="*/ 2721350 h 2726969"/>
                <a:gd name="connsiteX14" fmla="*/ 1822482 w 2174646"/>
                <a:gd name="connsiteY14" fmla="*/ 2714073 h 2726969"/>
                <a:gd name="connsiteX15" fmla="*/ 1866473 w 2174646"/>
                <a:gd name="connsiteY15" fmla="*/ 2703861 h 2726969"/>
                <a:gd name="connsiteX16" fmla="*/ 1909653 w 2174646"/>
                <a:gd name="connsiteY16" fmla="*/ 2690751 h 2726969"/>
                <a:gd name="connsiteX17" fmla="*/ 1951850 w 2174646"/>
                <a:gd name="connsiteY17" fmla="*/ 2674776 h 2726969"/>
                <a:gd name="connsiteX18" fmla="*/ 1992890 w 2174646"/>
                <a:gd name="connsiteY18" fmla="*/ 2655970 h 2726969"/>
                <a:gd name="connsiteX19" fmla="*/ 2032598 w 2174646"/>
                <a:gd name="connsiteY19" fmla="*/ 2634369 h 2726969"/>
                <a:gd name="connsiteX20" fmla="*/ 2070802 w 2174646"/>
                <a:gd name="connsiteY20" fmla="*/ 2610005 h 2726969"/>
                <a:gd name="connsiteX21" fmla="*/ 2107327 w 2174646"/>
                <a:gd name="connsiteY21" fmla="*/ 2582913 h 2726969"/>
                <a:gd name="connsiteX22" fmla="*/ 2141999 w 2174646"/>
                <a:gd name="connsiteY22" fmla="*/ 2553128 h 2726969"/>
                <a:gd name="connsiteX23" fmla="*/ 2174646 w 2174646"/>
                <a:gd name="connsiteY23" fmla="*/ 2520684 h 2726969"/>
                <a:gd name="connsiteX0" fmla="*/ 1236077 w 2141999"/>
                <a:gd name="connsiteY0" fmla="*/ 0 h 2726969"/>
                <a:gd name="connsiteX1" fmla="*/ 1231596 w 2141999"/>
                <a:gd name="connsiteY1" fmla="*/ 890 h 2726969"/>
                <a:gd name="connsiteX2" fmla="*/ 0 w 2141999"/>
                <a:gd name="connsiteY2" fmla="*/ 1788605 h 2726969"/>
                <a:gd name="connsiteX3" fmla="*/ 1334797 w 2141999"/>
                <a:gd name="connsiteY3" fmla="*/ 2625249 h 2726969"/>
                <a:gd name="connsiteX4" fmla="*/ 1376234 w 2141999"/>
                <a:gd name="connsiteY4" fmla="*/ 2649191 h 2726969"/>
                <a:gd name="connsiteX5" fmla="*/ 1418772 w 2141999"/>
                <a:gd name="connsiteY5" fmla="*/ 2669857 h 2726969"/>
                <a:gd name="connsiteX6" fmla="*/ 1462237 w 2141999"/>
                <a:gd name="connsiteY6" fmla="*/ 2687280 h 2726969"/>
                <a:gd name="connsiteX7" fmla="*/ 1506455 w 2141999"/>
                <a:gd name="connsiteY7" fmla="*/ 2701496 h 2726969"/>
                <a:gd name="connsiteX8" fmla="*/ 1551253 w 2141999"/>
                <a:gd name="connsiteY8" fmla="*/ 2712539 h 2726969"/>
                <a:gd name="connsiteX9" fmla="*/ 1596457 w 2141999"/>
                <a:gd name="connsiteY9" fmla="*/ 2720442 h 2726969"/>
                <a:gd name="connsiteX10" fmla="*/ 1641892 w 2141999"/>
                <a:gd name="connsiteY10" fmla="*/ 2725241 h 2726969"/>
                <a:gd name="connsiteX11" fmla="*/ 1687386 w 2141999"/>
                <a:gd name="connsiteY11" fmla="*/ 2726969 h 2726969"/>
                <a:gd name="connsiteX12" fmla="*/ 1732765 w 2141999"/>
                <a:gd name="connsiteY12" fmla="*/ 2725661 h 2726969"/>
                <a:gd name="connsiteX13" fmla="*/ 1777855 w 2141999"/>
                <a:gd name="connsiteY13" fmla="*/ 2721350 h 2726969"/>
                <a:gd name="connsiteX14" fmla="*/ 1822482 w 2141999"/>
                <a:gd name="connsiteY14" fmla="*/ 2714073 h 2726969"/>
                <a:gd name="connsiteX15" fmla="*/ 1866473 w 2141999"/>
                <a:gd name="connsiteY15" fmla="*/ 2703861 h 2726969"/>
                <a:gd name="connsiteX16" fmla="*/ 1909653 w 2141999"/>
                <a:gd name="connsiteY16" fmla="*/ 2690751 h 2726969"/>
                <a:gd name="connsiteX17" fmla="*/ 1951850 w 2141999"/>
                <a:gd name="connsiteY17" fmla="*/ 2674776 h 2726969"/>
                <a:gd name="connsiteX18" fmla="*/ 1992890 w 2141999"/>
                <a:gd name="connsiteY18" fmla="*/ 2655970 h 2726969"/>
                <a:gd name="connsiteX19" fmla="*/ 2032598 w 2141999"/>
                <a:gd name="connsiteY19" fmla="*/ 2634369 h 2726969"/>
                <a:gd name="connsiteX20" fmla="*/ 2070802 w 2141999"/>
                <a:gd name="connsiteY20" fmla="*/ 2610005 h 2726969"/>
                <a:gd name="connsiteX21" fmla="*/ 2107327 w 2141999"/>
                <a:gd name="connsiteY21" fmla="*/ 2582913 h 2726969"/>
                <a:gd name="connsiteX22" fmla="*/ 2141999 w 2141999"/>
                <a:gd name="connsiteY22" fmla="*/ 2553128 h 2726969"/>
                <a:gd name="connsiteX0" fmla="*/ 1236077 w 2107327"/>
                <a:gd name="connsiteY0" fmla="*/ 0 h 2726969"/>
                <a:gd name="connsiteX1" fmla="*/ 1231596 w 2107327"/>
                <a:gd name="connsiteY1" fmla="*/ 890 h 2726969"/>
                <a:gd name="connsiteX2" fmla="*/ 0 w 2107327"/>
                <a:gd name="connsiteY2" fmla="*/ 1788605 h 2726969"/>
                <a:gd name="connsiteX3" fmla="*/ 1334797 w 2107327"/>
                <a:gd name="connsiteY3" fmla="*/ 2625249 h 2726969"/>
                <a:gd name="connsiteX4" fmla="*/ 1376234 w 2107327"/>
                <a:gd name="connsiteY4" fmla="*/ 2649191 h 2726969"/>
                <a:gd name="connsiteX5" fmla="*/ 1418772 w 2107327"/>
                <a:gd name="connsiteY5" fmla="*/ 2669857 h 2726969"/>
                <a:gd name="connsiteX6" fmla="*/ 1462237 w 2107327"/>
                <a:gd name="connsiteY6" fmla="*/ 2687280 h 2726969"/>
                <a:gd name="connsiteX7" fmla="*/ 1506455 w 2107327"/>
                <a:gd name="connsiteY7" fmla="*/ 2701496 h 2726969"/>
                <a:gd name="connsiteX8" fmla="*/ 1551253 w 2107327"/>
                <a:gd name="connsiteY8" fmla="*/ 2712539 h 2726969"/>
                <a:gd name="connsiteX9" fmla="*/ 1596457 w 2107327"/>
                <a:gd name="connsiteY9" fmla="*/ 2720442 h 2726969"/>
                <a:gd name="connsiteX10" fmla="*/ 1641892 w 2107327"/>
                <a:gd name="connsiteY10" fmla="*/ 2725241 h 2726969"/>
                <a:gd name="connsiteX11" fmla="*/ 1687386 w 2107327"/>
                <a:gd name="connsiteY11" fmla="*/ 2726969 h 2726969"/>
                <a:gd name="connsiteX12" fmla="*/ 1732765 w 2107327"/>
                <a:gd name="connsiteY12" fmla="*/ 2725661 h 2726969"/>
                <a:gd name="connsiteX13" fmla="*/ 1777855 w 2107327"/>
                <a:gd name="connsiteY13" fmla="*/ 2721350 h 2726969"/>
                <a:gd name="connsiteX14" fmla="*/ 1822482 w 2107327"/>
                <a:gd name="connsiteY14" fmla="*/ 2714073 h 2726969"/>
                <a:gd name="connsiteX15" fmla="*/ 1866473 w 2107327"/>
                <a:gd name="connsiteY15" fmla="*/ 2703861 h 2726969"/>
                <a:gd name="connsiteX16" fmla="*/ 1909653 w 2107327"/>
                <a:gd name="connsiteY16" fmla="*/ 2690751 h 2726969"/>
                <a:gd name="connsiteX17" fmla="*/ 1951850 w 2107327"/>
                <a:gd name="connsiteY17" fmla="*/ 2674776 h 2726969"/>
                <a:gd name="connsiteX18" fmla="*/ 1992890 w 2107327"/>
                <a:gd name="connsiteY18" fmla="*/ 2655970 h 2726969"/>
                <a:gd name="connsiteX19" fmla="*/ 2032598 w 2107327"/>
                <a:gd name="connsiteY19" fmla="*/ 2634369 h 2726969"/>
                <a:gd name="connsiteX20" fmla="*/ 2070802 w 2107327"/>
                <a:gd name="connsiteY20" fmla="*/ 2610005 h 2726969"/>
                <a:gd name="connsiteX21" fmla="*/ 2107327 w 2107327"/>
                <a:gd name="connsiteY21" fmla="*/ 2582913 h 2726969"/>
                <a:gd name="connsiteX0" fmla="*/ 1236077 w 2070801"/>
                <a:gd name="connsiteY0" fmla="*/ 0 h 2726969"/>
                <a:gd name="connsiteX1" fmla="*/ 1231596 w 2070801"/>
                <a:gd name="connsiteY1" fmla="*/ 890 h 2726969"/>
                <a:gd name="connsiteX2" fmla="*/ 0 w 2070801"/>
                <a:gd name="connsiteY2" fmla="*/ 1788605 h 2726969"/>
                <a:gd name="connsiteX3" fmla="*/ 1334797 w 2070801"/>
                <a:gd name="connsiteY3" fmla="*/ 2625249 h 2726969"/>
                <a:gd name="connsiteX4" fmla="*/ 1376234 w 2070801"/>
                <a:gd name="connsiteY4" fmla="*/ 2649191 h 2726969"/>
                <a:gd name="connsiteX5" fmla="*/ 1418772 w 2070801"/>
                <a:gd name="connsiteY5" fmla="*/ 2669857 h 2726969"/>
                <a:gd name="connsiteX6" fmla="*/ 1462237 w 2070801"/>
                <a:gd name="connsiteY6" fmla="*/ 2687280 h 2726969"/>
                <a:gd name="connsiteX7" fmla="*/ 1506455 w 2070801"/>
                <a:gd name="connsiteY7" fmla="*/ 2701496 h 2726969"/>
                <a:gd name="connsiteX8" fmla="*/ 1551253 w 2070801"/>
                <a:gd name="connsiteY8" fmla="*/ 2712539 h 2726969"/>
                <a:gd name="connsiteX9" fmla="*/ 1596457 w 2070801"/>
                <a:gd name="connsiteY9" fmla="*/ 2720442 h 2726969"/>
                <a:gd name="connsiteX10" fmla="*/ 1641892 w 2070801"/>
                <a:gd name="connsiteY10" fmla="*/ 2725241 h 2726969"/>
                <a:gd name="connsiteX11" fmla="*/ 1687386 w 2070801"/>
                <a:gd name="connsiteY11" fmla="*/ 2726969 h 2726969"/>
                <a:gd name="connsiteX12" fmla="*/ 1732765 w 2070801"/>
                <a:gd name="connsiteY12" fmla="*/ 2725661 h 2726969"/>
                <a:gd name="connsiteX13" fmla="*/ 1777855 w 2070801"/>
                <a:gd name="connsiteY13" fmla="*/ 2721350 h 2726969"/>
                <a:gd name="connsiteX14" fmla="*/ 1822482 w 2070801"/>
                <a:gd name="connsiteY14" fmla="*/ 2714073 h 2726969"/>
                <a:gd name="connsiteX15" fmla="*/ 1866473 w 2070801"/>
                <a:gd name="connsiteY15" fmla="*/ 2703861 h 2726969"/>
                <a:gd name="connsiteX16" fmla="*/ 1909653 w 2070801"/>
                <a:gd name="connsiteY16" fmla="*/ 2690751 h 2726969"/>
                <a:gd name="connsiteX17" fmla="*/ 1951850 w 2070801"/>
                <a:gd name="connsiteY17" fmla="*/ 2674776 h 2726969"/>
                <a:gd name="connsiteX18" fmla="*/ 1992890 w 2070801"/>
                <a:gd name="connsiteY18" fmla="*/ 2655970 h 2726969"/>
                <a:gd name="connsiteX19" fmla="*/ 2032598 w 2070801"/>
                <a:gd name="connsiteY19" fmla="*/ 2634369 h 2726969"/>
                <a:gd name="connsiteX20" fmla="*/ 2070802 w 2070801"/>
                <a:gd name="connsiteY20" fmla="*/ 2610005 h 2726969"/>
                <a:gd name="connsiteX0" fmla="*/ 1236077 w 2032597"/>
                <a:gd name="connsiteY0" fmla="*/ 0 h 2726969"/>
                <a:gd name="connsiteX1" fmla="*/ 1231596 w 2032597"/>
                <a:gd name="connsiteY1" fmla="*/ 890 h 2726969"/>
                <a:gd name="connsiteX2" fmla="*/ 0 w 2032597"/>
                <a:gd name="connsiteY2" fmla="*/ 1788605 h 2726969"/>
                <a:gd name="connsiteX3" fmla="*/ 1334797 w 2032597"/>
                <a:gd name="connsiteY3" fmla="*/ 2625249 h 2726969"/>
                <a:gd name="connsiteX4" fmla="*/ 1376234 w 2032597"/>
                <a:gd name="connsiteY4" fmla="*/ 2649191 h 2726969"/>
                <a:gd name="connsiteX5" fmla="*/ 1418772 w 2032597"/>
                <a:gd name="connsiteY5" fmla="*/ 2669857 h 2726969"/>
                <a:gd name="connsiteX6" fmla="*/ 1462237 w 2032597"/>
                <a:gd name="connsiteY6" fmla="*/ 2687280 h 2726969"/>
                <a:gd name="connsiteX7" fmla="*/ 1506455 w 2032597"/>
                <a:gd name="connsiteY7" fmla="*/ 2701496 h 2726969"/>
                <a:gd name="connsiteX8" fmla="*/ 1551253 w 2032597"/>
                <a:gd name="connsiteY8" fmla="*/ 2712539 h 2726969"/>
                <a:gd name="connsiteX9" fmla="*/ 1596457 w 2032597"/>
                <a:gd name="connsiteY9" fmla="*/ 2720442 h 2726969"/>
                <a:gd name="connsiteX10" fmla="*/ 1641892 w 2032597"/>
                <a:gd name="connsiteY10" fmla="*/ 2725241 h 2726969"/>
                <a:gd name="connsiteX11" fmla="*/ 1687386 w 2032597"/>
                <a:gd name="connsiteY11" fmla="*/ 2726969 h 2726969"/>
                <a:gd name="connsiteX12" fmla="*/ 1732765 w 2032597"/>
                <a:gd name="connsiteY12" fmla="*/ 2725661 h 2726969"/>
                <a:gd name="connsiteX13" fmla="*/ 1777855 w 2032597"/>
                <a:gd name="connsiteY13" fmla="*/ 2721350 h 2726969"/>
                <a:gd name="connsiteX14" fmla="*/ 1822482 w 2032597"/>
                <a:gd name="connsiteY14" fmla="*/ 2714073 h 2726969"/>
                <a:gd name="connsiteX15" fmla="*/ 1866473 w 2032597"/>
                <a:gd name="connsiteY15" fmla="*/ 2703861 h 2726969"/>
                <a:gd name="connsiteX16" fmla="*/ 1909653 w 2032597"/>
                <a:gd name="connsiteY16" fmla="*/ 2690751 h 2726969"/>
                <a:gd name="connsiteX17" fmla="*/ 1951850 w 2032597"/>
                <a:gd name="connsiteY17" fmla="*/ 2674776 h 2726969"/>
                <a:gd name="connsiteX18" fmla="*/ 1992890 w 2032597"/>
                <a:gd name="connsiteY18" fmla="*/ 2655970 h 2726969"/>
                <a:gd name="connsiteX19" fmla="*/ 2032598 w 2032597"/>
                <a:gd name="connsiteY19" fmla="*/ 2634369 h 2726969"/>
                <a:gd name="connsiteX0" fmla="*/ 1236077 w 1992890"/>
                <a:gd name="connsiteY0" fmla="*/ 0 h 2726969"/>
                <a:gd name="connsiteX1" fmla="*/ 1231596 w 1992890"/>
                <a:gd name="connsiteY1" fmla="*/ 890 h 2726969"/>
                <a:gd name="connsiteX2" fmla="*/ 0 w 1992890"/>
                <a:gd name="connsiteY2" fmla="*/ 1788605 h 2726969"/>
                <a:gd name="connsiteX3" fmla="*/ 1334797 w 1992890"/>
                <a:gd name="connsiteY3" fmla="*/ 2625249 h 2726969"/>
                <a:gd name="connsiteX4" fmla="*/ 1376234 w 1992890"/>
                <a:gd name="connsiteY4" fmla="*/ 2649191 h 2726969"/>
                <a:gd name="connsiteX5" fmla="*/ 1418772 w 1992890"/>
                <a:gd name="connsiteY5" fmla="*/ 2669857 h 2726969"/>
                <a:gd name="connsiteX6" fmla="*/ 1462237 w 1992890"/>
                <a:gd name="connsiteY6" fmla="*/ 2687280 h 2726969"/>
                <a:gd name="connsiteX7" fmla="*/ 1506455 w 1992890"/>
                <a:gd name="connsiteY7" fmla="*/ 2701496 h 2726969"/>
                <a:gd name="connsiteX8" fmla="*/ 1551253 w 1992890"/>
                <a:gd name="connsiteY8" fmla="*/ 2712539 h 2726969"/>
                <a:gd name="connsiteX9" fmla="*/ 1596457 w 1992890"/>
                <a:gd name="connsiteY9" fmla="*/ 2720442 h 2726969"/>
                <a:gd name="connsiteX10" fmla="*/ 1641892 w 1992890"/>
                <a:gd name="connsiteY10" fmla="*/ 2725241 h 2726969"/>
                <a:gd name="connsiteX11" fmla="*/ 1687386 w 1992890"/>
                <a:gd name="connsiteY11" fmla="*/ 2726969 h 2726969"/>
                <a:gd name="connsiteX12" fmla="*/ 1732765 w 1992890"/>
                <a:gd name="connsiteY12" fmla="*/ 2725661 h 2726969"/>
                <a:gd name="connsiteX13" fmla="*/ 1777855 w 1992890"/>
                <a:gd name="connsiteY13" fmla="*/ 2721350 h 2726969"/>
                <a:gd name="connsiteX14" fmla="*/ 1822482 w 1992890"/>
                <a:gd name="connsiteY14" fmla="*/ 2714073 h 2726969"/>
                <a:gd name="connsiteX15" fmla="*/ 1866473 w 1992890"/>
                <a:gd name="connsiteY15" fmla="*/ 2703861 h 2726969"/>
                <a:gd name="connsiteX16" fmla="*/ 1909653 w 1992890"/>
                <a:gd name="connsiteY16" fmla="*/ 2690751 h 2726969"/>
                <a:gd name="connsiteX17" fmla="*/ 1951850 w 1992890"/>
                <a:gd name="connsiteY17" fmla="*/ 2674776 h 2726969"/>
                <a:gd name="connsiteX18" fmla="*/ 1992890 w 1992890"/>
                <a:gd name="connsiteY18" fmla="*/ 2655970 h 2726969"/>
                <a:gd name="connsiteX0" fmla="*/ 1236077 w 1951850"/>
                <a:gd name="connsiteY0" fmla="*/ 0 h 2726969"/>
                <a:gd name="connsiteX1" fmla="*/ 1231596 w 1951850"/>
                <a:gd name="connsiteY1" fmla="*/ 890 h 2726969"/>
                <a:gd name="connsiteX2" fmla="*/ 0 w 1951850"/>
                <a:gd name="connsiteY2" fmla="*/ 1788605 h 2726969"/>
                <a:gd name="connsiteX3" fmla="*/ 1334797 w 1951850"/>
                <a:gd name="connsiteY3" fmla="*/ 2625249 h 2726969"/>
                <a:gd name="connsiteX4" fmla="*/ 1376234 w 1951850"/>
                <a:gd name="connsiteY4" fmla="*/ 2649191 h 2726969"/>
                <a:gd name="connsiteX5" fmla="*/ 1418772 w 1951850"/>
                <a:gd name="connsiteY5" fmla="*/ 2669857 h 2726969"/>
                <a:gd name="connsiteX6" fmla="*/ 1462237 w 1951850"/>
                <a:gd name="connsiteY6" fmla="*/ 2687280 h 2726969"/>
                <a:gd name="connsiteX7" fmla="*/ 1506455 w 1951850"/>
                <a:gd name="connsiteY7" fmla="*/ 2701496 h 2726969"/>
                <a:gd name="connsiteX8" fmla="*/ 1551253 w 1951850"/>
                <a:gd name="connsiteY8" fmla="*/ 2712539 h 2726969"/>
                <a:gd name="connsiteX9" fmla="*/ 1596457 w 1951850"/>
                <a:gd name="connsiteY9" fmla="*/ 2720442 h 2726969"/>
                <a:gd name="connsiteX10" fmla="*/ 1641892 w 1951850"/>
                <a:gd name="connsiteY10" fmla="*/ 2725241 h 2726969"/>
                <a:gd name="connsiteX11" fmla="*/ 1687386 w 1951850"/>
                <a:gd name="connsiteY11" fmla="*/ 2726969 h 2726969"/>
                <a:gd name="connsiteX12" fmla="*/ 1732765 w 1951850"/>
                <a:gd name="connsiteY12" fmla="*/ 2725661 h 2726969"/>
                <a:gd name="connsiteX13" fmla="*/ 1777855 w 1951850"/>
                <a:gd name="connsiteY13" fmla="*/ 2721350 h 2726969"/>
                <a:gd name="connsiteX14" fmla="*/ 1822482 w 1951850"/>
                <a:gd name="connsiteY14" fmla="*/ 2714073 h 2726969"/>
                <a:gd name="connsiteX15" fmla="*/ 1866473 w 1951850"/>
                <a:gd name="connsiteY15" fmla="*/ 2703861 h 2726969"/>
                <a:gd name="connsiteX16" fmla="*/ 1909653 w 1951850"/>
                <a:gd name="connsiteY16" fmla="*/ 2690751 h 2726969"/>
                <a:gd name="connsiteX17" fmla="*/ 1951850 w 1951850"/>
                <a:gd name="connsiteY17" fmla="*/ 2674776 h 2726969"/>
                <a:gd name="connsiteX0" fmla="*/ 1236077 w 1909654"/>
                <a:gd name="connsiteY0" fmla="*/ 0 h 2726969"/>
                <a:gd name="connsiteX1" fmla="*/ 1231596 w 1909654"/>
                <a:gd name="connsiteY1" fmla="*/ 890 h 2726969"/>
                <a:gd name="connsiteX2" fmla="*/ 0 w 1909654"/>
                <a:gd name="connsiteY2" fmla="*/ 1788605 h 2726969"/>
                <a:gd name="connsiteX3" fmla="*/ 1334797 w 1909654"/>
                <a:gd name="connsiteY3" fmla="*/ 2625249 h 2726969"/>
                <a:gd name="connsiteX4" fmla="*/ 1376234 w 1909654"/>
                <a:gd name="connsiteY4" fmla="*/ 2649191 h 2726969"/>
                <a:gd name="connsiteX5" fmla="*/ 1418772 w 1909654"/>
                <a:gd name="connsiteY5" fmla="*/ 2669857 h 2726969"/>
                <a:gd name="connsiteX6" fmla="*/ 1462237 w 1909654"/>
                <a:gd name="connsiteY6" fmla="*/ 2687280 h 2726969"/>
                <a:gd name="connsiteX7" fmla="*/ 1506455 w 1909654"/>
                <a:gd name="connsiteY7" fmla="*/ 2701496 h 2726969"/>
                <a:gd name="connsiteX8" fmla="*/ 1551253 w 1909654"/>
                <a:gd name="connsiteY8" fmla="*/ 2712539 h 2726969"/>
                <a:gd name="connsiteX9" fmla="*/ 1596457 w 1909654"/>
                <a:gd name="connsiteY9" fmla="*/ 2720442 h 2726969"/>
                <a:gd name="connsiteX10" fmla="*/ 1641892 w 1909654"/>
                <a:gd name="connsiteY10" fmla="*/ 2725241 h 2726969"/>
                <a:gd name="connsiteX11" fmla="*/ 1687386 w 1909654"/>
                <a:gd name="connsiteY11" fmla="*/ 2726969 h 2726969"/>
                <a:gd name="connsiteX12" fmla="*/ 1732765 w 1909654"/>
                <a:gd name="connsiteY12" fmla="*/ 2725661 h 2726969"/>
                <a:gd name="connsiteX13" fmla="*/ 1777855 w 1909654"/>
                <a:gd name="connsiteY13" fmla="*/ 2721350 h 2726969"/>
                <a:gd name="connsiteX14" fmla="*/ 1822482 w 1909654"/>
                <a:gd name="connsiteY14" fmla="*/ 2714073 h 2726969"/>
                <a:gd name="connsiteX15" fmla="*/ 1866473 w 1909654"/>
                <a:gd name="connsiteY15" fmla="*/ 2703861 h 2726969"/>
                <a:gd name="connsiteX16" fmla="*/ 1909653 w 1909654"/>
                <a:gd name="connsiteY16" fmla="*/ 2690751 h 2726969"/>
                <a:gd name="connsiteX0" fmla="*/ 1236077 w 1866472"/>
                <a:gd name="connsiteY0" fmla="*/ 0 h 2726969"/>
                <a:gd name="connsiteX1" fmla="*/ 1231596 w 1866472"/>
                <a:gd name="connsiteY1" fmla="*/ 890 h 2726969"/>
                <a:gd name="connsiteX2" fmla="*/ 0 w 1866472"/>
                <a:gd name="connsiteY2" fmla="*/ 1788605 h 2726969"/>
                <a:gd name="connsiteX3" fmla="*/ 1334797 w 1866472"/>
                <a:gd name="connsiteY3" fmla="*/ 2625249 h 2726969"/>
                <a:gd name="connsiteX4" fmla="*/ 1376234 w 1866472"/>
                <a:gd name="connsiteY4" fmla="*/ 2649191 h 2726969"/>
                <a:gd name="connsiteX5" fmla="*/ 1418772 w 1866472"/>
                <a:gd name="connsiteY5" fmla="*/ 2669857 h 2726969"/>
                <a:gd name="connsiteX6" fmla="*/ 1462237 w 1866472"/>
                <a:gd name="connsiteY6" fmla="*/ 2687280 h 2726969"/>
                <a:gd name="connsiteX7" fmla="*/ 1506455 w 1866472"/>
                <a:gd name="connsiteY7" fmla="*/ 2701496 h 2726969"/>
                <a:gd name="connsiteX8" fmla="*/ 1551253 w 1866472"/>
                <a:gd name="connsiteY8" fmla="*/ 2712539 h 2726969"/>
                <a:gd name="connsiteX9" fmla="*/ 1596457 w 1866472"/>
                <a:gd name="connsiteY9" fmla="*/ 2720442 h 2726969"/>
                <a:gd name="connsiteX10" fmla="*/ 1641892 w 1866472"/>
                <a:gd name="connsiteY10" fmla="*/ 2725241 h 2726969"/>
                <a:gd name="connsiteX11" fmla="*/ 1687386 w 1866472"/>
                <a:gd name="connsiteY11" fmla="*/ 2726969 h 2726969"/>
                <a:gd name="connsiteX12" fmla="*/ 1732765 w 1866472"/>
                <a:gd name="connsiteY12" fmla="*/ 2725661 h 2726969"/>
                <a:gd name="connsiteX13" fmla="*/ 1777855 w 1866472"/>
                <a:gd name="connsiteY13" fmla="*/ 2721350 h 2726969"/>
                <a:gd name="connsiteX14" fmla="*/ 1822482 w 1866472"/>
                <a:gd name="connsiteY14" fmla="*/ 2714073 h 2726969"/>
                <a:gd name="connsiteX15" fmla="*/ 1866473 w 1866472"/>
                <a:gd name="connsiteY15" fmla="*/ 2703861 h 2726969"/>
                <a:gd name="connsiteX0" fmla="*/ 1236077 w 1822481"/>
                <a:gd name="connsiteY0" fmla="*/ 0 h 2726969"/>
                <a:gd name="connsiteX1" fmla="*/ 1231596 w 1822481"/>
                <a:gd name="connsiteY1" fmla="*/ 890 h 2726969"/>
                <a:gd name="connsiteX2" fmla="*/ 0 w 1822481"/>
                <a:gd name="connsiteY2" fmla="*/ 1788605 h 2726969"/>
                <a:gd name="connsiteX3" fmla="*/ 1334797 w 1822481"/>
                <a:gd name="connsiteY3" fmla="*/ 2625249 h 2726969"/>
                <a:gd name="connsiteX4" fmla="*/ 1376234 w 1822481"/>
                <a:gd name="connsiteY4" fmla="*/ 2649191 h 2726969"/>
                <a:gd name="connsiteX5" fmla="*/ 1418772 w 1822481"/>
                <a:gd name="connsiteY5" fmla="*/ 2669857 h 2726969"/>
                <a:gd name="connsiteX6" fmla="*/ 1462237 w 1822481"/>
                <a:gd name="connsiteY6" fmla="*/ 2687280 h 2726969"/>
                <a:gd name="connsiteX7" fmla="*/ 1506455 w 1822481"/>
                <a:gd name="connsiteY7" fmla="*/ 2701496 h 2726969"/>
                <a:gd name="connsiteX8" fmla="*/ 1551253 w 1822481"/>
                <a:gd name="connsiteY8" fmla="*/ 2712539 h 2726969"/>
                <a:gd name="connsiteX9" fmla="*/ 1596457 w 1822481"/>
                <a:gd name="connsiteY9" fmla="*/ 2720442 h 2726969"/>
                <a:gd name="connsiteX10" fmla="*/ 1641892 w 1822481"/>
                <a:gd name="connsiteY10" fmla="*/ 2725241 h 2726969"/>
                <a:gd name="connsiteX11" fmla="*/ 1687386 w 1822481"/>
                <a:gd name="connsiteY11" fmla="*/ 2726969 h 2726969"/>
                <a:gd name="connsiteX12" fmla="*/ 1732765 w 1822481"/>
                <a:gd name="connsiteY12" fmla="*/ 2725661 h 2726969"/>
                <a:gd name="connsiteX13" fmla="*/ 1777855 w 1822481"/>
                <a:gd name="connsiteY13" fmla="*/ 2721350 h 2726969"/>
                <a:gd name="connsiteX14" fmla="*/ 1822482 w 1822481"/>
                <a:gd name="connsiteY14" fmla="*/ 2714073 h 2726969"/>
                <a:gd name="connsiteX0" fmla="*/ 1236077 w 1777855"/>
                <a:gd name="connsiteY0" fmla="*/ 0 h 2726969"/>
                <a:gd name="connsiteX1" fmla="*/ 1231596 w 1777855"/>
                <a:gd name="connsiteY1" fmla="*/ 890 h 2726969"/>
                <a:gd name="connsiteX2" fmla="*/ 0 w 1777855"/>
                <a:gd name="connsiteY2" fmla="*/ 1788605 h 2726969"/>
                <a:gd name="connsiteX3" fmla="*/ 1334797 w 1777855"/>
                <a:gd name="connsiteY3" fmla="*/ 2625249 h 2726969"/>
                <a:gd name="connsiteX4" fmla="*/ 1376234 w 1777855"/>
                <a:gd name="connsiteY4" fmla="*/ 2649191 h 2726969"/>
                <a:gd name="connsiteX5" fmla="*/ 1418772 w 1777855"/>
                <a:gd name="connsiteY5" fmla="*/ 2669857 h 2726969"/>
                <a:gd name="connsiteX6" fmla="*/ 1462237 w 1777855"/>
                <a:gd name="connsiteY6" fmla="*/ 2687280 h 2726969"/>
                <a:gd name="connsiteX7" fmla="*/ 1506455 w 1777855"/>
                <a:gd name="connsiteY7" fmla="*/ 2701496 h 2726969"/>
                <a:gd name="connsiteX8" fmla="*/ 1551253 w 1777855"/>
                <a:gd name="connsiteY8" fmla="*/ 2712539 h 2726969"/>
                <a:gd name="connsiteX9" fmla="*/ 1596457 w 1777855"/>
                <a:gd name="connsiteY9" fmla="*/ 2720442 h 2726969"/>
                <a:gd name="connsiteX10" fmla="*/ 1641892 w 1777855"/>
                <a:gd name="connsiteY10" fmla="*/ 2725241 h 2726969"/>
                <a:gd name="connsiteX11" fmla="*/ 1687386 w 1777855"/>
                <a:gd name="connsiteY11" fmla="*/ 2726969 h 2726969"/>
                <a:gd name="connsiteX12" fmla="*/ 1732765 w 1777855"/>
                <a:gd name="connsiteY12" fmla="*/ 2725661 h 2726969"/>
                <a:gd name="connsiteX13" fmla="*/ 1777855 w 1777855"/>
                <a:gd name="connsiteY13" fmla="*/ 2721350 h 2726969"/>
                <a:gd name="connsiteX0" fmla="*/ 1236077 w 1732765"/>
                <a:gd name="connsiteY0" fmla="*/ 0 h 2726969"/>
                <a:gd name="connsiteX1" fmla="*/ 1231596 w 1732765"/>
                <a:gd name="connsiteY1" fmla="*/ 890 h 2726969"/>
                <a:gd name="connsiteX2" fmla="*/ 0 w 1732765"/>
                <a:gd name="connsiteY2" fmla="*/ 1788605 h 2726969"/>
                <a:gd name="connsiteX3" fmla="*/ 1334797 w 1732765"/>
                <a:gd name="connsiteY3" fmla="*/ 2625249 h 2726969"/>
                <a:gd name="connsiteX4" fmla="*/ 1376234 w 1732765"/>
                <a:gd name="connsiteY4" fmla="*/ 2649191 h 2726969"/>
                <a:gd name="connsiteX5" fmla="*/ 1418772 w 1732765"/>
                <a:gd name="connsiteY5" fmla="*/ 2669857 h 2726969"/>
                <a:gd name="connsiteX6" fmla="*/ 1462237 w 1732765"/>
                <a:gd name="connsiteY6" fmla="*/ 2687280 h 2726969"/>
                <a:gd name="connsiteX7" fmla="*/ 1506455 w 1732765"/>
                <a:gd name="connsiteY7" fmla="*/ 2701496 h 2726969"/>
                <a:gd name="connsiteX8" fmla="*/ 1551253 w 1732765"/>
                <a:gd name="connsiteY8" fmla="*/ 2712539 h 2726969"/>
                <a:gd name="connsiteX9" fmla="*/ 1596457 w 1732765"/>
                <a:gd name="connsiteY9" fmla="*/ 2720442 h 2726969"/>
                <a:gd name="connsiteX10" fmla="*/ 1641892 w 1732765"/>
                <a:gd name="connsiteY10" fmla="*/ 2725241 h 2726969"/>
                <a:gd name="connsiteX11" fmla="*/ 1687386 w 1732765"/>
                <a:gd name="connsiteY11" fmla="*/ 2726969 h 2726969"/>
                <a:gd name="connsiteX12" fmla="*/ 1732765 w 1732765"/>
                <a:gd name="connsiteY12" fmla="*/ 2725661 h 2726969"/>
                <a:gd name="connsiteX0" fmla="*/ 1236077 w 1687387"/>
                <a:gd name="connsiteY0" fmla="*/ 0 h 2726969"/>
                <a:gd name="connsiteX1" fmla="*/ 1231596 w 1687387"/>
                <a:gd name="connsiteY1" fmla="*/ 890 h 2726969"/>
                <a:gd name="connsiteX2" fmla="*/ 0 w 1687387"/>
                <a:gd name="connsiteY2" fmla="*/ 1788605 h 2726969"/>
                <a:gd name="connsiteX3" fmla="*/ 1334797 w 1687387"/>
                <a:gd name="connsiteY3" fmla="*/ 2625249 h 2726969"/>
                <a:gd name="connsiteX4" fmla="*/ 1376234 w 1687387"/>
                <a:gd name="connsiteY4" fmla="*/ 2649191 h 2726969"/>
                <a:gd name="connsiteX5" fmla="*/ 1418772 w 1687387"/>
                <a:gd name="connsiteY5" fmla="*/ 2669857 h 2726969"/>
                <a:gd name="connsiteX6" fmla="*/ 1462237 w 1687387"/>
                <a:gd name="connsiteY6" fmla="*/ 2687280 h 2726969"/>
                <a:gd name="connsiteX7" fmla="*/ 1506455 w 1687387"/>
                <a:gd name="connsiteY7" fmla="*/ 2701496 h 2726969"/>
                <a:gd name="connsiteX8" fmla="*/ 1551253 w 1687387"/>
                <a:gd name="connsiteY8" fmla="*/ 2712539 h 2726969"/>
                <a:gd name="connsiteX9" fmla="*/ 1596457 w 1687387"/>
                <a:gd name="connsiteY9" fmla="*/ 2720442 h 2726969"/>
                <a:gd name="connsiteX10" fmla="*/ 1641892 w 1687387"/>
                <a:gd name="connsiteY10" fmla="*/ 2725241 h 2726969"/>
                <a:gd name="connsiteX11" fmla="*/ 1687386 w 1687387"/>
                <a:gd name="connsiteY11" fmla="*/ 2726969 h 2726969"/>
                <a:gd name="connsiteX0" fmla="*/ 1236077 w 1641892"/>
                <a:gd name="connsiteY0" fmla="*/ 0 h 2725241"/>
                <a:gd name="connsiteX1" fmla="*/ 1231596 w 1641892"/>
                <a:gd name="connsiteY1" fmla="*/ 890 h 2725241"/>
                <a:gd name="connsiteX2" fmla="*/ 0 w 1641892"/>
                <a:gd name="connsiteY2" fmla="*/ 1788605 h 2725241"/>
                <a:gd name="connsiteX3" fmla="*/ 1334797 w 1641892"/>
                <a:gd name="connsiteY3" fmla="*/ 2625249 h 2725241"/>
                <a:gd name="connsiteX4" fmla="*/ 1376234 w 1641892"/>
                <a:gd name="connsiteY4" fmla="*/ 2649191 h 2725241"/>
                <a:gd name="connsiteX5" fmla="*/ 1418772 w 1641892"/>
                <a:gd name="connsiteY5" fmla="*/ 2669857 h 2725241"/>
                <a:gd name="connsiteX6" fmla="*/ 1462237 w 1641892"/>
                <a:gd name="connsiteY6" fmla="*/ 2687280 h 2725241"/>
                <a:gd name="connsiteX7" fmla="*/ 1506455 w 1641892"/>
                <a:gd name="connsiteY7" fmla="*/ 2701496 h 2725241"/>
                <a:gd name="connsiteX8" fmla="*/ 1551253 w 1641892"/>
                <a:gd name="connsiteY8" fmla="*/ 2712539 h 2725241"/>
                <a:gd name="connsiteX9" fmla="*/ 1596457 w 1641892"/>
                <a:gd name="connsiteY9" fmla="*/ 2720442 h 2725241"/>
                <a:gd name="connsiteX10" fmla="*/ 1641892 w 1641892"/>
                <a:gd name="connsiteY10" fmla="*/ 2725241 h 2725241"/>
                <a:gd name="connsiteX0" fmla="*/ 1236077 w 1596457"/>
                <a:gd name="connsiteY0" fmla="*/ 0 h 2720441"/>
                <a:gd name="connsiteX1" fmla="*/ 1231596 w 1596457"/>
                <a:gd name="connsiteY1" fmla="*/ 890 h 2720441"/>
                <a:gd name="connsiteX2" fmla="*/ 0 w 1596457"/>
                <a:gd name="connsiteY2" fmla="*/ 1788605 h 2720441"/>
                <a:gd name="connsiteX3" fmla="*/ 1334797 w 1596457"/>
                <a:gd name="connsiteY3" fmla="*/ 2625249 h 2720441"/>
                <a:gd name="connsiteX4" fmla="*/ 1376234 w 1596457"/>
                <a:gd name="connsiteY4" fmla="*/ 2649191 h 2720441"/>
                <a:gd name="connsiteX5" fmla="*/ 1418772 w 1596457"/>
                <a:gd name="connsiteY5" fmla="*/ 2669857 h 2720441"/>
                <a:gd name="connsiteX6" fmla="*/ 1462237 w 1596457"/>
                <a:gd name="connsiteY6" fmla="*/ 2687280 h 2720441"/>
                <a:gd name="connsiteX7" fmla="*/ 1506455 w 1596457"/>
                <a:gd name="connsiteY7" fmla="*/ 2701496 h 2720441"/>
                <a:gd name="connsiteX8" fmla="*/ 1551253 w 1596457"/>
                <a:gd name="connsiteY8" fmla="*/ 2712539 h 2720441"/>
                <a:gd name="connsiteX9" fmla="*/ 1596457 w 1596457"/>
                <a:gd name="connsiteY9" fmla="*/ 2720442 h 2720441"/>
                <a:gd name="connsiteX0" fmla="*/ 1236077 w 1551253"/>
                <a:gd name="connsiteY0" fmla="*/ 0 h 2712539"/>
                <a:gd name="connsiteX1" fmla="*/ 1231596 w 1551253"/>
                <a:gd name="connsiteY1" fmla="*/ 890 h 2712539"/>
                <a:gd name="connsiteX2" fmla="*/ 0 w 1551253"/>
                <a:gd name="connsiteY2" fmla="*/ 1788605 h 2712539"/>
                <a:gd name="connsiteX3" fmla="*/ 1334797 w 1551253"/>
                <a:gd name="connsiteY3" fmla="*/ 2625249 h 2712539"/>
                <a:gd name="connsiteX4" fmla="*/ 1376234 w 1551253"/>
                <a:gd name="connsiteY4" fmla="*/ 2649191 h 2712539"/>
                <a:gd name="connsiteX5" fmla="*/ 1418772 w 1551253"/>
                <a:gd name="connsiteY5" fmla="*/ 2669857 h 2712539"/>
                <a:gd name="connsiteX6" fmla="*/ 1462237 w 1551253"/>
                <a:gd name="connsiteY6" fmla="*/ 2687280 h 2712539"/>
                <a:gd name="connsiteX7" fmla="*/ 1506455 w 1551253"/>
                <a:gd name="connsiteY7" fmla="*/ 2701496 h 2712539"/>
                <a:gd name="connsiteX8" fmla="*/ 1551253 w 1551253"/>
                <a:gd name="connsiteY8" fmla="*/ 2712539 h 2712539"/>
                <a:gd name="connsiteX0" fmla="*/ 1236077 w 1506455"/>
                <a:gd name="connsiteY0" fmla="*/ 0 h 2701497"/>
                <a:gd name="connsiteX1" fmla="*/ 1231596 w 1506455"/>
                <a:gd name="connsiteY1" fmla="*/ 890 h 2701497"/>
                <a:gd name="connsiteX2" fmla="*/ 0 w 1506455"/>
                <a:gd name="connsiteY2" fmla="*/ 1788605 h 2701497"/>
                <a:gd name="connsiteX3" fmla="*/ 1334797 w 1506455"/>
                <a:gd name="connsiteY3" fmla="*/ 2625249 h 2701497"/>
                <a:gd name="connsiteX4" fmla="*/ 1376234 w 1506455"/>
                <a:gd name="connsiteY4" fmla="*/ 2649191 h 2701497"/>
                <a:gd name="connsiteX5" fmla="*/ 1418772 w 1506455"/>
                <a:gd name="connsiteY5" fmla="*/ 2669857 h 2701497"/>
                <a:gd name="connsiteX6" fmla="*/ 1462237 w 1506455"/>
                <a:gd name="connsiteY6" fmla="*/ 2687280 h 2701497"/>
                <a:gd name="connsiteX7" fmla="*/ 1506455 w 1506455"/>
                <a:gd name="connsiteY7" fmla="*/ 2701496 h 2701497"/>
                <a:gd name="connsiteX0" fmla="*/ 1236077 w 1462238"/>
                <a:gd name="connsiteY0" fmla="*/ 0 h 2687280"/>
                <a:gd name="connsiteX1" fmla="*/ 1231596 w 1462238"/>
                <a:gd name="connsiteY1" fmla="*/ 890 h 2687280"/>
                <a:gd name="connsiteX2" fmla="*/ 0 w 1462238"/>
                <a:gd name="connsiteY2" fmla="*/ 1788605 h 2687280"/>
                <a:gd name="connsiteX3" fmla="*/ 1334797 w 1462238"/>
                <a:gd name="connsiteY3" fmla="*/ 2625249 h 2687280"/>
                <a:gd name="connsiteX4" fmla="*/ 1376234 w 1462238"/>
                <a:gd name="connsiteY4" fmla="*/ 2649191 h 2687280"/>
                <a:gd name="connsiteX5" fmla="*/ 1418772 w 1462238"/>
                <a:gd name="connsiteY5" fmla="*/ 2669857 h 2687280"/>
                <a:gd name="connsiteX6" fmla="*/ 1462237 w 1462238"/>
                <a:gd name="connsiteY6" fmla="*/ 2687280 h 2687280"/>
                <a:gd name="connsiteX0" fmla="*/ 1236077 w 1418773"/>
                <a:gd name="connsiteY0" fmla="*/ 0 h 2669857"/>
                <a:gd name="connsiteX1" fmla="*/ 1231596 w 1418773"/>
                <a:gd name="connsiteY1" fmla="*/ 890 h 2669857"/>
                <a:gd name="connsiteX2" fmla="*/ 0 w 1418773"/>
                <a:gd name="connsiteY2" fmla="*/ 1788605 h 2669857"/>
                <a:gd name="connsiteX3" fmla="*/ 1334797 w 1418773"/>
                <a:gd name="connsiteY3" fmla="*/ 2625249 h 2669857"/>
                <a:gd name="connsiteX4" fmla="*/ 1376234 w 1418773"/>
                <a:gd name="connsiteY4" fmla="*/ 2649191 h 2669857"/>
                <a:gd name="connsiteX5" fmla="*/ 1418772 w 1418773"/>
                <a:gd name="connsiteY5" fmla="*/ 2669857 h 2669857"/>
                <a:gd name="connsiteX0" fmla="*/ 1236077 w 1376233"/>
                <a:gd name="connsiteY0" fmla="*/ 0 h 2649191"/>
                <a:gd name="connsiteX1" fmla="*/ 1231596 w 1376233"/>
                <a:gd name="connsiteY1" fmla="*/ 890 h 2649191"/>
                <a:gd name="connsiteX2" fmla="*/ 0 w 1376233"/>
                <a:gd name="connsiteY2" fmla="*/ 1788605 h 2649191"/>
                <a:gd name="connsiteX3" fmla="*/ 1334797 w 1376233"/>
                <a:gd name="connsiteY3" fmla="*/ 2625249 h 2649191"/>
                <a:gd name="connsiteX4" fmla="*/ 1376234 w 1376233"/>
                <a:gd name="connsiteY4" fmla="*/ 2649191 h 2649191"/>
                <a:gd name="connsiteX0" fmla="*/ 1236077 w 1334797"/>
                <a:gd name="connsiteY0" fmla="*/ 0 h 2625249"/>
                <a:gd name="connsiteX1" fmla="*/ 1231596 w 1334797"/>
                <a:gd name="connsiteY1" fmla="*/ 890 h 2625249"/>
                <a:gd name="connsiteX2" fmla="*/ 0 w 1334797"/>
                <a:gd name="connsiteY2" fmla="*/ 1788605 h 2625249"/>
                <a:gd name="connsiteX3" fmla="*/ 1334797 w 1334797"/>
                <a:gd name="connsiteY3" fmla="*/ 2625249 h 2625249"/>
                <a:gd name="connsiteX0" fmla="*/ 1236077 w 1236077"/>
                <a:gd name="connsiteY0" fmla="*/ 0 h 1788605"/>
                <a:gd name="connsiteX1" fmla="*/ 1231596 w 1236077"/>
                <a:gd name="connsiteY1" fmla="*/ 890 h 1788605"/>
                <a:gd name="connsiteX2" fmla="*/ 0 w 1236077"/>
                <a:gd name="connsiteY2" fmla="*/ 1788605 h 1788605"/>
                <a:gd name="connsiteX0" fmla="*/ 1236077 w 1236077"/>
                <a:gd name="connsiteY0" fmla="*/ 0 h 1788605"/>
                <a:gd name="connsiteX1" fmla="*/ 0 w 1236077"/>
                <a:gd name="connsiteY1" fmla="*/ 1788605 h 1788605"/>
              </a:gdLst>
              <a:ahLst/>
              <a:cxnLst>
                <a:cxn ang="0">
                  <a:pos x="connsiteX0" y="connsiteY0"/>
                </a:cxn>
                <a:cxn ang="0">
                  <a:pos x="connsiteX1" y="connsiteY1"/>
                </a:cxn>
              </a:cxnLst>
              <a:rect l="l" t="t" r="r" b="b"/>
              <a:pathLst>
                <a:path w="1236077" h="1788605">
                  <a:moveTo>
                    <a:pt x="1236077" y="0"/>
                  </a:moveTo>
                  <a:lnTo>
                    <a:pt x="0" y="1788605"/>
                  </a:lnTo>
                </a:path>
              </a:pathLst>
            </a:custGeom>
            <a:solidFill>
              <a:srgbClr val="FAAF34"/>
            </a:solidFill>
            <a:ln w="22225" cap="rnd">
              <a:solidFill>
                <a:schemeClr val="tx1">
                  <a:lumMod val="50000"/>
                  <a:lumOff val="50000"/>
                </a:schemeClr>
              </a:solidFill>
            </a:ln>
          </p:spPr>
          <p:txBody>
            <a:bodyPr wrap="square" lIns="0" tIns="0" rIns="0" bIns="0" rtlCol="0"/>
            <a:lstStyle/>
            <a:p>
              <a:endParaRPr sz="372"/>
            </a:p>
          </p:txBody>
        </p:sp>
        <p:sp>
          <p:nvSpPr>
            <p:cNvPr id="9" name="object 19">
              <a:extLst>
                <a:ext uri="{FF2B5EF4-FFF2-40B4-BE49-F238E27FC236}">
                  <a16:creationId xmlns:a16="http://schemas.microsoft.com/office/drawing/2014/main" id="{11C3A0EE-AFCD-8577-3157-F3ADD53DD251}"/>
                </a:ext>
              </a:extLst>
            </p:cNvPr>
            <p:cNvSpPr/>
            <p:nvPr/>
          </p:nvSpPr>
          <p:spPr>
            <a:xfrm>
              <a:off x="5428083" y="1826427"/>
              <a:ext cx="708222" cy="1024794"/>
            </a:xfrm>
            <a:custGeom>
              <a:avLst/>
              <a:gdLst>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27" fmla="*/ 1437132 w 3110302"/>
                <a:gd name="connsiteY27" fmla="*/ 201055 h 2726969"/>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0" fmla="*/ 1236077 w 2233166"/>
                <a:gd name="connsiteY0" fmla="*/ 0 h 2726969"/>
                <a:gd name="connsiteX1" fmla="*/ 1231596 w 2233166"/>
                <a:gd name="connsiteY1" fmla="*/ 890 h 2726969"/>
                <a:gd name="connsiteX2" fmla="*/ 0 w 2233166"/>
                <a:gd name="connsiteY2" fmla="*/ 1788605 h 2726969"/>
                <a:gd name="connsiteX3" fmla="*/ 1334797 w 2233166"/>
                <a:gd name="connsiteY3" fmla="*/ 2625249 h 2726969"/>
                <a:gd name="connsiteX4" fmla="*/ 1376234 w 2233166"/>
                <a:gd name="connsiteY4" fmla="*/ 2649191 h 2726969"/>
                <a:gd name="connsiteX5" fmla="*/ 1418772 w 2233166"/>
                <a:gd name="connsiteY5" fmla="*/ 2669857 h 2726969"/>
                <a:gd name="connsiteX6" fmla="*/ 1462237 w 2233166"/>
                <a:gd name="connsiteY6" fmla="*/ 2687280 h 2726969"/>
                <a:gd name="connsiteX7" fmla="*/ 1506455 w 2233166"/>
                <a:gd name="connsiteY7" fmla="*/ 2701496 h 2726969"/>
                <a:gd name="connsiteX8" fmla="*/ 1551253 w 2233166"/>
                <a:gd name="connsiteY8" fmla="*/ 2712539 h 2726969"/>
                <a:gd name="connsiteX9" fmla="*/ 1596457 w 2233166"/>
                <a:gd name="connsiteY9" fmla="*/ 2720442 h 2726969"/>
                <a:gd name="connsiteX10" fmla="*/ 1641892 w 2233166"/>
                <a:gd name="connsiteY10" fmla="*/ 2725241 h 2726969"/>
                <a:gd name="connsiteX11" fmla="*/ 1687386 w 2233166"/>
                <a:gd name="connsiteY11" fmla="*/ 2726969 h 2726969"/>
                <a:gd name="connsiteX12" fmla="*/ 1732765 w 2233166"/>
                <a:gd name="connsiteY12" fmla="*/ 2725661 h 2726969"/>
                <a:gd name="connsiteX13" fmla="*/ 1777855 w 2233166"/>
                <a:gd name="connsiteY13" fmla="*/ 2721350 h 2726969"/>
                <a:gd name="connsiteX14" fmla="*/ 1822482 w 2233166"/>
                <a:gd name="connsiteY14" fmla="*/ 2714073 h 2726969"/>
                <a:gd name="connsiteX15" fmla="*/ 1866473 w 2233166"/>
                <a:gd name="connsiteY15" fmla="*/ 2703861 h 2726969"/>
                <a:gd name="connsiteX16" fmla="*/ 1909653 w 2233166"/>
                <a:gd name="connsiteY16" fmla="*/ 2690751 h 2726969"/>
                <a:gd name="connsiteX17" fmla="*/ 1951850 w 2233166"/>
                <a:gd name="connsiteY17" fmla="*/ 2674776 h 2726969"/>
                <a:gd name="connsiteX18" fmla="*/ 1992890 w 2233166"/>
                <a:gd name="connsiteY18" fmla="*/ 2655970 h 2726969"/>
                <a:gd name="connsiteX19" fmla="*/ 2032598 w 2233166"/>
                <a:gd name="connsiteY19" fmla="*/ 2634369 h 2726969"/>
                <a:gd name="connsiteX20" fmla="*/ 2070802 w 2233166"/>
                <a:gd name="connsiteY20" fmla="*/ 2610005 h 2726969"/>
                <a:gd name="connsiteX21" fmla="*/ 2107327 w 2233166"/>
                <a:gd name="connsiteY21" fmla="*/ 2582913 h 2726969"/>
                <a:gd name="connsiteX22" fmla="*/ 2141999 w 2233166"/>
                <a:gd name="connsiteY22" fmla="*/ 2553128 h 2726969"/>
                <a:gd name="connsiteX23" fmla="*/ 2174646 w 2233166"/>
                <a:gd name="connsiteY23" fmla="*/ 2520684 h 2726969"/>
                <a:gd name="connsiteX24" fmla="*/ 2205093 w 2233166"/>
                <a:gd name="connsiteY24" fmla="*/ 2485616 h 2726969"/>
                <a:gd name="connsiteX25" fmla="*/ 2233167 w 2233166"/>
                <a:gd name="connsiteY25" fmla="*/ 2447956 h 2726969"/>
                <a:gd name="connsiteX0" fmla="*/ 1236077 w 2205092"/>
                <a:gd name="connsiteY0" fmla="*/ 0 h 2726969"/>
                <a:gd name="connsiteX1" fmla="*/ 1231596 w 2205092"/>
                <a:gd name="connsiteY1" fmla="*/ 890 h 2726969"/>
                <a:gd name="connsiteX2" fmla="*/ 0 w 2205092"/>
                <a:gd name="connsiteY2" fmla="*/ 1788605 h 2726969"/>
                <a:gd name="connsiteX3" fmla="*/ 1334797 w 2205092"/>
                <a:gd name="connsiteY3" fmla="*/ 2625249 h 2726969"/>
                <a:gd name="connsiteX4" fmla="*/ 1376234 w 2205092"/>
                <a:gd name="connsiteY4" fmla="*/ 2649191 h 2726969"/>
                <a:gd name="connsiteX5" fmla="*/ 1418772 w 2205092"/>
                <a:gd name="connsiteY5" fmla="*/ 2669857 h 2726969"/>
                <a:gd name="connsiteX6" fmla="*/ 1462237 w 2205092"/>
                <a:gd name="connsiteY6" fmla="*/ 2687280 h 2726969"/>
                <a:gd name="connsiteX7" fmla="*/ 1506455 w 2205092"/>
                <a:gd name="connsiteY7" fmla="*/ 2701496 h 2726969"/>
                <a:gd name="connsiteX8" fmla="*/ 1551253 w 2205092"/>
                <a:gd name="connsiteY8" fmla="*/ 2712539 h 2726969"/>
                <a:gd name="connsiteX9" fmla="*/ 1596457 w 2205092"/>
                <a:gd name="connsiteY9" fmla="*/ 2720442 h 2726969"/>
                <a:gd name="connsiteX10" fmla="*/ 1641892 w 2205092"/>
                <a:gd name="connsiteY10" fmla="*/ 2725241 h 2726969"/>
                <a:gd name="connsiteX11" fmla="*/ 1687386 w 2205092"/>
                <a:gd name="connsiteY11" fmla="*/ 2726969 h 2726969"/>
                <a:gd name="connsiteX12" fmla="*/ 1732765 w 2205092"/>
                <a:gd name="connsiteY12" fmla="*/ 2725661 h 2726969"/>
                <a:gd name="connsiteX13" fmla="*/ 1777855 w 2205092"/>
                <a:gd name="connsiteY13" fmla="*/ 2721350 h 2726969"/>
                <a:gd name="connsiteX14" fmla="*/ 1822482 w 2205092"/>
                <a:gd name="connsiteY14" fmla="*/ 2714073 h 2726969"/>
                <a:gd name="connsiteX15" fmla="*/ 1866473 w 2205092"/>
                <a:gd name="connsiteY15" fmla="*/ 2703861 h 2726969"/>
                <a:gd name="connsiteX16" fmla="*/ 1909653 w 2205092"/>
                <a:gd name="connsiteY16" fmla="*/ 2690751 h 2726969"/>
                <a:gd name="connsiteX17" fmla="*/ 1951850 w 2205092"/>
                <a:gd name="connsiteY17" fmla="*/ 2674776 h 2726969"/>
                <a:gd name="connsiteX18" fmla="*/ 1992890 w 2205092"/>
                <a:gd name="connsiteY18" fmla="*/ 2655970 h 2726969"/>
                <a:gd name="connsiteX19" fmla="*/ 2032598 w 2205092"/>
                <a:gd name="connsiteY19" fmla="*/ 2634369 h 2726969"/>
                <a:gd name="connsiteX20" fmla="*/ 2070802 w 2205092"/>
                <a:gd name="connsiteY20" fmla="*/ 2610005 h 2726969"/>
                <a:gd name="connsiteX21" fmla="*/ 2107327 w 2205092"/>
                <a:gd name="connsiteY21" fmla="*/ 2582913 h 2726969"/>
                <a:gd name="connsiteX22" fmla="*/ 2141999 w 2205092"/>
                <a:gd name="connsiteY22" fmla="*/ 2553128 h 2726969"/>
                <a:gd name="connsiteX23" fmla="*/ 2174646 w 2205092"/>
                <a:gd name="connsiteY23" fmla="*/ 2520684 h 2726969"/>
                <a:gd name="connsiteX24" fmla="*/ 2205093 w 2205092"/>
                <a:gd name="connsiteY24" fmla="*/ 2485616 h 2726969"/>
                <a:gd name="connsiteX0" fmla="*/ 1236077 w 2174646"/>
                <a:gd name="connsiteY0" fmla="*/ 0 h 2726969"/>
                <a:gd name="connsiteX1" fmla="*/ 1231596 w 2174646"/>
                <a:gd name="connsiteY1" fmla="*/ 890 h 2726969"/>
                <a:gd name="connsiteX2" fmla="*/ 0 w 2174646"/>
                <a:gd name="connsiteY2" fmla="*/ 1788605 h 2726969"/>
                <a:gd name="connsiteX3" fmla="*/ 1334797 w 2174646"/>
                <a:gd name="connsiteY3" fmla="*/ 2625249 h 2726969"/>
                <a:gd name="connsiteX4" fmla="*/ 1376234 w 2174646"/>
                <a:gd name="connsiteY4" fmla="*/ 2649191 h 2726969"/>
                <a:gd name="connsiteX5" fmla="*/ 1418772 w 2174646"/>
                <a:gd name="connsiteY5" fmla="*/ 2669857 h 2726969"/>
                <a:gd name="connsiteX6" fmla="*/ 1462237 w 2174646"/>
                <a:gd name="connsiteY6" fmla="*/ 2687280 h 2726969"/>
                <a:gd name="connsiteX7" fmla="*/ 1506455 w 2174646"/>
                <a:gd name="connsiteY7" fmla="*/ 2701496 h 2726969"/>
                <a:gd name="connsiteX8" fmla="*/ 1551253 w 2174646"/>
                <a:gd name="connsiteY8" fmla="*/ 2712539 h 2726969"/>
                <a:gd name="connsiteX9" fmla="*/ 1596457 w 2174646"/>
                <a:gd name="connsiteY9" fmla="*/ 2720442 h 2726969"/>
                <a:gd name="connsiteX10" fmla="*/ 1641892 w 2174646"/>
                <a:gd name="connsiteY10" fmla="*/ 2725241 h 2726969"/>
                <a:gd name="connsiteX11" fmla="*/ 1687386 w 2174646"/>
                <a:gd name="connsiteY11" fmla="*/ 2726969 h 2726969"/>
                <a:gd name="connsiteX12" fmla="*/ 1732765 w 2174646"/>
                <a:gd name="connsiteY12" fmla="*/ 2725661 h 2726969"/>
                <a:gd name="connsiteX13" fmla="*/ 1777855 w 2174646"/>
                <a:gd name="connsiteY13" fmla="*/ 2721350 h 2726969"/>
                <a:gd name="connsiteX14" fmla="*/ 1822482 w 2174646"/>
                <a:gd name="connsiteY14" fmla="*/ 2714073 h 2726969"/>
                <a:gd name="connsiteX15" fmla="*/ 1866473 w 2174646"/>
                <a:gd name="connsiteY15" fmla="*/ 2703861 h 2726969"/>
                <a:gd name="connsiteX16" fmla="*/ 1909653 w 2174646"/>
                <a:gd name="connsiteY16" fmla="*/ 2690751 h 2726969"/>
                <a:gd name="connsiteX17" fmla="*/ 1951850 w 2174646"/>
                <a:gd name="connsiteY17" fmla="*/ 2674776 h 2726969"/>
                <a:gd name="connsiteX18" fmla="*/ 1992890 w 2174646"/>
                <a:gd name="connsiteY18" fmla="*/ 2655970 h 2726969"/>
                <a:gd name="connsiteX19" fmla="*/ 2032598 w 2174646"/>
                <a:gd name="connsiteY19" fmla="*/ 2634369 h 2726969"/>
                <a:gd name="connsiteX20" fmla="*/ 2070802 w 2174646"/>
                <a:gd name="connsiteY20" fmla="*/ 2610005 h 2726969"/>
                <a:gd name="connsiteX21" fmla="*/ 2107327 w 2174646"/>
                <a:gd name="connsiteY21" fmla="*/ 2582913 h 2726969"/>
                <a:gd name="connsiteX22" fmla="*/ 2141999 w 2174646"/>
                <a:gd name="connsiteY22" fmla="*/ 2553128 h 2726969"/>
                <a:gd name="connsiteX23" fmla="*/ 2174646 w 2174646"/>
                <a:gd name="connsiteY23" fmla="*/ 2520684 h 2726969"/>
                <a:gd name="connsiteX0" fmla="*/ 1236077 w 2141999"/>
                <a:gd name="connsiteY0" fmla="*/ 0 h 2726969"/>
                <a:gd name="connsiteX1" fmla="*/ 1231596 w 2141999"/>
                <a:gd name="connsiteY1" fmla="*/ 890 h 2726969"/>
                <a:gd name="connsiteX2" fmla="*/ 0 w 2141999"/>
                <a:gd name="connsiteY2" fmla="*/ 1788605 h 2726969"/>
                <a:gd name="connsiteX3" fmla="*/ 1334797 w 2141999"/>
                <a:gd name="connsiteY3" fmla="*/ 2625249 h 2726969"/>
                <a:gd name="connsiteX4" fmla="*/ 1376234 w 2141999"/>
                <a:gd name="connsiteY4" fmla="*/ 2649191 h 2726969"/>
                <a:gd name="connsiteX5" fmla="*/ 1418772 w 2141999"/>
                <a:gd name="connsiteY5" fmla="*/ 2669857 h 2726969"/>
                <a:gd name="connsiteX6" fmla="*/ 1462237 w 2141999"/>
                <a:gd name="connsiteY6" fmla="*/ 2687280 h 2726969"/>
                <a:gd name="connsiteX7" fmla="*/ 1506455 w 2141999"/>
                <a:gd name="connsiteY7" fmla="*/ 2701496 h 2726969"/>
                <a:gd name="connsiteX8" fmla="*/ 1551253 w 2141999"/>
                <a:gd name="connsiteY8" fmla="*/ 2712539 h 2726969"/>
                <a:gd name="connsiteX9" fmla="*/ 1596457 w 2141999"/>
                <a:gd name="connsiteY9" fmla="*/ 2720442 h 2726969"/>
                <a:gd name="connsiteX10" fmla="*/ 1641892 w 2141999"/>
                <a:gd name="connsiteY10" fmla="*/ 2725241 h 2726969"/>
                <a:gd name="connsiteX11" fmla="*/ 1687386 w 2141999"/>
                <a:gd name="connsiteY11" fmla="*/ 2726969 h 2726969"/>
                <a:gd name="connsiteX12" fmla="*/ 1732765 w 2141999"/>
                <a:gd name="connsiteY12" fmla="*/ 2725661 h 2726969"/>
                <a:gd name="connsiteX13" fmla="*/ 1777855 w 2141999"/>
                <a:gd name="connsiteY13" fmla="*/ 2721350 h 2726969"/>
                <a:gd name="connsiteX14" fmla="*/ 1822482 w 2141999"/>
                <a:gd name="connsiteY14" fmla="*/ 2714073 h 2726969"/>
                <a:gd name="connsiteX15" fmla="*/ 1866473 w 2141999"/>
                <a:gd name="connsiteY15" fmla="*/ 2703861 h 2726969"/>
                <a:gd name="connsiteX16" fmla="*/ 1909653 w 2141999"/>
                <a:gd name="connsiteY16" fmla="*/ 2690751 h 2726969"/>
                <a:gd name="connsiteX17" fmla="*/ 1951850 w 2141999"/>
                <a:gd name="connsiteY17" fmla="*/ 2674776 h 2726969"/>
                <a:gd name="connsiteX18" fmla="*/ 1992890 w 2141999"/>
                <a:gd name="connsiteY18" fmla="*/ 2655970 h 2726969"/>
                <a:gd name="connsiteX19" fmla="*/ 2032598 w 2141999"/>
                <a:gd name="connsiteY19" fmla="*/ 2634369 h 2726969"/>
                <a:gd name="connsiteX20" fmla="*/ 2070802 w 2141999"/>
                <a:gd name="connsiteY20" fmla="*/ 2610005 h 2726969"/>
                <a:gd name="connsiteX21" fmla="*/ 2107327 w 2141999"/>
                <a:gd name="connsiteY21" fmla="*/ 2582913 h 2726969"/>
                <a:gd name="connsiteX22" fmla="*/ 2141999 w 2141999"/>
                <a:gd name="connsiteY22" fmla="*/ 2553128 h 2726969"/>
                <a:gd name="connsiteX0" fmla="*/ 1236077 w 2107327"/>
                <a:gd name="connsiteY0" fmla="*/ 0 h 2726969"/>
                <a:gd name="connsiteX1" fmla="*/ 1231596 w 2107327"/>
                <a:gd name="connsiteY1" fmla="*/ 890 h 2726969"/>
                <a:gd name="connsiteX2" fmla="*/ 0 w 2107327"/>
                <a:gd name="connsiteY2" fmla="*/ 1788605 h 2726969"/>
                <a:gd name="connsiteX3" fmla="*/ 1334797 w 2107327"/>
                <a:gd name="connsiteY3" fmla="*/ 2625249 h 2726969"/>
                <a:gd name="connsiteX4" fmla="*/ 1376234 w 2107327"/>
                <a:gd name="connsiteY4" fmla="*/ 2649191 h 2726969"/>
                <a:gd name="connsiteX5" fmla="*/ 1418772 w 2107327"/>
                <a:gd name="connsiteY5" fmla="*/ 2669857 h 2726969"/>
                <a:gd name="connsiteX6" fmla="*/ 1462237 w 2107327"/>
                <a:gd name="connsiteY6" fmla="*/ 2687280 h 2726969"/>
                <a:gd name="connsiteX7" fmla="*/ 1506455 w 2107327"/>
                <a:gd name="connsiteY7" fmla="*/ 2701496 h 2726969"/>
                <a:gd name="connsiteX8" fmla="*/ 1551253 w 2107327"/>
                <a:gd name="connsiteY8" fmla="*/ 2712539 h 2726969"/>
                <a:gd name="connsiteX9" fmla="*/ 1596457 w 2107327"/>
                <a:gd name="connsiteY9" fmla="*/ 2720442 h 2726969"/>
                <a:gd name="connsiteX10" fmla="*/ 1641892 w 2107327"/>
                <a:gd name="connsiteY10" fmla="*/ 2725241 h 2726969"/>
                <a:gd name="connsiteX11" fmla="*/ 1687386 w 2107327"/>
                <a:gd name="connsiteY11" fmla="*/ 2726969 h 2726969"/>
                <a:gd name="connsiteX12" fmla="*/ 1732765 w 2107327"/>
                <a:gd name="connsiteY12" fmla="*/ 2725661 h 2726969"/>
                <a:gd name="connsiteX13" fmla="*/ 1777855 w 2107327"/>
                <a:gd name="connsiteY13" fmla="*/ 2721350 h 2726969"/>
                <a:gd name="connsiteX14" fmla="*/ 1822482 w 2107327"/>
                <a:gd name="connsiteY14" fmla="*/ 2714073 h 2726969"/>
                <a:gd name="connsiteX15" fmla="*/ 1866473 w 2107327"/>
                <a:gd name="connsiteY15" fmla="*/ 2703861 h 2726969"/>
                <a:gd name="connsiteX16" fmla="*/ 1909653 w 2107327"/>
                <a:gd name="connsiteY16" fmla="*/ 2690751 h 2726969"/>
                <a:gd name="connsiteX17" fmla="*/ 1951850 w 2107327"/>
                <a:gd name="connsiteY17" fmla="*/ 2674776 h 2726969"/>
                <a:gd name="connsiteX18" fmla="*/ 1992890 w 2107327"/>
                <a:gd name="connsiteY18" fmla="*/ 2655970 h 2726969"/>
                <a:gd name="connsiteX19" fmla="*/ 2032598 w 2107327"/>
                <a:gd name="connsiteY19" fmla="*/ 2634369 h 2726969"/>
                <a:gd name="connsiteX20" fmla="*/ 2070802 w 2107327"/>
                <a:gd name="connsiteY20" fmla="*/ 2610005 h 2726969"/>
                <a:gd name="connsiteX21" fmla="*/ 2107327 w 2107327"/>
                <a:gd name="connsiteY21" fmla="*/ 2582913 h 2726969"/>
                <a:gd name="connsiteX0" fmla="*/ 1236077 w 2070801"/>
                <a:gd name="connsiteY0" fmla="*/ 0 h 2726969"/>
                <a:gd name="connsiteX1" fmla="*/ 1231596 w 2070801"/>
                <a:gd name="connsiteY1" fmla="*/ 890 h 2726969"/>
                <a:gd name="connsiteX2" fmla="*/ 0 w 2070801"/>
                <a:gd name="connsiteY2" fmla="*/ 1788605 h 2726969"/>
                <a:gd name="connsiteX3" fmla="*/ 1334797 w 2070801"/>
                <a:gd name="connsiteY3" fmla="*/ 2625249 h 2726969"/>
                <a:gd name="connsiteX4" fmla="*/ 1376234 w 2070801"/>
                <a:gd name="connsiteY4" fmla="*/ 2649191 h 2726969"/>
                <a:gd name="connsiteX5" fmla="*/ 1418772 w 2070801"/>
                <a:gd name="connsiteY5" fmla="*/ 2669857 h 2726969"/>
                <a:gd name="connsiteX6" fmla="*/ 1462237 w 2070801"/>
                <a:gd name="connsiteY6" fmla="*/ 2687280 h 2726969"/>
                <a:gd name="connsiteX7" fmla="*/ 1506455 w 2070801"/>
                <a:gd name="connsiteY7" fmla="*/ 2701496 h 2726969"/>
                <a:gd name="connsiteX8" fmla="*/ 1551253 w 2070801"/>
                <a:gd name="connsiteY8" fmla="*/ 2712539 h 2726969"/>
                <a:gd name="connsiteX9" fmla="*/ 1596457 w 2070801"/>
                <a:gd name="connsiteY9" fmla="*/ 2720442 h 2726969"/>
                <a:gd name="connsiteX10" fmla="*/ 1641892 w 2070801"/>
                <a:gd name="connsiteY10" fmla="*/ 2725241 h 2726969"/>
                <a:gd name="connsiteX11" fmla="*/ 1687386 w 2070801"/>
                <a:gd name="connsiteY11" fmla="*/ 2726969 h 2726969"/>
                <a:gd name="connsiteX12" fmla="*/ 1732765 w 2070801"/>
                <a:gd name="connsiteY12" fmla="*/ 2725661 h 2726969"/>
                <a:gd name="connsiteX13" fmla="*/ 1777855 w 2070801"/>
                <a:gd name="connsiteY13" fmla="*/ 2721350 h 2726969"/>
                <a:gd name="connsiteX14" fmla="*/ 1822482 w 2070801"/>
                <a:gd name="connsiteY14" fmla="*/ 2714073 h 2726969"/>
                <a:gd name="connsiteX15" fmla="*/ 1866473 w 2070801"/>
                <a:gd name="connsiteY15" fmla="*/ 2703861 h 2726969"/>
                <a:gd name="connsiteX16" fmla="*/ 1909653 w 2070801"/>
                <a:gd name="connsiteY16" fmla="*/ 2690751 h 2726969"/>
                <a:gd name="connsiteX17" fmla="*/ 1951850 w 2070801"/>
                <a:gd name="connsiteY17" fmla="*/ 2674776 h 2726969"/>
                <a:gd name="connsiteX18" fmla="*/ 1992890 w 2070801"/>
                <a:gd name="connsiteY18" fmla="*/ 2655970 h 2726969"/>
                <a:gd name="connsiteX19" fmla="*/ 2032598 w 2070801"/>
                <a:gd name="connsiteY19" fmla="*/ 2634369 h 2726969"/>
                <a:gd name="connsiteX20" fmla="*/ 2070802 w 2070801"/>
                <a:gd name="connsiteY20" fmla="*/ 2610005 h 2726969"/>
                <a:gd name="connsiteX0" fmla="*/ 1236077 w 2032597"/>
                <a:gd name="connsiteY0" fmla="*/ 0 h 2726969"/>
                <a:gd name="connsiteX1" fmla="*/ 1231596 w 2032597"/>
                <a:gd name="connsiteY1" fmla="*/ 890 h 2726969"/>
                <a:gd name="connsiteX2" fmla="*/ 0 w 2032597"/>
                <a:gd name="connsiteY2" fmla="*/ 1788605 h 2726969"/>
                <a:gd name="connsiteX3" fmla="*/ 1334797 w 2032597"/>
                <a:gd name="connsiteY3" fmla="*/ 2625249 h 2726969"/>
                <a:gd name="connsiteX4" fmla="*/ 1376234 w 2032597"/>
                <a:gd name="connsiteY4" fmla="*/ 2649191 h 2726969"/>
                <a:gd name="connsiteX5" fmla="*/ 1418772 w 2032597"/>
                <a:gd name="connsiteY5" fmla="*/ 2669857 h 2726969"/>
                <a:gd name="connsiteX6" fmla="*/ 1462237 w 2032597"/>
                <a:gd name="connsiteY6" fmla="*/ 2687280 h 2726969"/>
                <a:gd name="connsiteX7" fmla="*/ 1506455 w 2032597"/>
                <a:gd name="connsiteY7" fmla="*/ 2701496 h 2726969"/>
                <a:gd name="connsiteX8" fmla="*/ 1551253 w 2032597"/>
                <a:gd name="connsiteY8" fmla="*/ 2712539 h 2726969"/>
                <a:gd name="connsiteX9" fmla="*/ 1596457 w 2032597"/>
                <a:gd name="connsiteY9" fmla="*/ 2720442 h 2726969"/>
                <a:gd name="connsiteX10" fmla="*/ 1641892 w 2032597"/>
                <a:gd name="connsiteY10" fmla="*/ 2725241 h 2726969"/>
                <a:gd name="connsiteX11" fmla="*/ 1687386 w 2032597"/>
                <a:gd name="connsiteY11" fmla="*/ 2726969 h 2726969"/>
                <a:gd name="connsiteX12" fmla="*/ 1732765 w 2032597"/>
                <a:gd name="connsiteY12" fmla="*/ 2725661 h 2726969"/>
                <a:gd name="connsiteX13" fmla="*/ 1777855 w 2032597"/>
                <a:gd name="connsiteY13" fmla="*/ 2721350 h 2726969"/>
                <a:gd name="connsiteX14" fmla="*/ 1822482 w 2032597"/>
                <a:gd name="connsiteY14" fmla="*/ 2714073 h 2726969"/>
                <a:gd name="connsiteX15" fmla="*/ 1866473 w 2032597"/>
                <a:gd name="connsiteY15" fmla="*/ 2703861 h 2726969"/>
                <a:gd name="connsiteX16" fmla="*/ 1909653 w 2032597"/>
                <a:gd name="connsiteY16" fmla="*/ 2690751 h 2726969"/>
                <a:gd name="connsiteX17" fmla="*/ 1951850 w 2032597"/>
                <a:gd name="connsiteY17" fmla="*/ 2674776 h 2726969"/>
                <a:gd name="connsiteX18" fmla="*/ 1992890 w 2032597"/>
                <a:gd name="connsiteY18" fmla="*/ 2655970 h 2726969"/>
                <a:gd name="connsiteX19" fmla="*/ 2032598 w 2032597"/>
                <a:gd name="connsiteY19" fmla="*/ 2634369 h 2726969"/>
                <a:gd name="connsiteX0" fmla="*/ 1236077 w 1992890"/>
                <a:gd name="connsiteY0" fmla="*/ 0 h 2726969"/>
                <a:gd name="connsiteX1" fmla="*/ 1231596 w 1992890"/>
                <a:gd name="connsiteY1" fmla="*/ 890 h 2726969"/>
                <a:gd name="connsiteX2" fmla="*/ 0 w 1992890"/>
                <a:gd name="connsiteY2" fmla="*/ 1788605 h 2726969"/>
                <a:gd name="connsiteX3" fmla="*/ 1334797 w 1992890"/>
                <a:gd name="connsiteY3" fmla="*/ 2625249 h 2726969"/>
                <a:gd name="connsiteX4" fmla="*/ 1376234 w 1992890"/>
                <a:gd name="connsiteY4" fmla="*/ 2649191 h 2726969"/>
                <a:gd name="connsiteX5" fmla="*/ 1418772 w 1992890"/>
                <a:gd name="connsiteY5" fmla="*/ 2669857 h 2726969"/>
                <a:gd name="connsiteX6" fmla="*/ 1462237 w 1992890"/>
                <a:gd name="connsiteY6" fmla="*/ 2687280 h 2726969"/>
                <a:gd name="connsiteX7" fmla="*/ 1506455 w 1992890"/>
                <a:gd name="connsiteY7" fmla="*/ 2701496 h 2726969"/>
                <a:gd name="connsiteX8" fmla="*/ 1551253 w 1992890"/>
                <a:gd name="connsiteY8" fmla="*/ 2712539 h 2726969"/>
                <a:gd name="connsiteX9" fmla="*/ 1596457 w 1992890"/>
                <a:gd name="connsiteY9" fmla="*/ 2720442 h 2726969"/>
                <a:gd name="connsiteX10" fmla="*/ 1641892 w 1992890"/>
                <a:gd name="connsiteY10" fmla="*/ 2725241 h 2726969"/>
                <a:gd name="connsiteX11" fmla="*/ 1687386 w 1992890"/>
                <a:gd name="connsiteY11" fmla="*/ 2726969 h 2726969"/>
                <a:gd name="connsiteX12" fmla="*/ 1732765 w 1992890"/>
                <a:gd name="connsiteY12" fmla="*/ 2725661 h 2726969"/>
                <a:gd name="connsiteX13" fmla="*/ 1777855 w 1992890"/>
                <a:gd name="connsiteY13" fmla="*/ 2721350 h 2726969"/>
                <a:gd name="connsiteX14" fmla="*/ 1822482 w 1992890"/>
                <a:gd name="connsiteY14" fmla="*/ 2714073 h 2726969"/>
                <a:gd name="connsiteX15" fmla="*/ 1866473 w 1992890"/>
                <a:gd name="connsiteY15" fmla="*/ 2703861 h 2726969"/>
                <a:gd name="connsiteX16" fmla="*/ 1909653 w 1992890"/>
                <a:gd name="connsiteY16" fmla="*/ 2690751 h 2726969"/>
                <a:gd name="connsiteX17" fmla="*/ 1951850 w 1992890"/>
                <a:gd name="connsiteY17" fmla="*/ 2674776 h 2726969"/>
                <a:gd name="connsiteX18" fmla="*/ 1992890 w 1992890"/>
                <a:gd name="connsiteY18" fmla="*/ 2655970 h 2726969"/>
                <a:gd name="connsiteX0" fmla="*/ 1236077 w 1951850"/>
                <a:gd name="connsiteY0" fmla="*/ 0 h 2726969"/>
                <a:gd name="connsiteX1" fmla="*/ 1231596 w 1951850"/>
                <a:gd name="connsiteY1" fmla="*/ 890 h 2726969"/>
                <a:gd name="connsiteX2" fmla="*/ 0 w 1951850"/>
                <a:gd name="connsiteY2" fmla="*/ 1788605 h 2726969"/>
                <a:gd name="connsiteX3" fmla="*/ 1334797 w 1951850"/>
                <a:gd name="connsiteY3" fmla="*/ 2625249 h 2726969"/>
                <a:gd name="connsiteX4" fmla="*/ 1376234 w 1951850"/>
                <a:gd name="connsiteY4" fmla="*/ 2649191 h 2726969"/>
                <a:gd name="connsiteX5" fmla="*/ 1418772 w 1951850"/>
                <a:gd name="connsiteY5" fmla="*/ 2669857 h 2726969"/>
                <a:gd name="connsiteX6" fmla="*/ 1462237 w 1951850"/>
                <a:gd name="connsiteY6" fmla="*/ 2687280 h 2726969"/>
                <a:gd name="connsiteX7" fmla="*/ 1506455 w 1951850"/>
                <a:gd name="connsiteY7" fmla="*/ 2701496 h 2726969"/>
                <a:gd name="connsiteX8" fmla="*/ 1551253 w 1951850"/>
                <a:gd name="connsiteY8" fmla="*/ 2712539 h 2726969"/>
                <a:gd name="connsiteX9" fmla="*/ 1596457 w 1951850"/>
                <a:gd name="connsiteY9" fmla="*/ 2720442 h 2726969"/>
                <a:gd name="connsiteX10" fmla="*/ 1641892 w 1951850"/>
                <a:gd name="connsiteY10" fmla="*/ 2725241 h 2726969"/>
                <a:gd name="connsiteX11" fmla="*/ 1687386 w 1951850"/>
                <a:gd name="connsiteY11" fmla="*/ 2726969 h 2726969"/>
                <a:gd name="connsiteX12" fmla="*/ 1732765 w 1951850"/>
                <a:gd name="connsiteY12" fmla="*/ 2725661 h 2726969"/>
                <a:gd name="connsiteX13" fmla="*/ 1777855 w 1951850"/>
                <a:gd name="connsiteY13" fmla="*/ 2721350 h 2726969"/>
                <a:gd name="connsiteX14" fmla="*/ 1822482 w 1951850"/>
                <a:gd name="connsiteY14" fmla="*/ 2714073 h 2726969"/>
                <a:gd name="connsiteX15" fmla="*/ 1866473 w 1951850"/>
                <a:gd name="connsiteY15" fmla="*/ 2703861 h 2726969"/>
                <a:gd name="connsiteX16" fmla="*/ 1909653 w 1951850"/>
                <a:gd name="connsiteY16" fmla="*/ 2690751 h 2726969"/>
                <a:gd name="connsiteX17" fmla="*/ 1951850 w 1951850"/>
                <a:gd name="connsiteY17" fmla="*/ 2674776 h 2726969"/>
                <a:gd name="connsiteX0" fmla="*/ 1236077 w 1909654"/>
                <a:gd name="connsiteY0" fmla="*/ 0 h 2726969"/>
                <a:gd name="connsiteX1" fmla="*/ 1231596 w 1909654"/>
                <a:gd name="connsiteY1" fmla="*/ 890 h 2726969"/>
                <a:gd name="connsiteX2" fmla="*/ 0 w 1909654"/>
                <a:gd name="connsiteY2" fmla="*/ 1788605 h 2726969"/>
                <a:gd name="connsiteX3" fmla="*/ 1334797 w 1909654"/>
                <a:gd name="connsiteY3" fmla="*/ 2625249 h 2726969"/>
                <a:gd name="connsiteX4" fmla="*/ 1376234 w 1909654"/>
                <a:gd name="connsiteY4" fmla="*/ 2649191 h 2726969"/>
                <a:gd name="connsiteX5" fmla="*/ 1418772 w 1909654"/>
                <a:gd name="connsiteY5" fmla="*/ 2669857 h 2726969"/>
                <a:gd name="connsiteX6" fmla="*/ 1462237 w 1909654"/>
                <a:gd name="connsiteY6" fmla="*/ 2687280 h 2726969"/>
                <a:gd name="connsiteX7" fmla="*/ 1506455 w 1909654"/>
                <a:gd name="connsiteY7" fmla="*/ 2701496 h 2726969"/>
                <a:gd name="connsiteX8" fmla="*/ 1551253 w 1909654"/>
                <a:gd name="connsiteY8" fmla="*/ 2712539 h 2726969"/>
                <a:gd name="connsiteX9" fmla="*/ 1596457 w 1909654"/>
                <a:gd name="connsiteY9" fmla="*/ 2720442 h 2726969"/>
                <a:gd name="connsiteX10" fmla="*/ 1641892 w 1909654"/>
                <a:gd name="connsiteY10" fmla="*/ 2725241 h 2726969"/>
                <a:gd name="connsiteX11" fmla="*/ 1687386 w 1909654"/>
                <a:gd name="connsiteY11" fmla="*/ 2726969 h 2726969"/>
                <a:gd name="connsiteX12" fmla="*/ 1732765 w 1909654"/>
                <a:gd name="connsiteY12" fmla="*/ 2725661 h 2726969"/>
                <a:gd name="connsiteX13" fmla="*/ 1777855 w 1909654"/>
                <a:gd name="connsiteY13" fmla="*/ 2721350 h 2726969"/>
                <a:gd name="connsiteX14" fmla="*/ 1822482 w 1909654"/>
                <a:gd name="connsiteY14" fmla="*/ 2714073 h 2726969"/>
                <a:gd name="connsiteX15" fmla="*/ 1866473 w 1909654"/>
                <a:gd name="connsiteY15" fmla="*/ 2703861 h 2726969"/>
                <a:gd name="connsiteX16" fmla="*/ 1909653 w 1909654"/>
                <a:gd name="connsiteY16" fmla="*/ 2690751 h 2726969"/>
                <a:gd name="connsiteX0" fmla="*/ 1236077 w 1866472"/>
                <a:gd name="connsiteY0" fmla="*/ 0 h 2726969"/>
                <a:gd name="connsiteX1" fmla="*/ 1231596 w 1866472"/>
                <a:gd name="connsiteY1" fmla="*/ 890 h 2726969"/>
                <a:gd name="connsiteX2" fmla="*/ 0 w 1866472"/>
                <a:gd name="connsiteY2" fmla="*/ 1788605 h 2726969"/>
                <a:gd name="connsiteX3" fmla="*/ 1334797 w 1866472"/>
                <a:gd name="connsiteY3" fmla="*/ 2625249 h 2726969"/>
                <a:gd name="connsiteX4" fmla="*/ 1376234 w 1866472"/>
                <a:gd name="connsiteY4" fmla="*/ 2649191 h 2726969"/>
                <a:gd name="connsiteX5" fmla="*/ 1418772 w 1866472"/>
                <a:gd name="connsiteY5" fmla="*/ 2669857 h 2726969"/>
                <a:gd name="connsiteX6" fmla="*/ 1462237 w 1866472"/>
                <a:gd name="connsiteY6" fmla="*/ 2687280 h 2726969"/>
                <a:gd name="connsiteX7" fmla="*/ 1506455 w 1866472"/>
                <a:gd name="connsiteY7" fmla="*/ 2701496 h 2726969"/>
                <a:gd name="connsiteX8" fmla="*/ 1551253 w 1866472"/>
                <a:gd name="connsiteY8" fmla="*/ 2712539 h 2726969"/>
                <a:gd name="connsiteX9" fmla="*/ 1596457 w 1866472"/>
                <a:gd name="connsiteY9" fmla="*/ 2720442 h 2726969"/>
                <a:gd name="connsiteX10" fmla="*/ 1641892 w 1866472"/>
                <a:gd name="connsiteY10" fmla="*/ 2725241 h 2726969"/>
                <a:gd name="connsiteX11" fmla="*/ 1687386 w 1866472"/>
                <a:gd name="connsiteY11" fmla="*/ 2726969 h 2726969"/>
                <a:gd name="connsiteX12" fmla="*/ 1732765 w 1866472"/>
                <a:gd name="connsiteY12" fmla="*/ 2725661 h 2726969"/>
                <a:gd name="connsiteX13" fmla="*/ 1777855 w 1866472"/>
                <a:gd name="connsiteY13" fmla="*/ 2721350 h 2726969"/>
                <a:gd name="connsiteX14" fmla="*/ 1822482 w 1866472"/>
                <a:gd name="connsiteY14" fmla="*/ 2714073 h 2726969"/>
                <a:gd name="connsiteX15" fmla="*/ 1866473 w 1866472"/>
                <a:gd name="connsiteY15" fmla="*/ 2703861 h 2726969"/>
                <a:gd name="connsiteX0" fmla="*/ 1236077 w 1822481"/>
                <a:gd name="connsiteY0" fmla="*/ 0 h 2726969"/>
                <a:gd name="connsiteX1" fmla="*/ 1231596 w 1822481"/>
                <a:gd name="connsiteY1" fmla="*/ 890 h 2726969"/>
                <a:gd name="connsiteX2" fmla="*/ 0 w 1822481"/>
                <a:gd name="connsiteY2" fmla="*/ 1788605 h 2726969"/>
                <a:gd name="connsiteX3" fmla="*/ 1334797 w 1822481"/>
                <a:gd name="connsiteY3" fmla="*/ 2625249 h 2726969"/>
                <a:gd name="connsiteX4" fmla="*/ 1376234 w 1822481"/>
                <a:gd name="connsiteY4" fmla="*/ 2649191 h 2726969"/>
                <a:gd name="connsiteX5" fmla="*/ 1418772 w 1822481"/>
                <a:gd name="connsiteY5" fmla="*/ 2669857 h 2726969"/>
                <a:gd name="connsiteX6" fmla="*/ 1462237 w 1822481"/>
                <a:gd name="connsiteY6" fmla="*/ 2687280 h 2726969"/>
                <a:gd name="connsiteX7" fmla="*/ 1506455 w 1822481"/>
                <a:gd name="connsiteY7" fmla="*/ 2701496 h 2726969"/>
                <a:gd name="connsiteX8" fmla="*/ 1551253 w 1822481"/>
                <a:gd name="connsiteY8" fmla="*/ 2712539 h 2726969"/>
                <a:gd name="connsiteX9" fmla="*/ 1596457 w 1822481"/>
                <a:gd name="connsiteY9" fmla="*/ 2720442 h 2726969"/>
                <a:gd name="connsiteX10" fmla="*/ 1641892 w 1822481"/>
                <a:gd name="connsiteY10" fmla="*/ 2725241 h 2726969"/>
                <a:gd name="connsiteX11" fmla="*/ 1687386 w 1822481"/>
                <a:gd name="connsiteY11" fmla="*/ 2726969 h 2726969"/>
                <a:gd name="connsiteX12" fmla="*/ 1732765 w 1822481"/>
                <a:gd name="connsiteY12" fmla="*/ 2725661 h 2726969"/>
                <a:gd name="connsiteX13" fmla="*/ 1777855 w 1822481"/>
                <a:gd name="connsiteY13" fmla="*/ 2721350 h 2726969"/>
                <a:gd name="connsiteX14" fmla="*/ 1822482 w 1822481"/>
                <a:gd name="connsiteY14" fmla="*/ 2714073 h 2726969"/>
                <a:gd name="connsiteX0" fmla="*/ 1236077 w 1777855"/>
                <a:gd name="connsiteY0" fmla="*/ 0 h 2726969"/>
                <a:gd name="connsiteX1" fmla="*/ 1231596 w 1777855"/>
                <a:gd name="connsiteY1" fmla="*/ 890 h 2726969"/>
                <a:gd name="connsiteX2" fmla="*/ 0 w 1777855"/>
                <a:gd name="connsiteY2" fmla="*/ 1788605 h 2726969"/>
                <a:gd name="connsiteX3" fmla="*/ 1334797 w 1777855"/>
                <a:gd name="connsiteY3" fmla="*/ 2625249 h 2726969"/>
                <a:gd name="connsiteX4" fmla="*/ 1376234 w 1777855"/>
                <a:gd name="connsiteY4" fmla="*/ 2649191 h 2726969"/>
                <a:gd name="connsiteX5" fmla="*/ 1418772 w 1777855"/>
                <a:gd name="connsiteY5" fmla="*/ 2669857 h 2726969"/>
                <a:gd name="connsiteX6" fmla="*/ 1462237 w 1777855"/>
                <a:gd name="connsiteY6" fmla="*/ 2687280 h 2726969"/>
                <a:gd name="connsiteX7" fmla="*/ 1506455 w 1777855"/>
                <a:gd name="connsiteY7" fmla="*/ 2701496 h 2726969"/>
                <a:gd name="connsiteX8" fmla="*/ 1551253 w 1777855"/>
                <a:gd name="connsiteY8" fmla="*/ 2712539 h 2726969"/>
                <a:gd name="connsiteX9" fmla="*/ 1596457 w 1777855"/>
                <a:gd name="connsiteY9" fmla="*/ 2720442 h 2726969"/>
                <a:gd name="connsiteX10" fmla="*/ 1641892 w 1777855"/>
                <a:gd name="connsiteY10" fmla="*/ 2725241 h 2726969"/>
                <a:gd name="connsiteX11" fmla="*/ 1687386 w 1777855"/>
                <a:gd name="connsiteY11" fmla="*/ 2726969 h 2726969"/>
                <a:gd name="connsiteX12" fmla="*/ 1732765 w 1777855"/>
                <a:gd name="connsiteY12" fmla="*/ 2725661 h 2726969"/>
                <a:gd name="connsiteX13" fmla="*/ 1777855 w 1777855"/>
                <a:gd name="connsiteY13" fmla="*/ 2721350 h 2726969"/>
                <a:gd name="connsiteX0" fmla="*/ 1236077 w 1732765"/>
                <a:gd name="connsiteY0" fmla="*/ 0 h 2726969"/>
                <a:gd name="connsiteX1" fmla="*/ 1231596 w 1732765"/>
                <a:gd name="connsiteY1" fmla="*/ 890 h 2726969"/>
                <a:gd name="connsiteX2" fmla="*/ 0 w 1732765"/>
                <a:gd name="connsiteY2" fmla="*/ 1788605 h 2726969"/>
                <a:gd name="connsiteX3" fmla="*/ 1334797 w 1732765"/>
                <a:gd name="connsiteY3" fmla="*/ 2625249 h 2726969"/>
                <a:gd name="connsiteX4" fmla="*/ 1376234 w 1732765"/>
                <a:gd name="connsiteY4" fmla="*/ 2649191 h 2726969"/>
                <a:gd name="connsiteX5" fmla="*/ 1418772 w 1732765"/>
                <a:gd name="connsiteY5" fmla="*/ 2669857 h 2726969"/>
                <a:gd name="connsiteX6" fmla="*/ 1462237 w 1732765"/>
                <a:gd name="connsiteY6" fmla="*/ 2687280 h 2726969"/>
                <a:gd name="connsiteX7" fmla="*/ 1506455 w 1732765"/>
                <a:gd name="connsiteY7" fmla="*/ 2701496 h 2726969"/>
                <a:gd name="connsiteX8" fmla="*/ 1551253 w 1732765"/>
                <a:gd name="connsiteY8" fmla="*/ 2712539 h 2726969"/>
                <a:gd name="connsiteX9" fmla="*/ 1596457 w 1732765"/>
                <a:gd name="connsiteY9" fmla="*/ 2720442 h 2726969"/>
                <a:gd name="connsiteX10" fmla="*/ 1641892 w 1732765"/>
                <a:gd name="connsiteY10" fmla="*/ 2725241 h 2726969"/>
                <a:gd name="connsiteX11" fmla="*/ 1687386 w 1732765"/>
                <a:gd name="connsiteY11" fmla="*/ 2726969 h 2726969"/>
                <a:gd name="connsiteX12" fmla="*/ 1732765 w 1732765"/>
                <a:gd name="connsiteY12" fmla="*/ 2725661 h 2726969"/>
                <a:gd name="connsiteX0" fmla="*/ 1236077 w 1687387"/>
                <a:gd name="connsiteY0" fmla="*/ 0 h 2726969"/>
                <a:gd name="connsiteX1" fmla="*/ 1231596 w 1687387"/>
                <a:gd name="connsiteY1" fmla="*/ 890 h 2726969"/>
                <a:gd name="connsiteX2" fmla="*/ 0 w 1687387"/>
                <a:gd name="connsiteY2" fmla="*/ 1788605 h 2726969"/>
                <a:gd name="connsiteX3" fmla="*/ 1334797 w 1687387"/>
                <a:gd name="connsiteY3" fmla="*/ 2625249 h 2726969"/>
                <a:gd name="connsiteX4" fmla="*/ 1376234 w 1687387"/>
                <a:gd name="connsiteY4" fmla="*/ 2649191 h 2726969"/>
                <a:gd name="connsiteX5" fmla="*/ 1418772 w 1687387"/>
                <a:gd name="connsiteY5" fmla="*/ 2669857 h 2726969"/>
                <a:gd name="connsiteX6" fmla="*/ 1462237 w 1687387"/>
                <a:gd name="connsiteY6" fmla="*/ 2687280 h 2726969"/>
                <a:gd name="connsiteX7" fmla="*/ 1506455 w 1687387"/>
                <a:gd name="connsiteY7" fmla="*/ 2701496 h 2726969"/>
                <a:gd name="connsiteX8" fmla="*/ 1551253 w 1687387"/>
                <a:gd name="connsiteY8" fmla="*/ 2712539 h 2726969"/>
                <a:gd name="connsiteX9" fmla="*/ 1596457 w 1687387"/>
                <a:gd name="connsiteY9" fmla="*/ 2720442 h 2726969"/>
                <a:gd name="connsiteX10" fmla="*/ 1641892 w 1687387"/>
                <a:gd name="connsiteY10" fmla="*/ 2725241 h 2726969"/>
                <a:gd name="connsiteX11" fmla="*/ 1687386 w 1687387"/>
                <a:gd name="connsiteY11" fmla="*/ 2726969 h 2726969"/>
                <a:gd name="connsiteX0" fmla="*/ 1236077 w 1641892"/>
                <a:gd name="connsiteY0" fmla="*/ 0 h 2725241"/>
                <a:gd name="connsiteX1" fmla="*/ 1231596 w 1641892"/>
                <a:gd name="connsiteY1" fmla="*/ 890 h 2725241"/>
                <a:gd name="connsiteX2" fmla="*/ 0 w 1641892"/>
                <a:gd name="connsiteY2" fmla="*/ 1788605 h 2725241"/>
                <a:gd name="connsiteX3" fmla="*/ 1334797 w 1641892"/>
                <a:gd name="connsiteY3" fmla="*/ 2625249 h 2725241"/>
                <a:gd name="connsiteX4" fmla="*/ 1376234 w 1641892"/>
                <a:gd name="connsiteY4" fmla="*/ 2649191 h 2725241"/>
                <a:gd name="connsiteX5" fmla="*/ 1418772 w 1641892"/>
                <a:gd name="connsiteY5" fmla="*/ 2669857 h 2725241"/>
                <a:gd name="connsiteX6" fmla="*/ 1462237 w 1641892"/>
                <a:gd name="connsiteY6" fmla="*/ 2687280 h 2725241"/>
                <a:gd name="connsiteX7" fmla="*/ 1506455 w 1641892"/>
                <a:gd name="connsiteY7" fmla="*/ 2701496 h 2725241"/>
                <a:gd name="connsiteX8" fmla="*/ 1551253 w 1641892"/>
                <a:gd name="connsiteY8" fmla="*/ 2712539 h 2725241"/>
                <a:gd name="connsiteX9" fmla="*/ 1596457 w 1641892"/>
                <a:gd name="connsiteY9" fmla="*/ 2720442 h 2725241"/>
                <a:gd name="connsiteX10" fmla="*/ 1641892 w 1641892"/>
                <a:gd name="connsiteY10" fmla="*/ 2725241 h 2725241"/>
                <a:gd name="connsiteX0" fmla="*/ 1236077 w 1596457"/>
                <a:gd name="connsiteY0" fmla="*/ 0 h 2720441"/>
                <a:gd name="connsiteX1" fmla="*/ 1231596 w 1596457"/>
                <a:gd name="connsiteY1" fmla="*/ 890 h 2720441"/>
                <a:gd name="connsiteX2" fmla="*/ 0 w 1596457"/>
                <a:gd name="connsiteY2" fmla="*/ 1788605 h 2720441"/>
                <a:gd name="connsiteX3" fmla="*/ 1334797 w 1596457"/>
                <a:gd name="connsiteY3" fmla="*/ 2625249 h 2720441"/>
                <a:gd name="connsiteX4" fmla="*/ 1376234 w 1596457"/>
                <a:gd name="connsiteY4" fmla="*/ 2649191 h 2720441"/>
                <a:gd name="connsiteX5" fmla="*/ 1418772 w 1596457"/>
                <a:gd name="connsiteY5" fmla="*/ 2669857 h 2720441"/>
                <a:gd name="connsiteX6" fmla="*/ 1462237 w 1596457"/>
                <a:gd name="connsiteY6" fmla="*/ 2687280 h 2720441"/>
                <a:gd name="connsiteX7" fmla="*/ 1506455 w 1596457"/>
                <a:gd name="connsiteY7" fmla="*/ 2701496 h 2720441"/>
                <a:gd name="connsiteX8" fmla="*/ 1551253 w 1596457"/>
                <a:gd name="connsiteY8" fmla="*/ 2712539 h 2720441"/>
                <a:gd name="connsiteX9" fmla="*/ 1596457 w 1596457"/>
                <a:gd name="connsiteY9" fmla="*/ 2720442 h 2720441"/>
                <a:gd name="connsiteX0" fmla="*/ 1236077 w 1551253"/>
                <a:gd name="connsiteY0" fmla="*/ 0 h 2712539"/>
                <a:gd name="connsiteX1" fmla="*/ 1231596 w 1551253"/>
                <a:gd name="connsiteY1" fmla="*/ 890 h 2712539"/>
                <a:gd name="connsiteX2" fmla="*/ 0 w 1551253"/>
                <a:gd name="connsiteY2" fmla="*/ 1788605 h 2712539"/>
                <a:gd name="connsiteX3" fmla="*/ 1334797 w 1551253"/>
                <a:gd name="connsiteY3" fmla="*/ 2625249 h 2712539"/>
                <a:gd name="connsiteX4" fmla="*/ 1376234 w 1551253"/>
                <a:gd name="connsiteY4" fmla="*/ 2649191 h 2712539"/>
                <a:gd name="connsiteX5" fmla="*/ 1418772 w 1551253"/>
                <a:gd name="connsiteY5" fmla="*/ 2669857 h 2712539"/>
                <a:gd name="connsiteX6" fmla="*/ 1462237 w 1551253"/>
                <a:gd name="connsiteY6" fmla="*/ 2687280 h 2712539"/>
                <a:gd name="connsiteX7" fmla="*/ 1506455 w 1551253"/>
                <a:gd name="connsiteY7" fmla="*/ 2701496 h 2712539"/>
                <a:gd name="connsiteX8" fmla="*/ 1551253 w 1551253"/>
                <a:gd name="connsiteY8" fmla="*/ 2712539 h 2712539"/>
                <a:gd name="connsiteX0" fmla="*/ 1236077 w 1506455"/>
                <a:gd name="connsiteY0" fmla="*/ 0 h 2701497"/>
                <a:gd name="connsiteX1" fmla="*/ 1231596 w 1506455"/>
                <a:gd name="connsiteY1" fmla="*/ 890 h 2701497"/>
                <a:gd name="connsiteX2" fmla="*/ 0 w 1506455"/>
                <a:gd name="connsiteY2" fmla="*/ 1788605 h 2701497"/>
                <a:gd name="connsiteX3" fmla="*/ 1334797 w 1506455"/>
                <a:gd name="connsiteY3" fmla="*/ 2625249 h 2701497"/>
                <a:gd name="connsiteX4" fmla="*/ 1376234 w 1506455"/>
                <a:gd name="connsiteY4" fmla="*/ 2649191 h 2701497"/>
                <a:gd name="connsiteX5" fmla="*/ 1418772 w 1506455"/>
                <a:gd name="connsiteY5" fmla="*/ 2669857 h 2701497"/>
                <a:gd name="connsiteX6" fmla="*/ 1462237 w 1506455"/>
                <a:gd name="connsiteY6" fmla="*/ 2687280 h 2701497"/>
                <a:gd name="connsiteX7" fmla="*/ 1506455 w 1506455"/>
                <a:gd name="connsiteY7" fmla="*/ 2701496 h 2701497"/>
                <a:gd name="connsiteX0" fmla="*/ 1236077 w 1462238"/>
                <a:gd name="connsiteY0" fmla="*/ 0 h 2687280"/>
                <a:gd name="connsiteX1" fmla="*/ 1231596 w 1462238"/>
                <a:gd name="connsiteY1" fmla="*/ 890 h 2687280"/>
                <a:gd name="connsiteX2" fmla="*/ 0 w 1462238"/>
                <a:gd name="connsiteY2" fmla="*/ 1788605 h 2687280"/>
                <a:gd name="connsiteX3" fmla="*/ 1334797 w 1462238"/>
                <a:gd name="connsiteY3" fmla="*/ 2625249 h 2687280"/>
                <a:gd name="connsiteX4" fmla="*/ 1376234 w 1462238"/>
                <a:gd name="connsiteY4" fmla="*/ 2649191 h 2687280"/>
                <a:gd name="connsiteX5" fmla="*/ 1418772 w 1462238"/>
                <a:gd name="connsiteY5" fmla="*/ 2669857 h 2687280"/>
                <a:gd name="connsiteX6" fmla="*/ 1462237 w 1462238"/>
                <a:gd name="connsiteY6" fmla="*/ 2687280 h 2687280"/>
                <a:gd name="connsiteX0" fmla="*/ 1236077 w 1418773"/>
                <a:gd name="connsiteY0" fmla="*/ 0 h 2669857"/>
                <a:gd name="connsiteX1" fmla="*/ 1231596 w 1418773"/>
                <a:gd name="connsiteY1" fmla="*/ 890 h 2669857"/>
                <a:gd name="connsiteX2" fmla="*/ 0 w 1418773"/>
                <a:gd name="connsiteY2" fmla="*/ 1788605 h 2669857"/>
                <a:gd name="connsiteX3" fmla="*/ 1334797 w 1418773"/>
                <a:gd name="connsiteY3" fmla="*/ 2625249 h 2669857"/>
                <a:gd name="connsiteX4" fmla="*/ 1376234 w 1418773"/>
                <a:gd name="connsiteY4" fmla="*/ 2649191 h 2669857"/>
                <a:gd name="connsiteX5" fmla="*/ 1418772 w 1418773"/>
                <a:gd name="connsiteY5" fmla="*/ 2669857 h 2669857"/>
                <a:gd name="connsiteX0" fmla="*/ 1236077 w 1376233"/>
                <a:gd name="connsiteY0" fmla="*/ 0 h 2649191"/>
                <a:gd name="connsiteX1" fmla="*/ 1231596 w 1376233"/>
                <a:gd name="connsiteY1" fmla="*/ 890 h 2649191"/>
                <a:gd name="connsiteX2" fmla="*/ 0 w 1376233"/>
                <a:gd name="connsiteY2" fmla="*/ 1788605 h 2649191"/>
                <a:gd name="connsiteX3" fmla="*/ 1334797 w 1376233"/>
                <a:gd name="connsiteY3" fmla="*/ 2625249 h 2649191"/>
                <a:gd name="connsiteX4" fmla="*/ 1376234 w 1376233"/>
                <a:gd name="connsiteY4" fmla="*/ 2649191 h 2649191"/>
                <a:gd name="connsiteX0" fmla="*/ 1236077 w 1334797"/>
                <a:gd name="connsiteY0" fmla="*/ 0 h 2625249"/>
                <a:gd name="connsiteX1" fmla="*/ 1231596 w 1334797"/>
                <a:gd name="connsiteY1" fmla="*/ 890 h 2625249"/>
                <a:gd name="connsiteX2" fmla="*/ 0 w 1334797"/>
                <a:gd name="connsiteY2" fmla="*/ 1788605 h 2625249"/>
                <a:gd name="connsiteX3" fmla="*/ 1334797 w 1334797"/>
                <a:gd name="connsiteY3" fmla="*/ 2625249 h 2625249"/>
                <a:gd name="connsiteX0" fmla="*/ 1236077 w 1236077"/>
                <a:gd name="connsiteY0" fmla="*/ 0 h 1788605"/>
                <a:gd name="connsiteX1" fmla="*/ 1231596 w 1236077"/>
                <a:gd name="connsiteY1" fmla="*/ 890 h 1788605"/>
                <a:gd name="connsiteX2" fmla="*/ 0 w 1236077"/>
                <a:gd name="connsiteY2" fmla="*/ 1788605 h 1788605"/>
                <a:gd name="connsiteX0" fmla="*/ 1236077 w 1236077"/>
                <a:gd name="connsiteY0" fmla="*/ 0 h 1788605"/>
                <a:gd name="connsiteX1" fmla="*/ 0 w 1236077"/>
                <a:gd name="connsiteY1" fmla="*/ 1788605 h 1788605"/>
              </a:gdLst>
              <a:ahLst/>
              <a:cxnLst>
                <a:cxn ang="0">
                  <a:pos x="connsiteX0" y="connsiteY0"/>
                </a:cxn>
                <a:cxn ang="0">
                  <a:pos x="connsiteX1" y="connsiteY1"/>
                </a:cxn>
              </a:cxnLst>
              <a:rect l="l" t="t" r="r" b="b"/>
              <a:pathLst>
                <a:path w="1236077" h="1788605">
                  <a:moveTo>
                    <a:pt x="1236077" y="0"/>
                  </a:moveTo>
                  <a:lnTo>
                    <a:pt x="0" y="1788605"/>
                  </a:lnTo>
                </a:path>
              </a:pathLst>
            </a:custGeom>
            <a:solidFill>
              <a:srgbClr val="FAAF34"/>
            </a:solidFill>
            <a:ln w="22225" cap="rnd">
              <a:solidFill>
                <a:schemeClr val="tx1">
                  <a:lumMod val="50000"/>
                  <a:lumOff val="50000"/>
                </a:schemeClr>
              </a:solidFill>
            </a:ln>
          </p:spPr>
          <p:txBody>
            <a:bodyPr wrap="square" lIns="0" tIns="0" rIns="0" bIns="0" rtlCol="0"/>
            <a:lstStyle/>
            <a:p>
              <a:endParaRPr sz="372"/>
            </a:p>
          </p:txBody>
        </p:sp>
        <p:sp>
          <p:nvSpPr>
            <p:cNvPr id="10" name="object 19">
              <a:extLst>
                <a:ext uri="{FF2B5EF4-FFF2-40B4-BE49-F238E27FC236}">
                  <a16:creationId xmlns:a16="http://schemas.microsoft.com/office/drawing/2014/main" id="{0B01F2F7-DD26-ED43-2BF1-03CFFB72D066}"/>
                </a:ext>
              </a:extLst>
            </p:cNvPr>
            <p:cNvSpPr/>
            <p:nvPr/>
          </p:nvSpPr>
          <p:spPr>
            <a:xfrm>
              <a:off x="7098995" y="1279408"/>
              <a:ext cx="708222" cy="1024794"/>
            </a:xfrm>
            <a:custGeom>
              <a:avLst/>
              <a:gdLst>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27" fmla="*/ 1437132 w 3110302"/>
                <a:gd name="connsiteY27" fmla="*/ 201055 h 2726969"/>
                <a:gd name="connsiteX0" fmla="*/ 1236077 w 3110302"/>
                <a:gd name="connsiteY0" fmla="*/ 0 h 2726969"/>
                <a:gd name="connsiteX1" fmla="*/ 1231596 w 3110302"/>
                <a:gd name="connsiteY1" fmla="*/ 890 h 2726969"/>
                <a:gd name="connsiteX2" fmla="*/ 0 w 3110302"/>
                <a:gd name="connsiteY2" fmla="*/ 1788605 h 2726969"/>
                <a:gd name="connsiteX3" fmla="*/ 1334797 w 3110302"/>
                <a:gd name="connsiteY3" fmla="*/ 2625249 h 2726969"/>
                <a:gd name="connsiteX4" fmla="*/ 1376234 w 3110302"/>
                <a:gd name="connsiteY4" fmla="*/ 2649191 h 2726969"/>
                <a:gd name="connsiteX5" fmla="*/ 1418772 w 3110302"/>
                <a:gd name="connsiteY5" fmla="*/ 2669857 h 2726969"/>
                <a:gd name="connsiteX6" fmla="*/ 1462237 w 3110302"/>
                <a:gd name="connsiteY6" fmla="*/ 2687280 h 2726969"/>
                <a:gd name="connsiteX7" fmla="*/ 1506455 w 3110302"/>
                <a:gd name="connsiteY7" fmla="*/ 2701496 h 2726969"/>
                <a:gd name="connsiteX8" fmla="*/ 1551253 w 3110302"/>
                <a:gd name="connsiteY8" fmla="*/ 2712539 h 2726969"/>
                <a:gd name="connsiteX9" fmla="*/ 1596457 w 3110302"/>
                <a:gd name="connsiteY9" fmla="*/ 2720442 h 2726969"/>
                <a:gd name="connsiteX10" fmla="*/ 1641892 w 3110302"/>
                <a:gd name="connsiteY10" fmla="*/ 2725241 h 2726969"/>
                <a:gd name="connsiteX11" fmla="*/ 1687386 w 3110302"/>
                <a:gd name="connsiteY11" fmla="*/ 2726969 h 2726969"/>
                <a:gd name="connsiteX12" fmla="*/ 1732765 w 3110302"/>
                <a:gd name="connsiteY12" fmla="*/ 2725661 h 2726969"/>
                <a:gd name="connsiteX13" fmla="*/ 1777855 w 3110302"/>
                <a:gd name="connsiteY13" fmla="*/ 2721350 h 2726969"/>
                <a:gd name="connsiteX14" fmla="*/ 1822482 w 3110302"/>
                <a:gd name="connsiteY14" fmla="*/ 2714073 h 2726969"/>
                <a:gd name="connsiteX15" fmla="*/ 1866473 w 3110302"/>
                <a:gd name="connsiteY15" fmla="*/ 2703861 h 2726969"/>
                <a:gd name="connsiteX16" fmla="*/ 1909653 w 3110302"/>
                <a:gd name="connsiteY16" fmla="*/ 2690751 h 2726969"/>
                <a:gd name="connsiteX17" fmla="*/ 1951850 w 3110302"/>
                <a:gd name="connsiteY17" fmla="*/ 2674776 h 2726969"/>
                <a:gd name="connsiteX18" fmla="*/ 1992890 w 3110302"/>
                <a:gd name="connsiteY18" fmla="*/ 2655970 h 2726969"/>
                <a:gd name="connsiteX19" fmla="*/ 2032598 w 3110302"/>
                <a:gd name="connsiteY19" fmla="*/ 2634369 h 2726969"/>
                <a:gd name="connsiteX20" fmla="*/ 2070802 w 3110302"/>
                <a:gd name="connsiteY20" fmla="*/ 2610005 h 2726969"/>
                <a:gd name="connsiteX21" fmla="*/ 2107327 w 3110302"/>
                <a:gd name="connsiteY21" fmla="*/ 2582913 h 2726969"/>
                <a:gd name="connsiteX22" fmla="*/ 2141999 w 3110302"/>
                <a:gd name="connsiteY22" fmla="*/ 2553128 h 2726969"/>
                <a:gd name="connsiteX23" fmla="*/ 2174646 w 3110302"/>
                <a:gd name="connsiteY23" fmla="*/ 2520684 h 2726969"/>
                <a:gd name="connsiteX24" fmla="*/ 2205093 w 3110302"/>
                <a:gd name="connsiteY24" fmla="*/ 2485616 h 2726969"/>
                <a:gd name="connsiteX25" fmla="*/ 2233167 w 3110302"/>
                <a:gd name="connsiteY25" fmla="*/ 2447956 h 2726969"/>
                <a:gd name="connsiteX26" fmla="*/ 3110303 w 3110302"/>
                <a:gd name="connsiteY26" fmla="*/ 1174760 h 2726969"/>
                <a:gd name="connsiteX0" fmla="*/ 1236077 w 2233166"/>
                <a:gd name="connsiteY0" fmla="*/ 0 h 2726969"/>
                <a:gd name="connsiteX1" fmla="*/ 1231596 w 2233166"/>
                <a:gd name="connsiteY1" fmla="*/ 890 h 2726969"/>
                <a:gd name="connsiteX2" fmla="*/ 0 w 2233166"/>
                <a:gd name="connsiteY2" fmla="*/ 1788605 h 2726969"/>
                <a:gd name="connsiteX3" fmla="*/ 1334797 w 2233166"/>
                <a:gd name="connsiteY3" fmla="*/ 2625249 h 2726969"/>
                <a:gd name="connsiteX4" fmla="*/ 1376234 w 2233166"/>
                <a:gd name="connsiteY4" fmla="*/ 2649191 h 2726969"/>
                <a:gd name="connsiteX5" fmla="*/ 1418772 w 2233166"/>
                <a:gd name="connsiteY5" fmla="*/ 2669857 h 2726969"/>
                <a:gd name="connsiteX6" fmla="*/ 1462237 w 2233166"/>
                <a:gd name="connsiteY6" fmla="*/ 2687280 h 2726969"/>
                <a:gd name="connsiteX7" fmla="*/ 1506455 w 2233166"/>
                <a:gd name="connsiteY7" fmla="*/ 2701496 h 2726969"/>
                <a:gd name="connsiteX8" fmla="*/ 1551253 w 2233166"/>
                <a:gd name="connsiteY8" fmla="*/ 2712539 h 2726969"/>
                <a:gd name="connsiteX9" fmla="*/ 1596457 w 2233166"/>
                <a:gd name="connsiteY9" fmla="*/ 2720442 h 2726969"/>
                <a:gd name="connsiteX10" fmla="*/ 1641892 w 2233166"/>
                <a:gd name="connsiteY10" fmla="*/ 2725241 h 2726969"/>
                <a:gd name="connsiteX11" fmla="*/ 1687386 w 2233166"/>
                <a:gd name="connsiteY11" fmla="*/ 2726969 h 2726969"/>
                <a:gd name="connsiteX12" fmla="*/ 1732765 w 2233166"/>
                <a:gd name="connsiteY12" fmla="*/ 2725661 h 2726969"/>
                <a:gd name="connsiteX13" fmla="*/ 1777855 w 2233166"/>
                <a:gd name="connsiteY13" fmla="*/ 2721350 h 2726969"/>
                <a:gd name="connsiteX14" fmla="*/ 1822482 w 2233166"/>
                <a:gd name="connsiteY14" fmla="*/ 2714073 h 2726969"/>
                <a:gd name="connsiteX15" fmla="*/ 1866473 w 2233166"/>
                <a:gd name="connsiteY15" fmla="*/ 2703861 h 2726969"/>
                <a:gd name="connsiteX16" fmla="*/ 1909653 w 2233166"/>
                <a:gd name="connsiteY16" fmla="*/ 2690751 h 2726969"/>
                <a:gd name="connsiteX17" fmla="*/ 1951850 w 2233166"/>
                <a:gd name="connsiteY17" fmla="*/ 2674776 h 2726969"/>
                <a:gd name="connsiteX18" fmla="*/ 1992890 w 2233166"/>
                <a:gd name="connsiteY18" fmla="*/ 2655970 h 2726969"/>
                <a:gd name="connsiteX19" fmla="*/ 2032598 w 2233166"/>
                <a:gd name="connsiteY19" fmla="*/ 2634369 h 2726969"/>
                <a:gd name="connsiteX20" fmla="*/ 2070802 w 2233166"/>
                <a:gd name="connsiteY20" fmla="*/ 2610005 h 2726969"/>
                <a:gd name="connsiteX21" fmla="*/ 2107327 w 2233166"/>
                <a:gd name="connsiteY21" fmla="*/ 2582913 h 2726969"/>
                <a:gd name="connsiteX22" fmla="*/ 2141999 w 2233166"/>
                <a:gd name="connsiteY22" fmla="*/ 2553128 h 2726969"/>
                <a:gd name="connsiteX23" fmla="*/ 2174646 w 2233166"/>
                <a:gd name="connsiteY23" fmla="*/ 2520684 h 2726969"/>
                <a:gd name="connsiteX24" fmla="*/ 2205093 w 2233166"/>
                <a:gd name="connsiteY24" fmla="*/ 2485616 h 2726969"/>
                <a:gd name="connsiteX25" fmla="*/ 2233167 w 2233166"/>
                <a:gd name="connsiteY25" fmla="*/ 2447956 h 2726969"/>
                <a:gd name="connsiteX0" fmla="*/ 1236077 w 2205092"/>
                <a:gd name="connsiteY0" fmla="*/ 0 h 2726969"/>
                <a:gd name="connsiteX1" fmla="*/ 1231596 w 2205092"/>
                <a:gd name="connsiteY1" fmla="*/ 890 h 2726969"/>
                <a:gd name="connsiteX2" fmla="*/ 0 w 2205092"/>
                <a:gd name="connsiteY2" fmla="*/ 1788605 h 2726969"/>
                <a:gd name="connsiteX3" fmla="*/ 1334797 w 2205092"/>
                <a:gd name="connsiteY3" fmla="*/ 2625249 h 2726969"/>
                <a:gd name="connsiteX4" fmla="*/ 1376234 w 2205092"/>
                <a:gd name="connsiteY4" fmla="*/ 2649191 h 2726969"/>
                <a:gd name="connsiteX5" fmla="*/ 1418772 w 2205092"/>
                <a:gd name="connsiteY5" fmla="*/ 2669857 h 2726969"/>
                <a:gd name="connsiteX6" fmla="*/ 1462237 w 2205092"/>
                <a:gd name="connsiteY6" fmla="*/ 2687280 h 2726969"/>
                <a:gd name="connsiteX7" fmla="*/ 1506455 w 2205092"/>
                <a:gd name="connsiteY7" fmla="*/ 2701496 h 2726969"/>
                <a:gd name="connsiteX8" fmla="*/ 1551253 w 2205092"/>
                <a:gd name="connsiteY8" fmla="*/ 2712539 h 2726969"/>
                <a:gd name="connsiteX9" fmla="*/ 1596457 w 2205092"/>
                <a:gd name="connsiteY9" fmla="*/ 2720442 h 2726969"/>
                <a:gd name="connsiteX10" fmla="*/ 1641892 w 2205092"/>
                <a:gd name="connsiteY10" fmla="*/ 2725241 h 2726969"/>
                <a:gd name="connsiteX11" fmla="*/ 1687386 w 2205092"/>
                <a:gd name="connsiteY11" fmla="*/ 2726969 h 2726969"/>
                <a:gd name="connsiteX12" fmla="*/ 1732765 w 2205092"/>
                <a:gd name="connsiteY12" fmla="*/ 2725661 h 2726969"/>
                <a:gd name="connsiteX13" fmla="*/ 1777855 w 2205092"/>
                <a:gd name="connsiteY13" fmla="*/ 2721350 h 2726969"/>
                <a:gd name="connsiteX14" fmla="*/ 1822482 w 2205092"/>
                <a:gd name="connsiteY14" fmla="*/ 2714073 h 2726969"/>
                <a:gd name="connsiteX15" fmla="*/ 1866473 w 2205092"/>
                <a:gd name="connsiteY15" fmla="*/ 2703861 h 2726969"/>
                <a:gd name="connsiteX16" fmla="*/ 1909653 w 2205092"/>
                <a:gd name="connsiteY16" fmla="*/ 2690751 h 2726969"/>
                <a:gd name="connsiteX17" fmla="*/ 1951850 w 2205092"/>
                <a:gd name="connsiteY17" fmla="*/ 2674776 h 2726969"/>
                <a:gd name="connsiteX18" fmla="*/ 1992890 w 2205092"/>
                <a:gd name="connsiteY18" fmla="*/ 2655970 h 2726969"/>
                <a:gd name="connsiteX19" fmla="*/ 2032598 w 2205092"/>
                <a:gd name="connsiteY19" fmla="*/ 2634369 h 2726969"/>
                <a:gd name="connsiteX20" fmla="*/ 2070802 w 2205092"/>
                <a:gd name="connsiteY20" fmla="*/ 2610005 h 2726969"/>
                <a:gd name="connsiteX21" fmla="*/ 2107327 w 2205092"/>
                <a:gd name="connsiteY21" fmla="*/ 2582913 h 2726969"/>
                <a:gd name="connsiteX22" fmla="*/ 2141999 w 2205092"/>
                <a:gd name="connsiteY22" fmla="*/ 2553128 h 2726969"/>
                <a:gd name="connsiteX23" fmla="*/ 2174646 w 2205092"/>
                <a:gd name="connsiteY23" fmla="*/ 2520684 h 2726969"/>
                <a:gd name="connsiteX24" fmla="*/ 2205093 w 2205092"/>
                <a:gd name="connsiteY24" fmla="*/ 2485616 h 2726969"/>
                <a:gd name="connsiteX0" fmla="*/ 1236077 w 2174646"/>
                <a:gd name="connsiteY0" fmla="*/ 0 h 2726969"/>
                <a:gd name="connsiteX1" fmla="*/ 1231596 w 2174646"/>
                <a:gd name="connsiteY1" fmla="*/ 890 h 2726969"/>
                <a:gd name="connsiteX2" fmla="*/ 0 w 2174646"/>
                <a:gd name="connsiteY2" fmla="*/ 1788605 h 2726969"/>
                <a:gd name="connsiteX3" fmla="*/ 1334797 w 2174646"/>
                <a:gd name="connsiteY3" fmla="*/ 2625249 h 2726969"/>
                <a:gd name="connsiteX4" fmla="*/ 1376234 w 2174646"/>
                <a:gd name="connsiteY4" fmla="*/ 2649191 h 2726969"/>
                <a:gd name="connsiteX5" fmla="*/ 1418772 w 2174646"/>
                <a:gd name="connsiteY5" fmla="*/ 2669857 h 2726969"/>
                <a:gd name="connsiteX6" fmla="*/ 1462237 w 2174646"/>
                <a:gd name="connsiteY6" fmla="*/ 2687280 h 2726969"/>
                <a:gd name="connsiteX7" fmla="*/ 1506455 w 2174646"/>
                <a:gd name="connsiteY7" fmla="*/ 2701496 h 2726969"/>
                <a:gd name="connsiteX8" fmla="*/ 1551253 w 2174646"/>
                <a:gd name="connsiteY8" fmla="*/ 2712539 h 2726969"/>
                <a:gd name="connsiteX9" fmla="*/ 1596457 w 2174646"/>
                <a:gd name="connsiteY9" fmla="*/ 2720442 h 2726969"/>
                <a:gd name="connsiteX10" fmla="*/ 1641892 w 2174646"/>
                <a:gd name="connsiteY10" fmla="*/ 2725241 h 2726969"/>
                <a:gd name="connsiteX11" fmla="*/ 1687386 w 2174646"/>
                <a:gd name="connsiteY11" fmla="*/ 2726969 h 2726969"/>
                <a:gd name="connsiteX12" fmla="*/ 1732765 w 2174646"/>
                <a:gd name="connsiteY12" fmla="*/ 2725661 h 2726969"/>
                <a:gd name="connsiteX13" fmla="*/ 1777855 w 2174646"/>
                <a:gd name="connsiteY13" fmla="*/ 2721350 h 2726969"/>
                <a:gd name="connsiteX14" fmla="*/ 1822482 w 2174646"/>
                <a:gd name="connsiteY14" fmla="*/ 2714073 h 2726969"/>
                <a:gd name="connsiteX15" fmla="*/ 1866473 w 2174646"/>
                <a:gd name="connsiteY15" fmla="*/ 2703861 h 2726969"/>
                <a:gd name="connsiteX16" fmla="*/ 1909653 w 2174646"/>
                <a:gd name="connsiteY16" fmla="*/ 2690751 h 2726969"/>
                <a:gd name="connsiteX17" fmla="*/ 1951850 w 2174646"/>
                <a:gd name="connsiteY17" fmla="*/ 2674776 h 2726969"/>
                <a:gd name="connsiteX18" fmla="*/ 1992890 w 2174646"/>
                <a:gd name="connsiteY18" fmla="*/ 2655970 h 2726969"/>
                <a:gd name="connsiteX19" fmla="*/ 2032598 w 2174646"/>
                <a:gd name="connsiteY19" fmla="*/ 2634369 h 2726969"/>
                <a:gd name="connsiteX20" fmla="*/ 2070802 w 2174646"/>
                <a:gd name="connsiteY20" fmla="*/ 2610005 h 2726969"/>
                <a:gd name="connsiteX21" fmla="*/ 2107327 w 2174646"/>
                <a:gd name="connsiteY21" fmla="*/ 2582913 h 2726969"/>
                <a:gd name="connsiteX22" fmla="*/ 2141999 w 2174646"/>
                <a:gd name="connsiteY22" fmla="*/ 2553128 h 2726969"/>
                <a:gd name="connsiteX23" fmla="*/ 2174646 w 2174646"/>
                <a:gd name="connsiteY23" fmla="*/ 2520684 h 2726969"/>
                <a:gd name="connsiteX0" fmla="*/ 1236077 w 2141999"/>
                <a:gd name="connsiteY0" fmla="*/ 0 h 2726969"/>
                <a:gd name="connsiteX1" fmla="*/ 1231596 w 2141999"/>
                <a:gd name="connsiteY1" fmla="*/ 890 h 2726969"/>
                <a:gd name="connsiteX2" fmla="*/ 0 w 2141999"/>
                <a:gd name="connsiteY2" fmla="*/ 1788605 h 2726969"/>
                <a:gd name="connsiteX3" fmla="*/ 1334797 w 2141999"/>
                <a:gd name="connsiteY3" fmla="*/ 2625249 h 2726969"/>
                <a:gd name="connsiteX4" fmla="*/ 1376234 w 2141999"/>
                <a:gd name="connsiteY4" fmla="*/ 2649191 h 2726969"/>
                <a:gd name="connsiteX5" fmla="*/ 1418772 w 2141999"/>
                <a:gd name="connsiteY5" fmla="*/ 2669857 h 2726969"/>
                <a:gd name="connsiteX6" fmla="*/ 1462237 w 2141999"/>
                <a:gd name="connsiteY6" fmla="*/ 2687280 h 2726969"/>
                <a:gd name="connsiteX7" fmla="*/ 1506455 w 2141999"/>
                <a:gd name="connsiteY7" fmla="*/ 2701496 h 2726969"/>
                <a:gd name="connsiteX8" fmla="*/ 1551253 w 2141999"/>
                <a:gd name="connsiteY8" fmla="*/ 2712539 h 2726969"/>
                <a:gd name="connsiteX9" fmla="*/ 1596457 w 2141999"/>
                <a:gd name="connsiteY9" fmla="*/ 2720442 h 2726969"/>
                <a:gd name="connsiteX10" fmla="*/ 1641892 w 2141999"/>
                <a:gd name="connsiteY10" fmla="*/ 2725241 h 2726969"/>
                <a:gd name="connsiteX11" fmla="*/ 1687386 w 2141999"/>
                <a:gd name="connsiteY11" fmla="*/ 2726969 h 2726969"/>
                <a:gd name="connsiteX12" fmla="*/ 1732765 w 2141999"/>
                <a:gd name="connsiteY12" fmla="*/ 2725661 h 2726969"/>
                <a:gd name="connsiteX13" fmla="*/ 1777855 w 2141999"/>
                <a:gd name="connsiteY13" fmla="*/ 2721350 h 2726969"/>
                <a:gd name="connsiteX14" fmla="*/ 1822482 w 2141999"/>
                <a:gd name="connsiteY14" fmla="*/ 2714073 h 2726969"/>
                <a:gd name="connsiteX15" fmla="*/ 1866473 w 2141999"/>
                <a:gd name="connsiteY15" fmla="*/ 2703861 h 2726969"/>
                <a:gd name="connsiteX16" fmla="*/ 1909653 w 2141999"/>
                <a:gd name="connsiteY16" fmla="*/ 2690751 h 2726969"/>
                <a:gd name="connsiteX17" fmla="*/ 1951850 w 2141999"/>
                <a:gd name="connsiteY17" fmla="*/ 2674776 h 2726969"/>
                <a:gd name="connsiteX18" fmla="*/ 1992890 w 2141999"/>
                <a:gd name="connsiteY18" fmla="*/ 2655970 h 2726969"/>
                <a:gd name="connsiteX19" fmla="*/ 2032598 w 2141999"/>
                <a:gd name="connsiteY19" fmla="*/ 2634369 h 2726969"/>
                <a:gd name="connsiteX20" fmla="*/ 2070802 w 2141999"/>
                <a:gd name="connsiteY20" fmla="*/ 2610005 h 2726969"/>
                <a:gd name="connsiteX21" fmla="*/ 2107327 w 2141999"/>
                <a:gd name="connsiteY21" fmla="*/ 2582913 h 2726969"/>
                <a:gd name="connsiteX22" fmla="*/ 2141999 w 2141999"/>
                <a:gd name="connsiteY22" fmla="*/ 2553128 h 2726969"/>
                <a:gd name="connsiteX0" fmla="*/ 1236077 w 2107327"/>
                <a:gd name="connsiteY0" fmla="*/ 0 h 2726969"/>
                <a:gd name="connsiteX1" fmla="*/ 1231596 w 2107327"/>
                <a:gd name="connsiteY1" fmla="*/ 890 h 2726969"/>
                <a:gd name="connsiteX2" fmla="*/ 0 w 2107327"/>
                <a:gd name="connsiteY2" fmla="*/ 1788605 h 2726969"/>
                <a:gd name="connsiteX3" fmla="*/ 1334797 w 2107327"/>
                <a:gd name="connsiteY3" fmla="*/ 2625249 h 2726969"/>
                <a:gd name="connsiteX4" fmla="*/ 1376234 w 2107327"/>
                <a:gd name="connsiteY4" fmla="*/ 2649191 h 2726969"/>
                <a:gd name="connsiteX5" fmla="*/ 1418772 w 2107327"/>
                <a:gd name="connsiteY5" fmla="*/ 2669857 h 2726969"/>
                <a:gd name="connsiteX6" fmla="*/ 1462237 w 2107327"/>
                <a:gd name="connsiteY6" fmla="*/ 2687280 h 2726969"/>
                <a:gd name="connsiteX7" fmla="*/ 1506455 w 2107327"/>
                <a:gd name="connsiteY7" fmla="*/ 2701496 h 2726969"/>
                <a:gd name="connsiteX8" fmla="*/ 1551253 w 2107327"/>
                <a:gd name="connsiteY8" fmla="*/ 2712539 h 2726969"/>
                <a:gd name="connsiteX9" fmla="*/ 1596457 w 2107327"/>
                <a:gd name="connsiteY9" fmla="*/ 2720442 h 2726969"/>
                <a:gd name="connsiteX10" fmla="*/ 1641892 w 2107327"/>
                <a:gd name="connsiteY10" fmla="*/ 2725241 h 2726969"/>
                <a:gd name="connsiteX11" fmla="*/ 1687386 w 2107327"/>
                <a:gd name="connsiteY11" fmla="*/ 2726969 h 2726969"/>
                <a:gd name="connsiteX12" fmla="*/ 1732765 w 2107327"/>
                <a:gd name="connsiteY12" fmla="*/ 2725661 h 2726969"/>
                <a:gd name="connsiteX13" fmla="*/ 1777855 w 2107327"/>
                <a:gd name="connsiteY13" fmla="*/ 2721350 h 2726969"/>
                <a:gd name="connsiteX14" fmla="*/ 1822482 w 2107327"/>
                <a:gd name="connsiteY14" fmla="*/ 2714073 h 2726969"/>
                <a:gd name="connsiteX15" fmla="*/ 1866473 w 2107327"/>
                <a:gd name="connsiteY15" fmla="*/ 2703861 h 2726969"/>
                <a:gd name="connsiteX16" fmla="*/ 1909653 w 2107327"/>
                <a:gd name="connsiteY16" fmla="*/ 2690751 h 2726969"/>
                <a:gd name="connsiteX17" fmla="*/ 1951850 w 2107327"/>
                <a:gd name="connsiteY17" fmla="*/ 2674776 h 2726969"/>
                <a:gd name="connsiteX18" fmla="*/ 1992890 w 2107327"/>
                <a:gd name="connsiteY18" fmla="*/ 2655970 h 2726969"/>
                <a:gd name="connsiteX19" fmla="*/ 2032598 w 2107327"/>
                <a:gd name="connsiteY19" fmla="*/ 2634369 h 2726969"/>
                <a:gd name="connsiteX20" fmla="*/ 2070802 w 2107327"/>
                <a:gd name="connsiteY20" fmla="*/ 2610005 h 2726969"/>
                <a:gd name="connsiteX21" fmla="*/ 2107327 w 2107327"/>
                <a:gd name="connsiteY21" fmla="*/ 2582913 h 2726969"/>
                <a:gd name="connsiteX0" fmla="*/ 1236077 w 2070801"/>
                <a:gd name="connsiteY0" fmla="*/ 0 h 2726969"/>
                <a:gd name="connsiteX1" fmla="*/ 1231596 w 2070801"/>
                <a:gd name="connsiteY1" fmla="*/ 890 h 2726969"/>
                <a:gd name="connsiteX2" fmla="*/ 0 w 2070801"/>
                <a:gd name="connsiteY2" fmla="*/ 1788605 h 2726969"/>
                <a:gd name="connsiteX3" fmla="*/ 1334797 w 2070801"/>
                <a:gd name="connsiteY3" fmla="*/ 2625249 h 2726969"/>
                <a:gd name="connsiteX4" fmla="*/ 1376234 w 2070801"/>
                <a:gd name="connsiteY4" fmla="*/ 2649191 h 2726969"/>
                <a:gd name="connsiteX5" fmla="*/ 1418772 w 2070801"/>
                <a:gd name="connsiteY5" fmla="*/ 2669857 h 2726969"/>
                <a:gd name="connsiteX6" fmla="*/ 1462237 w 2070801"/>
                <a:gd name="connsiteY6" fmla="*/ 2687280 h 2726969"/>
                <a:gd name="connsiteX7" fmla="*/ 1506455 w 2070801"/>
                <a:gd name="connsiteY7" fmla="*/ 2701496 h 2726969"/>
                <a:gd name="connsiteX8" fmla="*/ 1551253 w 2070801"/>
                <a:gd name="connsiteY8" fmla="*/ 2712539 h 2726969"/>
                <a:gd name="connsiteX9" fmla="*/ 1596457 w 2070801"/>
                <a:gd name="connsiteY9" fmla="*/ 2720442 h 2726969"/>
                <a:gd name="connsiteX10" fmla="*/ 1641892 w 2070801"/>
                <a:gd name="connsiteY10" fmla="*/ 2725241 h 2726969"/>
                <a:gd name="connsiteX11" fmla="*/ 1687386 w 2070801"/>
                <a:gd name="connsiteY11" fmla="*/ 2726969 h 2726969"/>
                <a:gd name="connsiteX12" fmla="*/ 1732765 w 2070801"/>
                <a:gd name="connsiteY12" fmla="*/ 2725661 h 2726969"/>
                <a:gd name="connsiteX13" fmla="*/ 1777855 w 2070801"/>
                <a:gd name="connsiteY13" fmla="*/ 2721350 h 2726969"/>
                <a:gd name="connsiteX14" fmla="*/ 1822482 w 2070801"/>
                <a:gd name="connsiteY14" fmla="*/ 2714073 h 2726969"/>
                <a:gd name="connsiteX15" fmla="*/ 1866473 w 2070801"/>
                <a:gd name="connsiteY15" fmla="*/ 2703861 h 2726969"/>
                <a:gd name="connsiteX16" fmla="*/ 1909653 w 2070801"/>
                <a:gd name="connsiteY16" fmla="*/ 2690751 h 2726969"/>
                <a:gd name="connsiteX17" fmla="*/ 1951850 w 2070801"/>
                <a:gd name="connsiteY17" fmla="*/ 2674776 h 2726969"/>
                <a:gd name="connsiteX18" fmla="*/ 1992890 w 2070801"/>
                <a:gd name="connsiteY18" fmla="*/ 2655970 h 2726969"/>
                <a:gd name="connsiteX19" fmla="*/ 2032598 w 2070801"/>
                <a:gd name="connsiteY19" fmla="*/ 2634369 h 2726969"/>
                <a:gd name="connsiteX20" fmla="*/ 2070802 w 2070801"/>
                <a:gd name="connsiteY20" fmla="*/ 2610005 h 2726969"/>
                <a:gd name="connsiteX0" fmla="*/ 1236077 w 2032597"/>
                <a:gd name="connsiteY0" fmla="*/ 0 h 2726969"/>
                <a:gd name="connsiteX1" fmla="*/ 1231596 w 2032597"/>
                <a:gd name="connsiteY1" fmla="*/ 890 h 2726969"/>
                <a:gd name="connsiteX2" fmla="*/ 0 w 2032597"/>
                <a:gd name="connsiteY2" fmla="*/ 1788605 h 2726969"/>
                <a:gd name="connsiteX3" fmla="*/ 1334797 w 2032597"/>
                <a:gd name="connsiteY3" fmla="*/ 2625249 h 2726969"/>
                <a:gd name="connsiteX4" fmla="*/ 1376234 w 2032597"/>
                <a:gd name="connsiteY4" fmla="*/ 2649191 h 2726969"/>
                <a:gd name="connsiteX5" fmla="*/ 1418772 w 2032597"/>
                <a:gd name="connsiteY5" fmla="*/ 2669857 h 2726969"/>
                <a:gd name="connsiteX6" fmla="*/ 1462237 w 2032597"/>
                <a:gd name="connsiteY6" fmla="*/ 2687280 h 2726969"/>
                <a:gd name="connsiteX7" fmla="*/ 1506455 w 2032597"/>
                <a:gd name="connsiteY7" fmla="*/ 2701496 h 2726969"/>
                <a:gd name="connsiteX8" fmla="*/ 1551253 w 2032597"/>
                <a:gd name="connsiteY8" fmla="*/ 2712539 h 2726969"/>
                <a:gd name="connsiteX9" fmla="*/ 1596457 w 2032597"/>
                <a:gd name="connsiteY9" fmla="*/ 2720442 h 2726969"/>
                <a:gd name="connsiteX10" fmla="*/ 1641892 w 2032597"/>
                <a:gd name="connsiteY10" fmla="*/ 2725241 h 2726969"/>
                <a:gd name="connsiteX11" fmla="*/ 1687386 w 2032597"/>
                <a:gd name="connsiteY11" fmla="*/ 2726969 h 2726969"/>
                <a:gd name="connsiteX12" fmla="*/ 1732765 w 2032597"/>
                <a:gd name="connsiteY12" fmla="*/ 2725661 h 2726969"/>
                <a:gd name="connsiteX13" fmla="*/ 1777855 w 2032597"/>
                <a:gd name="connsiteY13" fmla="*/ 2721350 h 2726969"/>
                <a:gd name="connsiteX14" fmla="*/ 1822482 w 2032597"/>
                <a:gd name="connsiteY14" fmla="*/ 2714073 h 2726969"/>
                <a:gd name="connsiteX15" fmla="*/ 1866473 w 2032597"/>
                <a:gd name="connsiteY15" fmla="*/ 2703861 h 2726969"/>
                <a:gd name="connsiteX16" fmla="*/ 1909653 w 2032597"/>
                <a:gd name="connsiteY16" fmla="*/ 2690751 h 2726969"/>
                <a:gd name="connsiteX17" fmla="*/ 1951850 w 2032597"/>
                <a:gd name="connsiteY17" fmla="*/ 2674776 h 2726969"/>
                <a:gd name="connsiteX18" fmla="*/ 1992890 w 2032597"/>
                <a:gd name="connsiteY18" fmla="*/ 2655970 h 2726969"/>
                <a:gd name="connsiteX19" fmla="*/ 2032598 w 2032597"/>
                <a:gd name="connsiteY19" fmla="*/ 2634369 h 2726969"/>
                <a:gd name="connsiteX0" fmla="*/ 1236077 w 1992890"/>
                <a:gd name="connsiteY0" fmla="*/ 0 h 2726969"/>
                <a:gd name="connsiteX1" fmla="*/ 1231596 w 1992890"/>
                <a:gd name="connsiteY1" fmla="*/ 890 h 2726969"/>
                <a:gd name="connsiteX2" fmla="*/ 0 w 1992890"/>
                <a:gd name="connsiteY2" fmla="*/ 1788605 h 2726969"/>
                <a:gd name="connsiteX3" fmla="*/ 1334797 w 1992890"/>
                <a:gd name="connsiteY3" fmla="*/ 2625249 h 2726969"/>
                <a:gd name="connsiteX4" fmla="*/ 1376234 w 1992890"/>
                <a:gd name="connsiteY4" fmla="*/ 2649191 h 2726969"/>
                <a:gd name="connsiteX5" fmla="*/ 1418772 w 1992890"/>
                <a:gd name="connsiteY5" fmla="*/ 2669857 h 2726969"/>
                <a:gd name="connsiteX6" fmla="*/ 1462237 w 1992890"/>
                <a:gd name="connsiteY6" fmla="*/ 2687280 h 2726969"/>
                <a:gd name="connsiteX7" fmla="*/ 1506455 w 1992890"/>
                <a:gd name="connsiteY7" fmla="*/ 2701496 h 2726969"/>
                <a:gd name="connsiteX8" fmla="*/ 1551253 w 1992890"/>
                <a:gd name="connsiteY8" fmla="*/ 2712539 h 2726969"/>
                <a:gd name="connsiteX9" fmla="*/ 1596457 w 1992890"/>
                <a:gd name="connsiteY9" fmla="*/ 2720442 h 2726969"/>
                <a:gd name="connsiteX10" fmla="*/ 1641892 w 1992890"/>
                <a:gd name="connsiteY10" fmla="*/ 2725241 h 2726969"/>
                <a:gd name="connsiteX11" fmla="*/ 1687386 w 1992890"/>
                <a:gd name="connsiteY11" fmla="*/ 2726969 h 2726969"/>
                <a:gd name="connsiteX12" fmla="*/ 1732765 w 1992890"/>
                <a:gd name="connsiteY12" fmla="*/ 2725661 h 2726969"/>
                <a:gd name="connsiteX13" fmla="*/ 1777855 w 1992890"/>
                <a:gd name="connsiteY13" fmla="*/ 2721350 h 2726969"/>
                <a:gd name="connsiteX14" fmla="*/ 1822482 w 1992890"/>
                <a:gd name="connsiteY14" fmla="*/ 2714073 h 2726969"/>
                <a:gd name="connsiteX15" fmla="*/ 1866473 w 1992890"/>
                <a:gd name="connsiteY15" fmla="*/ 2703861 h 2726969"/>
                <a:gd name="connsiteX16" fmla="*/ 1909653 w 1992890"/>
                <a:gd name="connsiteY16" fmla="*/ 2690751 h 2726969"/>
                <a:gd name="connsiteX17" fmla="*/ 1951850 w 1992890"/>
                <a:gd name="connsiteY17" fmla="*/ 2674776 h 2726969"/>
                <a:gd name="connsiteX18" fmla="*/ 1992890 w 1992890"/>
                <a:gd name="connsiteY18" fmla="*/ 2655970 h 2726969"/>
                <a:gd name="connsiteX0" fmla="*/ 1236077 w 1951850"/>
                <a:gd name="connsiteY0" fmla="*/ 0 h 2726969"/>
                <a:gd name="connsiteX1" fmla="*/ 1231596 w 1951850"/>
                <a:gd name="connsiteY1" fmla="*/ 890 h 2726969"/>
                <a:gd name="connsiteX2" fmla="*/ 0 w 1951850"/>
                <a:gd name="connsiteY2" fmla="*/ 1788605 h 2726969"/>
                <a:gd name="connsiteX3" fmla="*/ 1334797 w 1951850"/>
                <a:gd name="connsiteY3" fmla="*/ 2625249 h 2726969"/>
                <a:gd name="connsiteX4" fmla="*/ 1376234 w 1951850"/>
                <a:gd name="connsiteY4" fmla="*/ 2649191 h 2726969"/>
                <a:gd name="connsiteX5" fmla="*/ 1418772 w 1951850"/>
                <a:gd name="connsiteY5" fmla="*/ 2669857 h 2726969"/>
                <a:gd name="connsiteX6" fmla="*/ 1462237 w 1951850"/>
                <a:gd name="connsiteY6" fmla="*/ 2687280 h 2726969"/>
                <a:gd name="connsiteX7" fmla="*/ 1506455 w 1951850"/>
                <a:gd name="connsiteY7" fmla="*/ 2701496 h 2726969"/>
                <a:gd name="connsiteX8" fmla="*/ 1551253 w 1951850"/>
                <a:gd name="connsiteY8" fmla="*/ 2712539 h 2726969"/>
                <a:gd name="connsiteX9" fmla="*/ 1596457 w 1951850"/>
                <a:gd name="connsiteY9" fmla="*/ 2720442 h 2726969"/>
                <a:gd name="connsiteX10" fmla="*/ 1641892 w 1951850"/>
                <a:gd name="connsiteY10" fmla="*/ 2725241 h 2726969"/>
                <a:gd name="connsiteX11" fmla="*/ 1687386 w 1951850"/>
                <a:gd name="connsiteY11" fmla="*/ 2726969 h 2726969"/>
                <a:gd name="connsiteX12" fmla="*/ 1732765 w 1951850"/>
                <a:gd name="connsiteY12" fmla="*/ 2725661 h 2726969"/>
                <a:gd name="connsiteX13" fmla="*/ 1777855 w 1951850"/>
                <a:gd name="connsiteY13" fmla="*/ 2721350 h 2726969"/>
                <a:gd name="connsiteX14" fmla="*/ 1822482 w 1951850"/>
                <a:gd name="connsiteY14" fmla="*/ 2714073 h 2726969"/>
                <a:gd name="connsiteX15" fmla="*/ 1866473 w 1951850"/>
                <a:gd name="connsiteY15" fmla="*/ 2703861 h 2726969"/>
                <a:gd name="connsiteX16" fmla="*/ 1909653 w 1951850"/>
                <a:gd name="connsiteY16" fmla="*/ 2690751 h 2726969"/>
                <a:gd name="connsiteX17" fmla="*/ 1951850 w 1951850"/>
                <a:gd name="connsiteY17" fmla="*/ 2674776 h 2726969"/>
                <a:gd name="connsiteX0" fmla="*/ 1236077 w 1909654"/>
                <a:gd name="connsiteY0" fmla="*/ 0 h 2726969"/>
                <a:gd name="connsiteX1" fmla="*/ 1231596 w 1909654"/>
                <a:gd name="connsiteY1" fmla="*/ 890 h 2726969"/>
                <a:gd name="connsiteX2" fmla="*/ 0 w 1909654"/>
                <a:gd name="connsiteY2" fmla="*/ 1788605 h 2726969"/>
                <a:gd name="connsiteX3" fmla="*/ 1334797 w 1909654"/>
                <a:gd name="connsiteY3" fmla="*/ 2625249 h 2726969"/>
                <a:gd name="connsiteX4" fmla="*/ 1376234 w 1909654"/>
                <a:gd name="connsiteY4" fmla="*/ 2649191 h 2726969"/>
                <a:gd name="connsiteX5" fmla="*/ 1418772 w 1909654"/>
                <a:gd name="connsiteY5" fmla="*/ 2669857 h 2726969"/>
                <a:gd name="connsiteX6" fmla="*/ 1462237 w 1909654"/>
                <a:gd name="connsiteY6" fmla="*/ 2687280 h 2726969"/>
                <a:gd name="connsiteX7" fmla="*/ 1506455 w 1909654"/>
                <a:gd name="connsiteY7" fmla="*/ 2701496 h 2726969"/>
                <a:gd name="connsiteX8" fmla="*/ 1551253 w 1909654"/>
                <a:gd name="connsiteY8" fmla="*/ 2712539 h 2726969"/>
                <a:gd name="connsiteX9" fmla="*/ 1596457 w 1909654"/>
                <a:gd name="connsiteY9" fmla="*/ 2720442 h 2726969"/>
                <a:gd name="connsiteX10" fmla="*/ 1641892 w 1909654"/>
                <a:gd name="connsiteY10" fmla="*/ 2725241 h 2726969"/>
                <a:gd name="connsiteX11" fmla="*/ 1687386 w 1909654"/>
                <a:gd name="connsiteY11" fmla="*/ 2726969 h 2726969"/>
                <a:gd name="connsiteX12" fmla="*/ 1732765 w 1909654"/>
                <a:gd name="connsiteY12" fmla="*/ 2725661 h 2726969"/>
                <a:gd name="connsiteX13" fmla="*/ 1777855 w 1909654"/>
                <a:gd name="connsiteY13" fmla="*/ 2721350 h 2726969"/>
                <a:gd name="connsiteX14" fmla="*/ 1822482 w 1909654"/>
                <a:gd name="connsiteY14" fmla="*/ 2714073 h 2726969"/>
                <a:gd name="connsiteX15" fmla="*/ 1866473 w 1909654"/>
                <a:gd name="connsiteY15" fmla="*/ 2703861 h 2726969"/>
                <a:gd name="connsiteX16" fmla="*/ 1909653 w 1909654"/>
                <a:gd name="connsiteY16" fmla="*/ 2690751 h 2726969"/>
                <a:gd name="connsiteX0" fmla="*/ 1236077 w 1866472"/>
                <a:gd name="connsiteY0" fmla="*/ 0 h 2726969"/>
                <a:gd name="connsiteX1" fmla="*/ 1231596 w 1866472"/>
                <a:gd name="connsiteY1" fmla="*/ 890 h 2726969"/>
                <a:gd name="connsiteX2" fmla="*/ 0 w 1866472"/>
                <a:gd name="connsiteY2" fmla="*/ 1788605 h 2726969"/>
                <a:gd name="connsiteX3" fmla="*/ 1334797 w 1866472"/>
                <a:gd name="connsiteY3" fmla="*/ 2625249 h 2726969"/>
                <a:gd name="connsiteX4" fmla="*/ 1376234 w 1866472"/>
                <a:gd name="connsiteY4" fmla="*/ 2649191 h 2726969"/>
                <a:gd name="connsiteX5" fmla="*/ 1418772 w 1866472"/>
                <a:gd name="connsiteY5" fmla="*/ 2669857 h 2726969"/>
                <a:gd name="connsiteX6" fmla="*/ 1462237 w 1866472"/>
                <a:gd name="connsiteY6" fmla="*/ 2687280 h 2726969"/>
                <a:gd name="connsiteX7" fmla="*/ 1506455 w 1866472"/>
                <a:gd name="connsiteY7" fmla="*/ 2701496 h 2726969"/>
                <a:gd name="connsiteX8" fmla="*/ 1551253 w 1866472"/>
                <a:gd name="connsiteY8" fmla="*/ 2712539 h 2726969"/>
                <a:gd name="connsiteX9" fmla="*/ 1596457 w 1866472"/>
                <a:gd name="connsiteY9" fmla="*/ 2720442 h 2726969"/>
                <a:gd name="connsiteX10" fmla="*/ 1641892 w 1866472"/>
                <a:gd name="connsiteY10" fmla="*/ 2725241 h 2726969"/>
                <a:gd name="connsiteX11" fmla="*/ 1687386 w 1866472"/>
                <a:gd name="connsiteY11" fmla="*/ 2726969 h 2726969"/>
                <a:gd name="connsiteX12" fmla="*/ 1732765 w 1866472"/>
                <a:gd name="connsiteY12" fmla="*/ 2725661 h 2726969"/>
                <a:gd name="connsiteX13" fmla="*/ 1777855 w 1866472"/>
                <a:gd name="connsiteY13" fmla="*/ 2721350 h 2726969"/>
                <a:gd name="connsiteX14" fmla="*/ 1822482 w 1866472"/>
                <a:gd name="connsiteY14" fmla="*/ 2714073 h 2726969"/>
                <a:gd name="connsiteX15" fmla="*/ 1866473 w 1866472"/>
                <a:gd name="connsiteY15" fmla="*/ 2703861 h 2726969"/>
                <a:gd name="connsiteX0" fmla="*/ 1236077 w 1822481"/>
                <a:gd name="connsiteY0" fmla="*/ 0 h 2726969"/>
                <a:gd name="connsiteX1" fmla="*/ 1231596 w 1822481"/>
                <a:gd name="connsiteY1" fmla="*/ 890 h 2726969"/>
                <a:gd name="connsiteX2" fmla="*/ 0 w 1822481"/>
                <a:gd name="connsiteY2" fmla="*/ 1788605 h 2726969"/>
                <a:gd name="connsiteX3" fmla="*/ 1334797 w 1822481"/>
                <a:gd name="connsiteY3" fmla="*/ 2625249 h 2726969"/>
                <a:gd name="connsiteX4" fmla="*/ 1376234 w 1822481"/>
                <a:gd name="connsiteY4" fmla="*/ 2649191 h 2726969"/>
                <a:gd name="connsiteX5" fmla="*/ 1418772 w 1822481"/>
                <a:gd name="connsiteY5" fmla="*/ 2669857 h 2726969"/>
                <a:gd name="connsiteX6" fmla="*/ 1462237 w 1822481"/>
                <a:gd name="connsiteY6" fmla="*/ 2687280 h 2726969"/>
                <a:gd name="connsiteX7" fmla="*/ 1506455 w 1822481"/>
                <a:gd name="connsiteY7" fmla="*/ 2701496 h 2726969"/>
                <a:gd name="connsiteX8" fmla="*/ 1551253 w 1822481"/>
                <a:gd name="connsiteY8" fmla="*/ 2712539 h 2726969"/>
                <a:gd name="connsiteX9" fmla="*/ 1596457 w 1822481"/>
                <a:gd name="connsiteY9" fmla="*/ 2720442 h 2726969"/>
                <a:gd name="connsiteX10" fmla="*/ 1641892 w 1822481"/>
                <a:gd name="connsiteY10" fmla="*/ 2725241 h 2726969"/>
                <a:gd name="connsiteX11" fmla="*/ 1687386 w 1822481"/>
                <a:gd name="connsiteY11" fmla="*/ 2726969 h 2726969"/>
                <a:gd name="connsiteX12" fmla="*/ 1732765 w 1822481"/>
                <a:gd name="connsiteY12" fmla="*/ 2725661 h 2726969"/>
                <a:gd name="connsiteX13" fmla="*/ 1777855 w 1822481"/>
                <a:gd name="connsiteY13" fmla="*/ 2721350 h 2726969"/>
                <a:gd name="connsiteX14" fmla="*/ 1822482 w 1822481"/>
                <a:gd name="connsiteY14" fmla="*/ 2714073 h 2726969"/>
                <a:gd name="connsiteX0" fmla="*/ 1236077 w 1777855"/>
                <a:gd name="connsiteY0" fmla="*/ 0 h 2726969"/>
                <a:gd name="connsiteX1" fmla="*/ 1231596 w 1777855"/>
                <a:gd name="connsiteY1" fmla="*/ 890 h 2726969"/>
                <a:gd name="connsiteX2" fmla="*/ 0 w 1777855"/>
                <a:gd name="connsiteY2" fmla="*/ 1788605 h 2726969"/>
                <a:gd name="connsiteX3" fmla="*/ 1334797 w 1777855"/>
                <a:gd name="connsiteY3" fmla="*/ 2625249 h 2726969"/>
                <a:gd name="connsiteX4" fmla="*/ 1376234 w 1777855"/>
                <a:gd name="connsiteY4" fmla="*/ 2649191 h 2726969"/>
                <a:gd name="connsiteX5" fmla="*/ 1418772 w 1777855"/>
                <a:gd name="connsiteY5" fmla="*/ 2669857 h 2726969"/>
                <a:gd name="connsiteX6" fmla="*/ 1462237 w 1777855"/>
                <a:gd name="connsiteY6" fmla="*/ 2687280 h 2726969"/>
                <a:gd name="connsiteX7" fmla="*/ 1506455 w 1777855"/>
                <a:gd name="connsiteY7" fmla="*/ 2701496 h 2726969"/>
                <a:gd name="connsiteX8" fmla="*/ 1551253 w 1777855"/>
                <a:gd name="connsiteY8" fmla="*/ 2712539 h 2726969"/>
                <a:gd name="connsiteX9" fmla="*/ 1596457 w 1777855"/>
                <a:gd name="connsiteY9" fmla="*/ 2720442 h 2726969"/>
                <a:gd name="connsiteX10" fmla="*/ 1641892 w 1777855"/>
                <a:gd name="connsiteY10" fmla="*/ 2725241 h 2726969"/>
                <a:gd name="connsiteX11" fmla="*/ 1687386 w 1777855"/>
                <a:gd name="connsiteY11" fmla="*/ 2726969 h 2726969"/>
                <a:gd name="connsiteX12" fmla="*/ 1732765 w 1777855"/>
                <a:gd name="connsiteY12" fmla="*/ 2725661 h 2726969"/>
                <a:gd name="connsiteX13" fmla="*/ 1777855 w 1777855"/>
                <a:gd name="connsiteY13" fmla="*/ 2721350 h 2726969"/>
                <a:gd name="connsiteX0" fmla="*/ 1236077 w 1732765"/>
                <a:gd name="connsiteY0" fmla="*/ 0 h 2726969"/>
                <a:gd name="connsiteX1" fmla="*/ 1231596 w 1732765"/>
                <a:gd name="connsiteY1" fmla="*/ 890 h 2726969"/>
                <a:gd name="connsiteX2" fmla="*/ 0 w 1732765"/>
                <a:gd name="connsiteY2" fmla="*/ 1788605 h 2726969"/>
                <a:gd name="connsiteX3" fmla="*/ 1334797 w 1732765"/>
                <a:gd name="connsiteY3" fmla="*/ 2625249 h 2726969"/>
                <a:gd name="connsiteX4" fmla="*/ 1376234 w 1732765"/>
                <a:gd name="connsiteY4" fmla="*/ 2649191 h 2726969"/>
                <a:gd name="connsiteX5" fmla="*/ 1418772 w 1732765"/>
                <a:gd name="connsiteY5" fmla="*/ 2669857 h 2726969"/>
                <a:gd name="connsiteX6" fmla="*/ 1462237 w 1732765"/>
                <a:gd name="connsiteY6" fmla="*/ 2687280 h 2726969"/>
                <a:gd name="connsiteX7" fmla="*/ 1506455 w 1732765"/>
                <a:gd name="connsiteY7" fmla="*/ 2701496 h 2726969"/>
                <a:gd name="connsiteX8" fmla="*/ 1551253 w 1732765"/>
                <a:gd name="connsiteY8" fmla="*/ 2712539 h 2726969"/>
                <a:gd name="connsiteX9" fmla="*/ 1596457 w 1732765"/>
                <a:gd name="connsiteY9" fmla="*/ 2720442 h 2726969"/>
                <a:gd name="connsiteX10" fmla="*/ 1641892 w 1732765"/>
                <a:gd name="connsiteY10" fmla="*/ 2725241 h 2726969"/>
                <a:gd name="connsiteX11" fmla="*/ 1687386 w 1732765"/>
                <a:gd name="connsiteY11" fmla="*/ 2726969 h 2726969"/>
                <a:gd name="connsiteX12" fmla="*/ 1732765 w 1732765"/>
                <a:gd name="connsiteY12" fmla="*/ 2725661 h 2726969"/>
                <a:gd name="connsiteX0" fmla="*/ 1236077 w 1687387"/>
                <a:gd name="connsiteY0" fmla="*/ 0 h 2726969"/>
                <a:gd name="connsiteX1" fmla="*/ 1231596 w 1687387"/>
                <a:gd name="connsiteY1" fmla="*/ 890 h 2726969"/>
                <a:gd name="connsiteX2" fmla="*/ 0 w 1687387"/>
                <a:gd name="connsiteY2" fmla="*/ 1788605 h 2726969"/>
                <a:gd name="connsiteX3" fmla="*/ 1334797 w 1687387"/>
                <a:gd name="connsiteY3" fmla="*/ 2625249 h 2726969"/>
                <a:gd name="connsiteX4" fmla="*/ 1376234 w 1687387"/>
                <a:gd name="connsiteY4" fmla="*/ 2649191 h 2726969"/>
                <a:gd name="connsiteX5" fmla="*/ 1418772 w 1687387"/>
                <a:gd name="connsiteY5" fmla="*/ 2669857 h 2726969"/>
                <a:gd name="connsiteX6" fmla="*/ 1462237 w 1687387"/>
                <a:gd name="connsiteY6" fmla="*/ 2687280 h 2726969"/>
                <a:gd name="connsiteX7" fmla="*/ 1506455 w 1687387"/>
                <a:gd name="connsiteY7" fmla="*/ 2701496 h 2726969"/>
                <a:gd name="connsiteX8" fmla="*/ 1551253 w 1687387"/>
                <a:gd name="connsiteY8" fmla="*/ 2712539 h 2726969"/>
                <a:gd name="connsiteX9" fmla="*/ 1596457 w 1687387"/>
                <a:gd name="connsiteY9" fmla="*/ 2720442 h 2726969"/>
                <a:gd name="connsiteX10" fmla="*/ 1641892 w 1687387"/>
                <a:gd name="connsiteY10" fmla="*/ 2725241 h 2726969"/>
                <a:gd name="connsiteX11" fmla="*/ 1687386 w 1687387"/>
                <a:gd name="connsiteY11" fmla="*/ 2726969 h 2726969"/>
                <a:gd name="connsiteX0" fmla="*/ 1236077 w 1641892"/>
                <a:gd name="connsiteY0" fmla="*/ 0 h 2725241"/>
                <a:gd name="connsiteX1" fmla="*/ 1231596 w 1641892"/>
                <a:gd name="connsiteY1" fmla="*/ 890 h 2725241"/>
                <a:gd name="connsiteX2" fmla="*/ 0 w 1641892"/>
                <a:gd name="connsiteY2" fmla="*/ 1788605 h 2725241"/>
                <a:gd name="connsiteX3" fmla="*/ 1334797 w 1641892"/>
                <a:gd name="connsiteY3" fmla="*/ 2625249 h 2725241"/>
                <a:gd name="connsiteX4" fmla="*/ 1376234 w 1641892"/>
                <a:gd name="connsiteY4" fmla="*/ 2649191 h 2725241"/>
                <a:gd name="connsiteX5" fmla="*/ 1418772 w 1641892"/>
                <a:gd name="connsiteY5" fmla="*/ 2669857 h 2725241"/>
                <a:gd name="connsiteX6" fmla="*/ 1462237 w 1641892"/>
                <a:gd name="connsiteY6" fmla="*/ 2687280 h 2725241"/>
                <a:gd name="connsiteX7" fmla="*/ 1506455 w 1641892"/>
                <a:gd name="connsiteY7" fmla="*/ 2701496 h 2725241"/>
                <a:gd name="connsiteX8" fmla="*/ 1551253 w 1641892"/>
                <a:gd name="connsiteY8" fmla="*/ 2712539 h 2725241"/>
                <a:gd name="connsiteX9" fmla="*/ 1596457 w 1641892"/>
                <a:gd name="connsiteY9" fmla="*/ 2720442 h 2725241"/>
                <a:gd name="connsiteX10" fmla="*/ 1641892 w 1641892"/>
                <a:gd name="connsiteY10" fmla="*/ 2725241 h 2725241"/>
                <a:gd name="connsiteX0" fmla="*/ 1236077 w 1596457"/>
                <a:gd name="connsiteY0" fmla="*/ 0 h 2720441"/>
                <a:gd name="connsiteX1" fmla="*/ 1231596 w 1596457"/>
                <a:gd name="connsiteY1" fmla="*/ 890 h 2720441"/>
                <a:gd name="connsiteX2" fmla="*/ 0 w 1596457"/>
                <a:gd name="connsiteY2" fmla="*/ 1788605 h 2720441"/>
                <a:gd name="connsiteX3" fmla="*/ 1334797 w 1596457"/>
                <a:gd name="connsiteY3" fmla="*/ 2625249 h 2720441"/>
                <a:gd name="connsiteX4" fmla="*/ 1376234 w 1596457"/>
                <a:gd name="connsiteY4" fmla="*/ 2649191 h 2720441"/>
                <a:gd name="connsiteX5" fmla="*/ 1418772 w 1596457"/>
                <a:gd name="connsiteY5" fmla="*/ 2669857 h 2720441"/>
                <a:gd name="connsiteX6" fmla="*/ 1462237 w 1596457"/>
                <a:gd name="connsiteY6" fmla="*/ 2687280 h 2720441"/>
                <a:gd name="connsiteX7" fmla="*/ 1506455 w 1596457"/>
                <a:gd name="connsiteY7" fmla="*/ 2701496 h 2720441"/>
                <a:gd name="connsiteX8" fmla="*/ 1551253 w 1596457"/>
                <a:gd name="connsiteY8" fmla="*/ 2712539 h 2720441"/>
                <a:gd name="connsiteX9" fmla="*/ 1596457 w 1596457"/>
                <a:gd name="connsiteY9" fmla="*/ 2720442 h 2720441"/>
                <a:gd name="connsiteX0" fmla="*/ 1236077 w 1551253"/>
                <a:gd name="connsiteY0" fmla="*/ 0 h 2712539"/>
                <a:gd name="connsiteX1" fmla="*/ 1231596 w 1551253"/>
                <a:gd name="connsiteY1" fmla="*/ 890 h 2712539"/>
                <a:gd name="connsiteX2" fmla="*/ 0 w 1551253"/>
                <a:gd name="connsiteY2" fmla="*/ 1788605 h 2712539"/>
                <a:gd name="connsiteX3" fmla="*/ 1334797 w 1551253"/>
                <a:gd name="connsiteY3" fmla="*/ 2625249 h 2712539"/>
                <a:gd name="connsiteX4" fmla="*/ 1376234 w 1551253"/>
                <a:gd name="connsiteY4" fmla="*/ 2649191 h 2712539"/>
                <a:gd name="connsiteX5" fmla="*/ 1418772 w 1551253"/>
                <a:gd name="connsiteY5" fmla="*/ 2669857 h 2712539"/>
                <a:gd name="connsiteX6" fmla="*/ 1462237 w 1551253"/>
                <a:gd name="connsiteY6" fmla="*/ 2687280 h 2712539"/>
                <a:gd name="connsiteX7" fmla="*/ 1506455 w 1551253"/>
                <a:gd name="connsiteY7" fmla="*/ 2701496 h 2712539"/>
                <a:gd name="connsiteX8" fmla="*/ 1551253 w 1551253"/>
                <a:gd name="connsiteY8" fmla="*/ 2712539 h 2712539"/>
                <a:gd name="connsiteX0" fmla="*/ 1236077 w 1506455"/>
                <a:gd name="connsiteY0" fmla="*/ 0 h 2701497"/>
                <a:gd name="connsiteX1" fmla="*/ 1231596 w 1506455"/>
                <a:gd name="connsiteY1" fmla="*/ 890 h 2701497"/>
                <a:gd name="connsiteX2" fmla="*/ 0 w 1506455"/>
                <a:gd name="connsiteY2" fmla="*/ 1788605 h 2701497"/>
                <a:gd name="connsiteX3" fmla="*/ 1334797 w 1506455"/>
                <a:gd name="connsiteY3" fmla="*/ 2625249 h 2701497"/>
                <a:gd name="connsiteX4" fmla="*/ 1376234 w 1506455"/>
                <a:gd name="connsiteY4" fmla="*/ 2649191 h 2701497"/>
                <a:gd name="connsiteX5" fmla="*/ 1418772 w 1506455"/>
                <a:gd name="connsiteY5" fmla="*/ 2669857 h 2701497"/>
                <a:gd name="connsiteX6" fmla="*/ 1462237 w 1506455"/>
                <a:gd name="connsiteY6" fmla="*/ 2687280 h 2701497"/>
                <a:gd name="connsiteX7" fmla="*/ 1506455 w 1506455"/>
                <a:gd name="connsiteY7" fmla="*/ 2701496 h 2701497"/>
                <a:gd name="connsiteX0" fmla="*/ 1236077 w 1462238"/>
                <a:gd name="connsiteY0" fmla="*/ 0 h 2687280"/>
                <a:gd name="connsiteX1" fmla="*/ 1231596 w 1462238"/>
                <a:gd name="connsiteY1" fmla="*/ 890 h 2687280"/>
                <a:gd name="connsiteX2" fmla="*/ 0 w 1462238"/>
                <a:gd name="connsiteY2" fmla="*/ 1788605 h 2687280"/>
                <a:gd name="connsiteX3" fmla="*/ 1334797 w 1462238"/>
                <a:gd name="connsiteY3" fmla="*/ 2625249 h 2687280"/>
                <a:gd name="connsiteX4" fmla="*/ 1376234 w 1462238"/>
                <a:gd name="connsiteY4" fmla="*/ 2649191 h 2687280"/>
                <a:gd name="connsiteX5" fmla="*/ 1418772 w 1462238"/>
                <a:gd name="connsiteY5" fmla="*/ 2669857 h 2687280"/>
                <a:gd name="connsiteX6" fmla="*/ 1462237 w 1462238"/>
                <a:gd name="connsiteY6" fmla="*/ 2687280 h 2687280"/>
                <a:gd name="connsiteX0" fmla="*/ 1236077 w 1418773"/>
                <a:gd name="connsiteY0" fmla="*/ 0 h 2669857"/>
                <a:gd name="connsiteX1" fmla="*/ 1231596 w 1418773"/>
                <a:gd name="connsiteY1" fmla="*/ 890 h 2669857"/>
                <a:gd name="connsiteX2" fmla="*/ 0 w 1418773"/>
                <a:gd name="connsiteY2" fmla="*/ 1788605 h 2669857"/>
                <a:gd name="connsiteX3" fmla="*/ 1334797 w 1418773"/>
                <a:gd name="connsiteY3" fmla="*/ 2625249 h 2669857"/>
                <a:gd name="connsiteX4" fmla="*/ 1376234 w 1418773"/>
                <a:gd name="connsiteY4" fmla="*/ 2649191 h 2669857"/>
                <a:gd name="connsiteX5" fmla="*/ 1418772 w 1418773"/>
                <a:gd name="connsiteY5" fmla="*/ 2669857 h 2669857"/>
                <a:gd name="connsiteX0" fmla="*/ 1236077 w 1376233"/>
                <a:gd name="connsiteY0" fmla="*/ 0 h 2649191"/>
                <a:gd name="connsiteX1" fmla="*/ 1231596 w 1376233"/>
                <a:gd name="connsiteY1" fmla="*/ 890 h 2649191"/>
                <a:gd name="connsiteX2" fmla="*/ 0 w 1376233"/>
                <a:gd name="connsiteY2" fmla="*/ 1788605 h 2649191"/>
                <a:gd name="connsiteX3" fmla="*/ 1334797 w 1376233"/>
                <a:gd name="connsiteY3" fmla="*/ 2625249 h 2649191"/>
                <a:gd name="connsiteX4" fmla="*/ 1376234 w 1376233"/>
                <a:gd name="connsiteY4" fmla="*/ 2649191 h 2649191"/>
                <a:gd name="connsiteX0" fmla="*/ 1236077 w 1334797"/>
                <a:gd name="connsiteY0" fmla="*/ 0 h 2625249"/>
                <a:gd name="connsiteX1" fmla="*/ 1231596 w 1334797"/>
                <a:gd name="connsiteY1" fmla="*/ 890 h 2625249"/>
                <a:gd name="connsiteX2" fmla="*/ 0 w 1334797"/>
                <a:gd name="connsiteY2" fmla="*/ 1788605 h 2625249"/>
                <a:gd name="connsiteX3" fmla="*/ 1334797 w 1334797"/>
                <a:gd name="connsiteY3" fmla="*/ 2625249 h 2625249"/>
                <a:gd name="connsiteX0" fmla="*/ 1236077 w 1236077"/>
                <a:gd name="connsiteY0" fmla="*/ 0 h 1788605"/>
                <a:gd name="connsiteX1" fmla="*/ 1231596 w 1236077"/>
                <a:gd name="connsiteY1" fmla="*/ 890 h 1788605"/>
                <a:gd name="connsiteX2" fmla="*/ 0 w 1236077"/>
                <a:gd name="connsiteY2" fmla="*/ 1788605 h 1788605"/>
                <a:gd name="connsiteX0" fmla="*/ 1236077 w 1236077"/>
                <a:gd name="connsiteY0" fmla="*/ 0 h 1788605"/>
                <a:gd name="connsiteX1" fmla="*/ 0 w 1236077"/>
                <a:gd name="connsiteY1" fmla="*/ 1788605 h 1788605"/>
              </a:gdLst>
              <a:ahLst/>
              <a:cxnLst>
                <a:cxn ang="0">
                  <a:pos x="connsiteX0" y="connsiteY0"/>
                </a:cxn>
                <a:cxn ang="0">
                  <a:pos x="connsiteX1" y="connsiteY1"/>
                </a:cxn>
              </a:cxnLst>
              <a:rect l="l" t="t" r="r" b="b"/>
              <a:pathLst>
                <a:path w="1236077" h="1788605">
                  <a:moveTo>
                    <a:pt x="1236077" y="0"/>
                  </a:moveTo>
                  <a:lnTo>
                    <a:pt x="0" y="1788605"/>
                  </a:lnTo>
                </a:path>
              </a:pathLst>
            </a:custGeom>
            <a:solidFill>
              <a:srgbClr val="FAAF34"/>
            </a:solidFill>
            <a:ln w="22225" cap="rnd">
              <a:solidFill>
                <a:schemeClr val="tx1">
                  <a:lumMod val="50000"/>
                  <a:lumOff val="50000"/>
                </a:schemeClr>
              </a:solidFill>
            </a:ln>
          </p:spPr>
          <p:txBody>
            <a:bodyPr wrap="square" lIns="0" tIns="0" rIns="0" bIns="0" rtlCol="0"/>
            <a:lstStyle/>
            <a:p>
              <a:endParaRPr sz="372"/>
            </a:p>
          </p:txBody>
        </p:sp>
      </p:grpSp>
      <p:sp>
        <p:nvSpPr>
          <p:cNvPr id="8" name="Footer Placeholder 7">
            <a:extLst>
              <a:ext uri="{FF2B5EF4-FFF2-40B4-BE49-F238E27FC236}">
                <a16:creationId xmlns:a16="http://schemas.microsoft.com/office/drawing/2014/main" id="{8F208101-7D9D-C56B-49EB-3EA2C48106EE}"/>
              </a:ext>
            </a:extLst>
          </p:cNvPr>
          <p:cNvSpPr>
            <a:spLocks noGrp="1"/>
          </p:cNvSpPr>
          <p:nvPr>
            <p:ph type="ftr" sz="quarter" idx="1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L="0" algn="l" defTabSz="415525" rtl="0" eaLnBrk="1" latinLnBrk="0" hangingPunct="1">
              <a:defRPr lang="en-US" sz="800" b="0" kern="1200" spc="0" baseline="0">
                <a:solidFill>
                  <a:schemeClr val="tx1">
                    <a:lumMod val="65000"/>
                    <a:lumOff val="35000"/>
                  </a:schemeClr>
                </a:solidFill>
                <a:latin typeface="+mj-lt"/>
                <a:ea typeface="+mn-ea"/>
                <a:cs typeface="Arial" pitchFamily="34" charset="0"/>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a:lstStyle>
          <a:p>
            <a:pPr defTabSz="914355"/>
            <a:r>
              <a:rPr lang="en-SG"/>
              <a:t>TCS confidential</a:t>
            </a:r>
            <a:endParaRPr lang="en-US"/>
          </a:p>
        </p:txBody>
      </p:sp>
      <p:sp>
        <p:nvSpPr>
          <p:cNvPr id="11" name="Slide Number Placeholder 10">
            <a:extLst>
              <a:ext uri="{FF2B5EF4-FFF2-40B4-BE49-F238E27FC236}">
                <a16:creationId xmlns:a16="http://schemas.microsoft.com/office/drawing/2014/main" id="{21AE9B60-99EA-4C47-1B31-E91FE9F00219}"/>
              </a:ext>
            </a:extLst>
          </p:cNvPr>
          <p:cNvSpPr>
            <a:spLocks noGrp="1"/>
          </p:cNvSpPr>
          <p:nvPr>
            <p:ph type="sldNum" sz="quarter" idx="12"/>
          </p:nvPr>
        </p:nvSpPr>
        <p:spPr>
          <a:xfrm>
            <a:off x="4312604" y="4923599"/>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L="0" algn="ctr" defTabSz="415525" rtl="0" eaLnBrk="1" latinLnBrk="0" hangingPunct="1">
              <a:defRPr lang="en-IN" sz="800" b="1" kern="1200">
                <a:solidFill>
                  <a:schemeClr val="bg1">
                    <a:lumMod val="50000"/>
                  </a:schemeClr>
                </a:solidFill>
                <a:latin typeface="+mj-lt"/>
                <a:ea typeface="+mn-ea"/>
                <a:cs typeface="Arial" pitchFamily="34" charset="0"/>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a:lstStyle>
          <a:p>
            <a:fld id="{662A0901-ACEF-4BE9-9C8C-C119B421173E}" type="slidenum">
              <a:rPr lang="en-US" smtClean="0"/>
              <a:pPr/>
              <a:t>10</a:t>
            </a:fld>
            <a:endParaRPr 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7E50D0-E834-6DF2-D746-4C1400EBC81C}"/>
              </a:ext>
            </a:extLst>
          </p:cNvPr>
          <p:cNvSpPr>
            <a:spLocks noGrp="1"/>
          </p:cNvSpPr>
          <p:nvPr>
            <p:ph type="title"/>
          </p:nvPr>
        </p:nvSpPr>
        <p:spPr/>
        <p:txBody>
          <a:bodyPr/>
          <a:lstStyle/>
          <a:p>
            <a:r>
              <a:rPr lang="en-US" dirty="0"/>
              <a:t>Target State</a:t>
            </a:r>
          </a:p>
        </p:txBody>
      </p:sp>
      <p:sp>
        <p:nvSpPr>
          <p:cNvPr id="8" name="Freeform: Shape 7">
            <a:extLst>
              <a:ext uri="{FF2B5EF4-FFF2-40B4-BE49-F238E27FC236}">
                <a16:creationId xmlns:a16="http://schemas.microsoft.com/office/drawing/2014/main" id="{7F4F2B89-3E21-F830-AF0E-C77051D536FD}"/>
              </a:ext>
            </a:extLst>
          </p:cNvPr>
          <p:cNvSpPr/>
          <p:nvPr/>
        </p:nvSpPr>
        <p:spPr>
          <a:xfrm>
            <a:off x="3326490" y="2116124"/>
            <a:ext cx="2491896" cy="1064353"/>
          </a:xfrm>
          <a:custGeom>
            <a:avLst/>
            <a:gdLst>
              <a:gd name="connsiteX0" fmla="*/ 2491897 w 2491896"/>
              <a:gd name="connsiteY0" fmla="*/ 532177 h 1064353"/>
              <a:gd name="connsiteX1" fmla="*/ 2491897 w 2491896"/>
              <a:gd name="connsiteY1" fmla="*/ 532177 h 1064353"/>
              <a:gd name="connsiteX2" fmla="*/ 1939650 w 2491896"/>
              <a:gd name="connsiteY2" fmla="*/ 1064353 h 1064353"/>
              <a:gd name="connsiteX3" fmla="*/ 552247 w 2491896"/>
              <a:gd name="connsiteY3" fmla="*/ 1064353 h 1064353"/>
              <a:gd name="connsiteX4" fmla="*/ 0 w 2491896"/>
              <a:gd name="connsiteY4" fmla="*/ 532177 h 1064353"/>
              <a:gd name="connsiteX5" fmla="*/ 0 w 2491896"/>
              <a:gd name="connsiteY5" fmla="*/ 532177 h 1064353"/>
              <a:gd name="connsiteX6" fmla="*/ 552247 w 2491896"/>
              <a:gd name="connsiteY6" fmla="*/ 0 h 1064353"/>
              <a:gd name="connsiteX7" fmla="*/ 1939650 w 2491896"/>
              <a:gd name="connsiteY7" fmla="*/ 0 h 1064353"/>
              <a:gd name="connsiteX8" fmla="*/ 2491897 w 2491896"/>
              <a:gd name="connsiteY8" fmla="*/ 532177 h 1064353"/>
              <a:gd name="connsiteX9" fmla="*/ 2491897 w 2491896"/>
              <a:gd name="connsiteY9" fmla="*/ 532177 h 106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1896" h="1064353">
                <a:moveTo>
                  <a:pt x="2491897" y="532177"/>
                </a:moveTo>
                <a:lnTo>
                  <a:pt x="2491897" y="532177"/>
                </a:lnTo>
                <a:cubicBezTo>
                  <a:pt x="2491897" y="826088"/>
                  <a:pt x="2244679" y="1064353"/>
                  <a:pt x="1939650" y="1064353"/>
                </a:cubicBezTo>
                <a:lnTo>
                  <a:pt x="552247" y="1064353"/>
                </a:lnTo>
                <a:cubicBezTo>
                  <a:pt x="247276" y="1064353"/>
                  <a:pt x="0" y="826088"/>
                  <a:pt x="0" y="532177"/>
                </a:cubicBezTo>
                <a:lnTo>
                  <a:pt x="0" y="532177"/>
                </a:lnTo>
                <a:cubicBezTo>
                  <a:pt x="0" y="238265"/>
                  <a:pt x="247218" y="0"/>
                  <a:pt x="552247" y="0"/>
                </a:cubicBezTo>
                <a:lnTo>
                  <a:pt x="1939650" y="0"/>
                </a:lnTo>
                <a:cubicBezTo>
                  <a:pt x="2244620" y="0"/>
                  <a:pt x="2491897" y="238265"/>
                  <a:pt x="2491897" y="532177"/>
                </a:cubicBezTo>
                <a:lnTo>
                  <a:pt x="2491897" y="532177"/>
                </a:lnTo>
                <a:close/>
              </a:path>
            </a:pathLst>
          </a:custGeom>
          <a:solidFill>
            <a:srgbClr val="F6F6F6"/>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5080885-5019-2D92-41EF-83E2DCC214E4}"/>
              </a:ext>
            </a:extLst>
          </p:cNvPr>
          <p:cNvSpPr/>
          <p:nvPr/>
        </p:nvSpPr>
        <p:spPr>
          <a:xfrm>
            <a:off x="3430234" y="2243390"/>
            <a:ext cx="2284409" cy="864413"/>
          </a:xfrm>
          <a:custGeom>
            <a:avLst/>
            <a:gdLst>
              <a:gd name="connsiteX0" fmla="*/ 2284410 w 2284409"/>
              <a:gd name="connsiteY0" fmla="*/ 432178 h 864413"/>
              <a:gd name="connsiteX1" fmla="*/ 2284410 w 2284409"/>
              <a:gd name="connsiteY1" fmla="*/ 432178 h 864413"/>
              <a:gd name="connsiteX2" fmla="*/ 1835907 w 2284409"/>
              <a:gd name="connsiteY2" fmla="*/ 864414 h 864413"/>
              <a:gd name="connsiteX3" fmla="*/ 448503 w 2284409"/>
              <a:gd name="connsiteY3" fmla="*/ 864414 h 864413"/>
              <a:gd name="connsiteX4" fmla="*/ 0 w 2284409"/>
              <a:gd name="connsiteY4" fmla="*/ 432236 h 864413"/>
              <a:gd name="connsiteX5" fmla="*/ 0 w 2284409"/>
              <a:gd name="connsiteY5" fmla="*/ 432236 h 864413"/>
              <a:gd name="connsiteX6" fmla="*/ 448503 w 2284409"/>
              <a:gd name="connsiteY6" fmla="*/ 0 h 864413"/>
              <a:gd name="connsiteX7" fmla="*/ 1835907 w 2284409"/>
              <a:gd name="connsiteY7" fmla="*/ 0 h 864413"/>
              <a:gd name="connsiteX8" fmla="*/ 2284410 w 2284409"/>
              <a:gd name="connsiteY8" fmla="*/ 432178 h 864413"/>
              <a:gd name="connsiteX9" fmla="*/ 2284410 w 2284409"/>
              <a:gd name="connsiteY9" fmla="*/ 432178 h 86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4409" h="864413">
                <a:moveTo>
                  <a:pt x="2284410" y="432178"/>
                </a:moveTo>
                <a:lnTo>
                  <a:pt x="2284410" y="432178"/>
                </a:lnTo>
                <a:cubicBezTo>
                  <a:pt x="2284410" y="670853"/>
                  <a:pt x="2083593" y="864414"/>
                  <a:pt x="1835907" y="864414"/>
                </a:cubicBezTo>
                <a:lnTo>
                  <a:pt x="448503" y="864414"/>
                </a:lnTo>
                <a:cubicBezTo>
                  <a:pt x="200817" y="864414"/>
                  <a:pt x="0" y="670911"/>
                  <a:pt x="0" y="432236"/>
                </a:cubicBezTo>
                <a:lnTo>
                  <a:pt x="0" y="432236"/>
                </a:lnTo>
                <a:cubicBezTo>
                  <a:pt x="0" y="193561"/>
                  <a:pt x="200817" y="0"/>
                  <a:pt x="448503" y="0"/>
                </a:cubicBezTo>
                <a:lnTo>
                  <a:pt x="1835907" y="0"/>
                </a:lnTo>
                <a:cubicBezTo>
                  <a:pt x="2083593" y="0"/>
                  <a:pt x="2284410" y="193503"/>
                  <a:pt x="2284410" y="432178"/>
                </a:cubicBezTo>
                <a:lnTo>
                  <a:pt x="2284410" y="432178"/>
                </a:lnTo>
                <a:close/>
              </a:path>
            </a:pathLst>
          </a:custGeom>
          <a:solidFill>
            <a:srgbClr val="D8D8D8"/>
          </a:solid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62BE6FA-7372-631B-7962-C620781F82BA}"/>
              </a:ext>
            </a:extLst>
          </p:cNvPr>
          <p:cNvSpPr/>
          <p:nvPr/>
        </p:nvSpPr>
        <p:spPr>
          <a:xfrm>
            <a:off x="3430234" y="2216064"/>
            <a:ext cx="2284409" cy="864472"/>
          </a:xfrm>
          <a:custGeom>
            <a:avLst/>
            <a:gdLst>
              <a:gd name="connsiteX0" fmla="*/ 2284410 w 2284409"/>
              <a:gd name="connsiteY0" fmla="*/ 432236 h 864472"/>
              <a:gd name="connsiteX1" fmla="*/ 2284410 w 2284409"/>
              <a:gd name="connsiteY1" fmla="*/ 432236 h 864472"/>
              <a:gd name="connsiteX2" fmla="*/ 1835907 w 2284409"/>
              <a:gd name="connsiteY2" fmla="*/ 864472 h 864472"/>
              <a:gd name="connsiteX3" fmla="*/ 448503 w 2284409"/>
              <a:gd name="connsiteY3" fmla="*/ 864472 h 864472"/>
              <a:gd name="connsiteX4" fmla="*/ 0 w 2284409"/>
              <a:gd name="connsiteY4" fmla="*/ 432236 h 864472"/>
              <a:gd name="connsiteX5" fmla="*/ 0 w 2284409"/>
              <a:gd name="connsiteY5" fmla="*/ 432236 h 864472"/>
              <a:gd name="connsiteX6" fmla="*/ 448503 w 2284409"/>
              <a:gd name="connsiteY6" fmla="*/ 0 h 864472"/>
              <a:gd name="connsiteX7" fmla="*/ 1835907 w 2284409"/>
              <a:gd name="connsiteY7" fmla="*/ 0 h 864472"/>
              <a:gd name="connsiteX8" fmla="*/ 2284410 w 2284409"/>
              <a:gd name="connsiteY8" fmla="*/ 432236 h 864472"/>
              <a:gd name="connsiteX9" fmla="*/ 2284410 w 2284409"/>
              <a:gd name="connsiteY9" fmla="*/ 432236 h 86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4409" h="864472">
                <a:moveTo>
                  <a:pt x="2284410" y="432236"/>
                </a:moveTo>
                <a:lnTo>
                  <a:pt x="2284410" y="432236"/>
                </a:lnTo>
                <a:cubicBezTo>
                  <a:pt x="2284410" y="670911"/>
                  <a:pt x="2083593" y="864472"/>
                  <a:pt x="1835907" y="864472"/>
                </a:cubicBezTo>
                <a:lnTo>
                  <a:pt x="448503" y="864472"/>
                </a:lnTo>
                <a:cubicBezTo>
                  <a:pt x="200817" y="864472"/>
                  <a:pt x="0" y="670970"/>
                  <a:pt x="0" y="432236"/>
                </a:cubicBezTo>
                <a:lnTo>
                  <a:pt x="0" y="432236"/>
                </a:lnTo>
                <a:cubicBezTo>
                  <a:pt x="0" y="193561"/>
                  <a:pt x="200817" y="0"/>
                  <a:pt x="448503" y="0"/>
                </a:cubicBezTo>
                <a:lnTo>
                  <a:pt x="1835907" y="0"/>
                </a:lnTo>
                <a:cubicBezTo>
                  <a:pt x="2083593" y="0"/>
                  <a:pt x="2284410" y="193503"/>
                  <a:pt x="2284410" y="432236"/>
                </a:cubicBezTo>
                <a:lnTo>
                  <a:pt x="2284410" y="432236"/>
                </a:lnTo>
                <a:close/>
              </a:path>
            </a:pathLst>
          </a:custGeom>
          <a:solidFill>
            <a:srgbClr val="FFFFFF"/>
          </a:solidFill>
          <a:ln w="0" cap="flat">
            <a:noFill/>
            <a:prstDash val="solid"/>
            <a:miter/>
          </a:ln>
        </p:spPr>
        <p:txBody>
          <a:bodyPr rtlCol="0" anchor="ctr"/>
          <a:lstStyle/>
          <a:p>
            <a:pPr algn="ctr"/>
            <a:r>
              <a:rPr lang="en-US" sz="1600" b="1" dirty="0">
                <a:latin typeface="+mj-lt"/>
              </a:rPr>
              <a:t>Target state vision</a:t>
            </a:r>
          </a:p>
        </p:txBody>
      </p:sp>
      <p:sp>
        <p:nvSpPr>
          <p:cNvPr id="11" name="Freeform: Shape 10">
            <a:extLst>
              <a:ext uri="{FF2B5EF4-FFF2-40B4-BE49-F238E27FC236}">
                <a16:creationId xmlns:a16="http://schemas.microsoft.com/office/drawing/2014/main" id="{83AF8647-1FCF-81FD-418F-F38B63B0FB4A}"/>
              </a:ext>
            </a:extLst>
          </p:cNvPr>
          <p:cNvSpPr/>
          <p:nvPr/>
        </p:nvSpPr>
        <p:spPr>
          <a:xfrm>
            <a:off x="2292330" y="971374"/>
            <a:ext cx="2078852" cy="3353619"/>
          </a:xfrm>
          <a:custGeom>
            <a:avLst/>
            <a:gdLst>
              <a:gd name="connsiteX0" fmla="*/ 1559491 w 2078852"/>
              <a:gd name="connsiteY0" fmla="*/ 1002622 h 3353619"/>
              <a:gd name="connsiteX1" fmla="*/ 1558672 w 2078852"/>
              <a:gd name="connsiteY1" fmla="*/ 1002622 h 3353619"/>
              <a:gd name="connsiteX2" fmla="*/ 1527250 w 2078852"/>
              <a:gd name="connsiteY2" fmla="*/ 1003500 h 3353619"/>
              <a:gd name="connsiteX3" fmla="*/ 1468679 w 2078852"/>
              <a:gd name="connsiteY3" fmla="*/ 1009000 h 3353619"/>
              <a:gd name="connsiteX4" fmla="*/ 1341764 w 2078852"/>
              <a:gd name="connsiteY4" fmla="*/ 1039368 h 3353619"/>
              <a:gd name="connsiteX5" fmla="*/ 1213152 w 2078852"/>
              <a:gd name="connsiteY5" fmla="*/ 1099695 h 3353619"/>
              <a:gd name="connsiteX6" fmla="*/ 1096711 w 2078852"/>
              <a:gd name="connsiteY6" fmla="*/ 1188810 h 3353619"/>
              <a:gd name="connsiteX7" fmla="*/ 994957 w 2078852"/>
              <a:gd name="connsiteY7" fmla="*/ 1311746 h 3353619"/>
              <a:gd name="connsiteX8" fmla="*/ 927140 w 2078852"/>
              <a:gd name="connsiteY8" fmla="*/ 1448960 h 3353619"/>
              <a:gd name="connsiteX9" fmla="*/ 895718 w 2078852"/>
              <a:gd name="connsiteY9" fmla="*/ 1572130 h 3353619"/>
              <a:gd name="connsiteX10" fmla="*/ 889282 w 2078852"/>
              <a:gd name="connsiteY10" fmla="*/ 1629297 h 3353619"/>
              <a:gd name="connsiteX11" fmla="*/ 887878 w 2078852"/>
              <a:gd name="connsiteY11" fmla="*/ 1658378 h 3353619"/>
              <a:gd name="connsiteX12" fmla="*/ 887878 w 2078852"/>
              <a:gd name="connsiteY12" fmla="*/ 1659080 h 3353619"/>
              <a:gd name="connsiteX13" fmla="*/ 536507 w 2078852"/>
              <a:gd name="connsiteY13" fmla="*/ 1659080 h 3353619"/>
              <a:gd name="connsiteX14" fmla="*/ 536799 w 2078852"/>
              <a:gd name="connsiteY14" fmla="*/ 1676868 h 3353619"/>
              <a:gd name="connsiteX15" fmla="*/ 17788 w 2078852"/>
              <a:gd name="connsiteY15" fmla="*/ 1157857 h 3353619"/>
              <a:gd name="connsiteX16" fmla="*/ 0 w 2078852"/>
              <a:gd name="connsiteY16" fmla="*/ 1175645 h 3353619"/>
              <a:gd name="connsiteX17" fmla="*/ 17788 w 2078852"/>
              <a:gd name="connsiteY17" fmla="*/ 1193433 h 3353619"/>
              <a:gd name="connsiteX18" fmla="*/ 501223 w 2078852"/>
              <a:gd name="connsiteY18" fmla="*/ 1676868 h 3353619"/>
              <a:gd name="connsiteX19" fmla="*/ 501223 w 2078852"/>
              <a:gd name="connsiteY19" fmla="*/ 1676868 h 3353619"/>
              <a:gd name="connsiteX20" fmla="*/ 17788 w 2078852"/>
              <a:gd name="connsiteY20" fmla="*/ 2160303 h 3353619"/>
              <a:gd name="connsiteX21" fmla="*/ 0 w 2078852"/>
              <a:gd name="connsiteY21" fmla="*/ 2178091 h 3353619"/>
              <a:gd name="connsiteX22" fmla="*/ 17788 w 2078852"/>
              <a:gd name="connsiteY22" fmla="*/ 2195879 h 3353619"/>
              <a:gd name="connsiteX23" fmla="*/ 536799 w 2078852"/>
              <a:gd name="connsiteY23" fmla="*/ 1676868 h 3353619"/>
              <a:gd name="connsiteX24" fmla="*/ 536507 w 2078852"/>
              <a:gd name="connsiteY24" fmla="*/ 1694656 h 3353619"/>
              <a:gd name="connsiteX25" fmla="*/ 887819 w 2078852"/>
              <a:gd name="connsiteY25" fmla="*/ 1694656 h 3353619"/>
              <a:gd name="connsiteX26" fmla="*/ 1559432 w 2078852"/>
              <a:gd name="connsiteY26" fmla="*/ 2351173 h 3353619"/>
              <a:gd name="connsiteX27" fmla="*/ 1559842 w 2078852"/>
              <a:gd name="connsiteY27" fmla="*/ 2351173 h 3353619"/>
              <a:gd name="connsiteX28" fmla="*/ 2043277 w 2078852"/>
              <a:gd name="connsiteY28" fmla="*/ 2834608 h 3353619"/>
              <a:gd name="connsiteX29" fmla="*/ 2043277 w 2078852"/>
              <a:gd name="connsiteY29" fmla="*/ 2834608 h 3353619"/>
              <a:gd name="connsiteX30" fmla="*/ 1559842 w 2078852"/>
              <a:gd name="connsiteY30" fmla="*/ 3318044 h 3353619"/>
              <a:gd name="connsiteX31" fmla="*/ 1542054 w 2078852"/>
              <a:gd name="connsiteY31" fmla="*/ 3335831 h 3353619"/>
              <a:gd name="connsiteX32" fmla="*/ 1559842 w 2078852"/>
              <a:gd name="connsiteY32" fmla="*/ 3353619 h 3353619"/>
              <a:gd name="connsiteX33" fmla="*/ 2078853 w 2078852"/>
              <a:gd name="connsiteY33" fmla="*/ 2834608 h 3353619"/>
              <a:gd name="connsiteX34" fmla="*/ 2078853 w 2078852"/>
              <a:gd name="connsiteY34" fmla="*/ 2834608 h 3353619"/>
              <a:gd name="connsiteX35" fmla="*/ 1559842 w 2078852"/>
              <a:gd name="connsiteY35" fmla="*/ 2315597 h 3353619"/>
              <a:gd name="connsiteX36" fmla="*/ 1562358 w 2078852"/>
              <a:gd name="connsiteY36" fmla="*/ 2315597 h 3353619"/>
              <a:gd name="connsiteX37" fmla="*/ 1561890 w 2078852"/>
              <a:gd name="connsiteY37" fmla="*/ 2315597 h 3353619"/>
              <a:gd name="connsiteX38" fmla="*/ 923103 w 2078852"/>
              <a:gd name="connsiteY38" fmla="*/ 1676810 h 3353619"/>
              <a:gd name="connsiteX39" fmla="*/ 923103 w 2078852"/>
              <a:gd name="connsiteY39" fmla="*/ 1676810 h 3353619"/>
              <a:gd name="connsiteX40" fmla="*/ 1561890 w 2078852"/>
              <a:gd name="connsiteY40" fmla="*/ 1038022 h 3353619"/>
              <a:gd name="connsiteX41" fmla="*/ 1562358 w 2078852"/>
              <a:gd name="connsiteY41" fmla="*/ 1038022 h 3353619"/>
              <a:gd name="connsiteX42" fmla="*/ 1559842 w 2078852"/>
              <a:gd name="connsiteY42" fmla="*/ 1038022 h 3353619"/>
              <a:gd name="connsiteX43" fmla="*/ 2078853 w 2078852"/>
              <a:gd name="connsiteY43" fmla="*/ 519011 h 3353619"/>
              <a:gd name="connsiteX44" fmla="*/ 2078853 w 2078852"/>
              <a:gd name="connsiteY44" fmla="*/ 519011 h 3353619"/>
              <a:gd name="connsiteX45" fmla="*/ 1559842 w 2078852"/>
              <a:gd name="connsiteY45" fmla="*/ 0 h 3353619"/>
              <a:gd name="connsiteX46" fmla="*/ 1542054 w 2078852"/>
              <a:gd name="connsiteY46" fmla="*/ 17788 h 3353619"/>
              <a:gd name="connsiteX47" fmla="*/ 1559842 w 2078852"/>
              <a:gd name="connsiteY47" fmla="*/ 35576 h 3353619"/>
              <a:gd name="connsiteX48" fmla="*/ 2043277 w 2078852"/>
              <a:gd name="connsiteY48" fmla="*/ 519011 h 3353619"/>
              <a:gd name="connsiteX49" fmla="*/ 2043277 w 2078852"/>
              <a:gd name="connsiteY49" fmla="*/ 519011 h 3353619"/>
              <a:gd name="connsiteX50" fmla="*/ 1559842 w 2078852"/>
              <a:gd name="connsiteY50" fmla="*/ 1002446 h 3353619"/>
              <a:gd name="connsiteX51" fmla="*/ 1559432 w 2078852"/>
              <a:gd name="connsiteY51" fmla="*/ 1002446 h 3353619"/>
              <a:gd name="connsiteX52" fmla="*/ 1559432 w 2078852"/>
              <a:gd name="connsiteY52" fmla="*/ 1002446 h 3353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078852" h="3353619">
                <a:moveTo>
                  <a:pt x="1559491" y="1002622"/>
                </a:moveTo>
                <a:lnTo>
                  <a:pt x="1558672" y="1002622"/>
                </a:lnTo>
                <a:cubicBezTo>
                  <a:pt x="1548198" y="1002680"/>
                  <a:pt x="1537724" y="1002973"/>
                  <a:pt x="1527250" y="1003500"/>
                </a:cubicBezTo>
                <a:cubicBezTo>
                  <a:pt x="1507648" y="1004494"/>
                  <a:pt x="1488105" y="1006308"/>
                  <a:pt x="1468679" y="1009000"/>
                </a:cubicBezTo>
                <a:cubicBezTo>
                  <a:pt x="1425496" y="1014968"/>
                  <a:pt x="1382957" y="1025149"/>
                  <a:pt x="1341764" y="1039368"/>
                </a:cubicBezTo>
                <a:cubicBezTo>
                  <a:pt x="1296943" y="1054874"/>
                  <a:pt x="1253760" y="1075120"/>
                  <a:pt x="1213152" y="1099695"/>
                </a:cubicBezTo>
                <a:cubicBezTo>
                  <a:pt x="1171257" y="1125090"/>
                  <a:pt x="1132170" y="1154990"/>
                  <a:pt x="1096711" y="1188810"/>
                </a:cubicBezTo>
                <a:cubicBezTo>
                  <a:pt x="1058092" y="1225615"/>
                  <a:pt x="1023862" y="1266984"/>
                  <a:pt x="994957" y="1311746"/>
                </a:cubicBezTo>
                <a:cubicBezTo>
                  <a:pt x="967221" y="1354695"/>
                  <a:pt x="944401" y="1400803"/>
                  <a:pt x="927140" y="1448960"/>
                </a:cubicBezTo>
                <a:cubicBezTo>
                  <a:pt x="912804" y="1488924"/>
                  <a:pt x="902272" y="1530234"/>
                  <a:pt x="895718" y="1572130"/>
                </a:cubicBezTo>
                <a:cubicBezTo>
                  <a:pt x="892734" y="1591088"/>
                  <a:pt x="890628" y="1610163"/>
                  <a:pt x="889282" y="1629297"/>
                </a:cubicBezTo>
                <a:cubicBezTo>
                  <a:pt x="888580" y="1639010"/>
                  <a:pt x="888170" y="1648723"/>
                  <a:pt x="887878" y="1658378"/>
                </a:cubicBezTo>
                <a:lnTo>
                  <a:pt x="887878" y="1659080"/>
                </a:lnTo>
                <a:lnTo>
                  <a:pt x="536507" y="1659080"/>
                </a:lnTo>
                <a:lnTo>
                  <a:pt x="536799" y="1676868"/>
                </a:lnTo>
                <a:cubicBezTo>
                  <a:pt x="536799" y="1390213"/>
                  <a:pt x="304444" y="1157857"/>
                  <a:pt x="17788" y="1157857"/>
                </a:cubicBezTo>
                <a:cubicBezTo>
                  <a:pt x="7958" y="1157857"/>
                  <a:pt x="0" y="1165815"/>
                  <a:pt x="0" y="1175645"/>
                </a:cubicBezTo>
                <a:cubicBezTo>
                  <a:pt x="0" y="1185475"/>
                  <a:pt x="7958" y="1193433"/>
                  <a:pt x="17788" y="1193433"/>
                </a:cubicBezTo>
                <a:cubicBezTo>
                  <a:pt x="284783" y="1193433"/>
                  <a:pt x="501223" y="1409873"/>
                  <a:pt x="501223" y="1676868"/>
                </a:cubicBezTo>
                <a:lnTo>
                  <a:pt x="501223" y="1676868"/>
                </a:lnTo>
                <a:cubicBezTo>
                  <a:pt x="501223" y="1943863"/>
                  <a:pt x="284783" y="2160303"/>
                  <a:pt x="17788" y="2160303"/>
                </a:cubicBezTo>
                <a:cubicBezTo>
                  <a:pt x="7958" y="2160303"/>
                  <a:pt x="0" y="2168261"/>
                  <a:pt x="0" y="2178091"/>
                </a:cubicBezTo>
                <a:cubicBezTo>
                  <a:pt x="0" y="2187922"/>
                  <a:pt x="7958" y="2195879"/>
                  <a:pt x="17788" y="2195879"/>
                </a:cubicBezTo>
                <a:cubicBezTo>
                  <a:pt x="304444" y="2195879"/>
                  <a:pt x="536799" y="1963524"/>
                  <a:pt x="536799" y="1676868"/>
                </a:cubicBezTo>
                <a:lnTo>
                  <a:pt x="536507" y="1694656"/>
                </a:lnTo>
                <a:lnTo>
                  <a:pt x="887819" y="1694656"/>
                </a:lnTo>
                <a:cubicBezTo>
                  <a:pt x="897240" y="2058022"/>
                  <a:pt x="1194135" y="2349886"/>
                  <a:pt x="1559432" y="2351173"/>
                </a:cubicBezTo>
                <a:cubicBezTo>
                  <a:pt x="1559549" y="2351173"/>
                  <a:pt x="1559725" y="2351173"/>
                  <a:pt x="1559842" y="2351173"/>
                </a:cubicBezTo>
                <a:cubicBezTo>
                  <a:pt x="1826837" y="2351173"/>
                  <a:pt x="2043277" y="2567613"/>
                  <a:pt x="2043277" y="2834608"/>
                </a:cubicBezTo>
                <a:lnTo>
                  <a:pt x="2043277" y="2834608"/>
                </a:lnTo>
                <a:cubicBezTo>
                  <a:pt x="2043277" y="3101603"/>
                  <a:pt x="1826837" y="3318044"/>
                  <a:pt x="1559842" y="3318044"/>
                </a:cubicBezTo>
                <a:cubicBezTo>
                  <a:pt x="1550012" y="3318044"/>
                  <a:pt x="1542054" y="3326001"/>
                  <a:pt x="1542054" y="3335831"/>
                </a:cubicBezTo>
                <a:cubicBezTo>
                  <a:pt x="1542054" y="3345662"/>
                  <a:pt x="1550012" y="3353619"/>
                  <a:pt x="1559842" y="3353619"/>
                </a:cubicBezTo>
                <a:cubicBezTo>
                  <a:pt x="1846497" y="3353619"/>
                  <a:pt x="2078853" y="3121264"/>
                  <a:pt x="2078853" y="2834608"/>
                </a:cubicBezTo>
                <a:lnTo>
                  <a:pt x="2078853" y="2834608"/>
                </a:lnTo>
                <a:cubicBezTo>
                  <a:pt x="2078853" y="2547953"/>
                  <a:pt x="1846497" y="2315597"/>
                  <a:pt x="1559842" y="2315597"/>
                </a:cubicBezTo>
                <a:lnTo>
                  <a:pt x="1562358" y="2315597"/>
                </a:lnTo>
                <a:cubicBezTo>
                  <a:pt x="1562358" y="2315597"/>
                  <a:pt x="1562065" y="2315597"/>
                  <a:pt x="1561890" y="2315597"/>
                </a:cubicBezTo>
                <a:cubicBezTo>
                  <a:pt x="1209114" y="2315597"/>
                  <a:pt x="923103" y="2029585"/>
                  <a:pt x="923103" y="1676810"/>
                </a:cubicBezTo>
                <a:lnTo>
                  <a:pt x="923103" y="1676810"/>
                </a:lnTo>
                <a:cubicBezTo>
                  <a:pt x="923103" y="1324034"/>
                  <a:pt x="1209114" y="1038022"/>
                  <a:pt x="1561890" y="1038022"/>
                </a:cubicBezTo>
                <a:cubicBezTo>
                  <a:pt x="1562065" y="1038022"/>
                  <a:pt x="1562182" y="1038022"/>
                  <a:pt x="1562358" y="1038022"/>
                </a:cubicBezTo>
                <a:lnTo>
                  <a:pt x="1559842" y="1038022"/>
                </a:lnTo>
                <a:cubicBezTo>
                  <a:pt x="1846497" y="1038022"/>
                  <a:pt x="2078853" y="805667"/>
                  <a:pt x="2078853" y="519011"/>
                </a:cubicBezTo>
                <a:lnTo>
                  <a:pt x="2078853" y="519011"/>
                </a:lnTo>
                <a:cubicBezTo>
                  <a:pt x="2078853" y="232355"/>
                  <a:pt x="1846497" y="0"/>
                  <a:pt x="1559842" y="0"/>
                </a:cubicBezTo>
                <a:cubicBezTo>
                  <a:pt x="1550012" y="0"/>
                  <a:pt x="1542054" y="7958"/>
                  <a:pt x="1542054" y="17788"/>
                </a:cubicBezTo>
                <a:cubicBezTo>
                  <a:pt x="1542054" y="27618"/>
                  <a:pt x="1550012" y="35576"/>
                  <a:pt x="1559842" y="35576"/>
                </a:cubicBezTo>
                <a:cubicBezTo>
                  <a:pt x="1826837" y="35576"/>
                  <a:pt x="2043277" y="252016"/>
                  <a:pt x="2043277" y="519011"/>
                </a:cubicBezTo>
                <a:lnTo>
                  <a:pt x="2043277" y="519011"/>
                </a:lnTo>
                <a:cubicBezTo>
                  <a:pt x="2043277" y="786006"/>
                  <a:pt x="1826837" y="1002446"/>
                  <a:pt x="1559842" y="1002446"/>
                </a:cubicBezTo>
                <a:cubicBezTo>
                  <a:pt x="1559725" y="1002446"/>
                  <a:pt x="1559549" y="1002446"/>
                  <a:pt x="1559432" y="1002446"/>
                </a:cubicBezTo>
                <a:lnTo>
                  <a:pt x="1559432" y="1002446"/>
                </a:lnTo>
                <a:close/>
              </a:path>
            </a:pathLst>
          </a:custGeom>
          <a:solidFill>
            <a:schemeClr val="bg1">
              <a:lumMod val="75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E17BE04-4AAA-E3DC-9E95-03F81311531F}"/>
              </a:ext>
            </a:extLst>
          </p:cNvPr>
          <p:cNvSpPr/>
          <p:nvPr/>
        </p:nvSpPr>
        <p:spPr>
          <a:xfrm>
            <a:off x="4764624" y="971374"/>
            <a:ext cx="2078852" cy="3353619"/>
          </a:xfrm>
          <a:custGeom>
            <a:avLst/>
            <a:gdLst>
              <a:gd name="connsiteX0" fmla="*/ 519362 w 2078852"/>
              <a:gd name="connsiteY0" fmla="*/ 1002622 h 3353619"/>
              <a:gd name="connsiteX1" fmla="*/ 520181 w 2078852"/>
              <a:gd name="connsiteY1" fmla="*/ 1002622 h 3353619"/>
              <a:gd name="connsiteX2" fmla="*/ 551603 w 2078852"/>
              <a:gd name="connsiteY2" fmla="*/ 1003500 h 3353619"/>
              <a:gd name="connsiteX3" fmla="*/ 610175 w 2078852"/>
              <a:gd name="connsiteY3" fmla="*/ 1009000 h 3353619"/>
              <a:gd name="connsiteX4" fmla="*/ 737090 w 2078852"/>
              <a:gd name="connsiteY4" fmla="*/ 1039368 h 3353619"/>
              <a:gd name="connsiteX5" fmla="*/ 865701 w 2078852"/>
              <a:gd name="connsiteY5" fmla="*/ 1099695 h 3353619"/>
              <a:gd name="connsiteX6" fmla="*/ 982142 w 2078852"/>
              <a:gd name="connsiteY6" fmla="*/ 1188810 h 3353619"/>
              <a:gd name="connsiteX7" fmla="*/ 1083896 w 2078852"/>
              <a:gd name="connsiteY7" fmla="*/ 1311746 h 3353619"/>
              <a:gd name="connsiteX8" fmla="*/ 1151713 w 2078852"/>
              <a:gd name="connsiteY8" fmla="*/ 1448960 h 3353619"/>
              <a:gd name="connsiteX9" fmla="*/ 1183135 w 2078852"/>
              <a:gd name="connsiteY9" fmla="*/ 1572130 h 3353619"/>
              <a:gd name="connsiteX10" fmla="*/ 1189571 w 2078852"/>
              <a:gd name="connsiteY10" fmla="*/ 1629297 h 3353619"/>
              <a:gd name="connsiteX11" fmla="*/ 1190976 w 2078852"/>
              <a:gd name="connsiteY11" fmla="*/ 1658378 h 3353619"/>
              <a:gd name="connsiteX12" fmla="*/ 1190976 w 2078852"/>
              <a:gd name="connsiteY12" fmla="*/ 1659080 h 3353619"/>
              <a:gd name="connsiteX13" fmla="*/ 1542347 w 2078852"/>
              <a:gd name="connsiteY13" fmla="*/ 1659080 h 3353619"/>
              <a:gd name="connsiteX14" fmla="*/ 1542054 w 2078852"/>
              <a:gd name="connsiteY14" fmla="*/ 1676868 h 3353619"/>
              <a:gd name="connsiteX15" fmla="*/ 2061065 w 2078852"/>
              <a:gd name="connsiteY15" fmla="*/ 1157857 h 3353619"/>
              <a:gd name="connsiteX16" fmla="*/ 2078853 w 2078852"/>
              <a:gd name="connsiteY16" fmla="*/ 1175645 h 3353619"/>
              <a:gd name="connsiteX17" fmla="*/ 2061065 w 2078852"/>
              <a:gd name="connsiteY17" fmla="*/ 1193433 h 3353619"/>
              <a:gd name="connsiteX18" fmla="*/ 1577630 w 2078852"/>
              <a:gd name="connsiteY18" fmla="*/ 1676868 h 3353619"/>
              <a:gd name="connsiteX19" fmla="*/ 1577630 w 2078852"/>
              <a:gd name="connsiteY19" fmla="*/ 1676868 h 3353619"/>
              <a:gd name="connsiteX20" fmla="*/ 2061065 w 2078852"/>
              <a:gd name="connsiteY20" fmla="*/ 2160303 h 3353619"/>
              <a:gd name="connsiteX21" fmla="*/ 2078853 w 2078852"/>
              <a:gd name="connsiteY21" fmla="*/ 2178091 h 3353619"/>
              <a:gd name="connsiteX22" fmla="*/ 2061065 w 2078852"/>
              <a:gd name="connsiteY22" fmla="*/ 2195879 h 3353619"/>
              <a:gd name="connsiteX23" fmla="*/ 1542054 w 2078852"/>
              <a:gd name="connsiteY23" fmla="*/ 1676868 h 3353619"/>
              <a:gd name="connsiteX24" fmla="*/ 1542347 w 2078852"/>
              <a:gd name="connsiteY24" fmla="*/ 1694656 h 3353619"/>
              <a:gd name="connsiteX25" fmla="*/ 1191034 w 2078852"/>
              <a:gd name="connsiteY25" fmla="*/ 1694656 h 3353619"/>
              <a:gd name="connsiteX26" fmla="*/ 519421 w 2078852"/>
              <a:gd name="connsiteY26" fmla="*/ 2351173 h 3353619"/>
              <a:gd name="connsiteX27" fmla="*/ 519011 w 2078852"/>
              <a:gd name="connsiteY27" fmla="*/ 2351173 h 3353619"/>
              <a:gd name="connsiteX28" fmla="*/ 35576 w 2078852"/>
              <a:gd name="connsiteY28" fmla="*/ 2834608 h 3353619"/>
              <a:gd name="connsiteX29" fmla="*/ 35576 w 2078852"/>
              <a:gd name="connsiteY29" fmla="*/ 2834608 h 3353619"/>
              <a:gd name="connsiteX30" fmla="*/ 519011 w 2078852"/>
              <a:gd name="connsiteY30" fmla="*/ 3318044 h 3353619"/>
              <a:gd name="connsiteX31" fmla="*/ 536799 w 2078852"/>
              <a:gd name="connsiteY31" fmla="*/ 3335831 h 3353619"/>
              <a:gd name="connsiteX32" fmla="*/ 519011 w 2078852"/>
              <a:gd name="connsiteY32" fmla="*/ 3353619 h 3353619"/>
              <a:gd name="connsiteX33" fmla="*/ 0 w 2078852"/>
              <a:gd name="connsiteY33" fmla="*/ 2834608 h 3353619"/>
              <a:gd name="connsiteX34" fmla="*/ 0 w 2078852"/>
              <a:gd name="connsiteY34" fmla="*/ 2834608 h 3353619"/>
              <a:gd name="connsiteX35" fmla="*/ 519011 w 2078852"/>
              <a:gd name="connsiteY35" fmla="*/ 2315597 h 3353619"/>
              <a:gd name="connsiteX36" fmla="*/ 516495 w 2078852"/>
              <a:gd name="connsiteY36" fmla="*/ 2315597 h 3353619"/>
              <a:gd name="connsiteX37" fmla="*/ 516963 w 2078852"/>
              <a:gd name="connsiteY37" fmla="*/ 2315597 h 3353619"/>
              <a:gd name="connsiteX38" fmla="*/ 1155751 w 2078852"/>
              <a:gd name="connsiteY38" fmla="*/ 1676810 h 3353619"/>
              <a:gd name="connsiteX39" fmla="*/ 1155751 w 2078852"/>
              <a:gd name="connsiteY39" fmla="*/ 1676810 h 3353619"/>
              <a:gd name="connsiteX40" fmla="*/ 516963 w 2078852"/>
              <a:gd name="connsiteY40" fmla="*/ 1038022 h 3353619"/>
              <a:gd name="connsiteX41" fmla="*/ 516495 w 2078852"/>
              <a:gd name="connsiteY41" fmla="*/ 1038022 h 3353619"/>
              <a:gd name="connsiteX42" fmla="*/ 519011 w 2078852"/>
              <a:gd name="connsiteY42" fmla="*/ 1038022 h 3353619"/>
              <a:gd name="connsiteX43" fmla="*/ 0 w 2078852"/>
              <a:gd name="connsiteY43" fmla="*/ 519011 h 3353619"/>
              <a:gd name="connsiteX44" fmla="*/ 0 w 2078852"/>
              <a:gd name="connsiteY44" fmla="*/ 519011 h 3353619"/>
              <a:gd name="connsiteX45" fmla="*/ 519011 w 2078852"/>
              <a:gd name="connsiteY45" fmla="*/ 0 h 3353619"/>
              <a:gd name="connsiteX46" fmla="*/ 536799 w 2078852"/>
              <a:gd name="connsiteY46" fmla="*/ 17788 h 3353619"/>
              <a:gd name="connsiteX47" fmla="*/ 519011 w 2078852"/>
              <a:gd name="connsiteY47" fmla="*/ 35576 h 3353619"/>
              <a:gd name="connsiteX48" fmla="*/ 35576 w 2078852"/>
              <a:gd name="connsiteY48" fmla="*/ 519011 h 3353619"/>
              <a:gd name="connsiteX49" fmla="*/ 35576 w 2078852"/>
              <a:gd name="connsiteY49" fmla="*/ 519011 h 3353619"/>
              <a:gd name="connsiteX50" fmla="*/ 519011 w 2078852"/>
              <a:gd name="connsiteY50" fmla="*/ 1002446 h 3353619"/>
              <a:gd name="connsiteX51" fmla="*/ 519421 w 2078852"/>
              <a:gd name="connsiteY51" fmla="*/ 1002446 h 3353619"/>
              <a:gd name="connsiteX52" fmla="*/ 519421 w 2078852"/>
              <a:gd name="connsiteY52" fmla="*/ 1002446 h 3353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078852" h="3353619">
                <a:moveTo>
                  <a:pt x="519362" y="1002622"/>
                </a:moveTo>
                <a:lnTo>
                  <a:pt x="520181" y="1002622"/>
                </a:lnTo>
                <a:cubicBezTo>
                  <a:pt x="530655" y="1002680"/>
                  <a:pt x="541129" y="1002973"/>
                  <a:pt x="551603" y="1003500"/>
                </a:cubicBezTo>
                <a:cubicBezTo>
                  <a:pt x="571205" y="1004494"/>
                  <a:pt x="590748" y="1006308"/>
                  <a:pt x="610175" y="1009000"/>
                </a:cubicBezTo>
                <a:cubicBezTo>
                  <a:pt x="653357" y="1014968"/>
                  <a:pt x="695896" y="1025149"/>
                  <a:pt x="737090" y="1039368"/>
                </a:cubicBezTo>
                <a:cubicBezTo>
                  <a:pt x="781910" y="1054874"/>
                  <a:pt x="825093" y="1075120"/>
                  <a:pt x="865701" y="1099695"/>
                </a:cubicBezTo>
                <a:cubicBezTo>
                  <a:pt x="907597" y="1125090"/>
                  <a:pt x="946683" y="1154990"/>
                  <a:pt x="982142" y="1188810"/>
                </a:cubicBezTo>
                <a:cubicBezTo>
                  <a:pt x="1020761" y="1225615"/>
                  <a:pt x="1054991" y="1266984"/>
                  <a:pt x="1083896" y="1311746"/>
                </a:cubicBezTo>
                <a:cubicBezTo>
                  <a:pt x="1111632" y="1354695"/>
                  <a:pt x="1134452" y="1400803"/>
                  <a:pt x="1151713" y="1448960"/>
                </a:cubicBezTo>
                <a:cubicBezTo>
                  <a:pt x="1166049" y="1488924"/>
                  <a:pt x="1176581" y="1530234"/>
                  <a:pt x="1183135" y="1572130"/>
                </a:cubicBezTo>
                <a:cubicBezTo>
                  <a:pt x="1186119" y="1591088"/>
                  <a:pt x="1188225" y="1610163"/>
                  <a:pt x="1189571" y="1629297"/>
                </a:cubicBezTo>
                <a:cubicBezTo>
                  <a:pt x="1190273" y="1639010"/>
                  <a:pt x="1190683" y="1648723"/>
                  <a:pt x="1190976" y="1658378"/>
                </a:cubicBezTo>
                <a:lnTo>
                  <a:pt x="1190976" y="1659080"/>
                </a:lnTo>
                <a:lnTo>
                  <a:pt x="1542347" y="1659080"/>
                </a:lnTo>
                <a:lnTo>
                  <a:pt x="1542054" y="1676868"/>
                </a:lnTo>
                <a:cubicBezTo>
                  <a:pt x="1542054" y="1390213"/>
                  <a:pt x="1774410" y="1157857"/>
                  <a:pt x="2061065" y="1157857"/>
                </a:cubicBezTo>
                <a:cubicBezTo>
                  <a:pt x="2070895" y="1157857"/>
                  <a:pt x="2078853" y="1165815"/>
                  <a:pt x="2078853" y="1175645"/>
                </a:cubicBezTo>
                <a:cubicBezTo>
                  <a:pt x="2078853" y="1185475"/>
                  <a:pt x="2070895" y="1193433"/>
                  <a:pt x="2061065" y="1193433"/>
                </a:cubicBezTo>
                <a:cubicBezTo>
                  <a:pt x="1794070" y="1193433"/>
                  <a:pt x="1577630" y="1409873"/>
                  <a:pt x="1577630" y="1676868"/>
                </a:cubicBezTo>
                <a:lnTo>
                  <a:pt x="1577630" y="1676868"/>
                </a:lnTo>
                <a:cubicBezTo>
                  <a:pt x="1577630" y="1943863"/>
                  <a:pt x="1794070" y="2160303"/>
                  <a:pt x="2061065" y="2160303"/>
                </a:cubicBezTo>
                <a:cubicBezTo>
                  <a:pt x="2070895" y="2160303"/>
                  <a:pt x="2078853" y="2168261"/>
                  <a:pt x="2078853" y="2178091"/>
                </a:cubicBezTo>
                <a:cubicBezTo>
                  <a:pt x="2078853" y="2187922"/>
                  <a:pt x="2070895" y="2195879"/>
                  <a:pt x="2061065" y="2195879"/>
                </a:cubicBezTo>
                <a:cubicBezTo>
                  <a:pt x="1774410" y="2195879"/>
                  <a:pt x="1542054" y="1963524"/>
                  <a:pt x="1542054" y="1676868"/>
                </a:cubicBezTo>
                <a:lnTo>
                  <a:pt x="1542347" y="1694656"/>
                </a:lnTo>
                <a:lnTo>
                  <a:pt x="1191034" y="1694656"/>
                </a:lnTo>
                <a:cubicBezTo>
                  <a:pt x="1181613" y="2058022"/>
                  <a:pt x="884718" y="2349886"/>
                  <a:pt x="519421" y="2351173"/>
                </a:cubicBezTo>
                <a:cubicBezTo>
                  <a:pt x="519304" y="2351173"/>
                  <a:pt x="519128" y="2351173"/>
                  <a:pt x="519011" y="2351173"/>
                </a:cubicBezTo>
                <a:cubicBezTo>
                  <a:pt x="252016" y="2351173"/>
                  <a:pt x="35576" y="2567613"/>
                  <a:pt x="35576" y="2834608"/>
                </a:cubicBezTo>
                <a:lnTo>
                  <a:pt x="35576" y="2834608"/>
                </a:lnTo>
                <a:cubicBezTo>
                  <a:pt x="35576" y="3101603"/>
                  <a:pt x="252016" y="3318044"/>
                  <a:pt x="519011" y="3318044"/>
                </a:cubicBezTo>
                <a:cubicBezTo>
                  <a:pt x="528841" y="3318044"/>
                  <a:pt x="536799" y="3326001"/>
                  <a:pt x="536799" y="3335831"/>
                </a:cubicBezTo>
                <a:cubicBezTo>
                  <a:pt x="536799" y="3345662"/>
                  <a:pt x="528841" y="3353619"/>
                  <a:pt x="519011" y="3353619"/>
                </a:cubicBezTo>
                <a:cubicBezTo>
                  <a:pt x="232356" y="3353619"/>
                  <a:pt x="0" y="3121264"/>
                  <a:pt x="0" y="2834608"/>
                </a:cubicBezTo>
                <a:lnTo>
                  <a:pt x="0" y="2834608"/>
                </a:lnTo>
                <a:cubicBezTo>
                  <a:pt x="0" y="2547953"/>
                  <a:pt x="232356" y="2315597"/>
                  <a:pt x="519011" y="2315597"/>
                </a:cubicBezTo>
                <a:lnTo>
                  <a:pt x="516495" y="2315597"/>
                </a:lnTo>
                <a:cubicBezTo>
                  <a:pt x="516495" y="2315597"/>
                  <a:pt x="516788" y="2315597"/>
                  <a:pt x="516963" y="2315597"/>
                </a:cubicBezTo>
                <a:cubicBezTo>
                  <a:pt x="869739" y="2315597"/>
                  <a:pt x="1155751" y="2029585"/>
                  <a:pt x="1155751" y="1676810"/>
                </a:cubicBezTo>
                <a:lnTo>
                  <a:pt x="1155751" y="1676810"/>
                </a:lnTo>
                <a:cubicBezTo>
                  <a:pt x="1155751" y="1324034"/>
                  <a:pt x="869739" y="1038022"/>
                  <a:pt x="516963" y="1038022"/>
                </a:cubicBezTo>
                <a:cubicBezTo>
                  <a:pt x="516788" y="1038022"/>
                  <a:pt x="516670" y="1038022"/>
                  <a:pt x="516495" y="1038022"/>
                </a:cubicBezTo>
                <a:lnTo>
                  <a:pt x="519011" y="1038022"/>
                </a:lnTo>
                <a:cubicBezTo>
                  <a:pt x="232356" y="1038022"/>
                  <a:pt x="0" y="805667"/>
                  <a:pt x="0" y="519011"/>
                </a:cubicBezTo>
                <a:lnTo>
                  <a:pt x="0" y="519011"/>
                </a:lnTo>
                <a:cubicBezTo>
                  <a:pt x="0" y="232355"/>
                  <a:pt x="232356" y="0"/>
                  <a:pt x="519011" y="0"/>
                </a:cubicBezTo>
                <a:cubicBezTo>
                  <a:pt x="528841" y="0"/>
                  <a:pt x="536799" y="7958"/>
                  <a:pt x="536799" y="17788"/>
                </a:cubicBezTo>
                <a:cubicBezTo>
                  <a:pt x="536799" y="27618"/>
                  <a:pt x="528841" y="35576"/>
                  <a:pt x="519011" y="35576"/>
                </a:cubicBezTo>
                <a:cubicBezTo>
                  <a:pt x="252016" y="35576"/>
                  <a:pt x="35576" y="252016"/>
                  <a:pt x="35576" y="519011"/>
                </a:cubicBezTo>
                <a:lnTo>
                  <a:pt x="35576" y="519011"/>
                </a:lnTo>
                <a:cubicBezTo>
                  <a:pt x="35576" y="786006"/>
                  <a:pt x="252016" y="1002446"/>
                  <a:pt x="519011" y="1002446"/>
                </a:cubicBezTo>
                <a:cubicBezTo>
                  <a:pt x="519128" y="1002446"/>
                  <a:pt x="519304" y="1002446"/>
                  <a:pt x="519421" y="1002446"/>
                </a:cubicBezTo>
                <a:lnTo>
                  <a:pt x="519421" y="1002446"/>
                </a:lnTo>
                <a:close/>
              </a:path>
            </a:pathLst>
          </a:custGeom>
          <a:solidFill>
            <a:schemeClr val="bg1">
              <a:lumMod val="75000"/>
            </a:schemeClr>
          </a:solid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C965C28-86F6-1809-6CE4-0E426A2B61DA}"/>
              </a:ext>
            </a:extLst>
          </p:cNvPr>
          <p:cNvSpPr/>
          <p:nvPr/>
        </p:nvSpPr>
        <p:spPr>
          <a:xfrm>
            <a:off x="4867841" y="1061250"/>
            <a:ext cx="2647383" cy="839077"/>
          </a:xfrm>
          <a:custGeom>
            <a:avLst/>
            <a:gdLst>
              <a:gd name="connsiteX0" fmla="*/ 2393068 w 2393068"/>
              <a:gd name="connsiteY0" fmla="*/ 419539 h 839077"/>
              <a:gd name="connsiteX1" fmla="*/ 2270191 w 2393068"/>
              <a:gd name="connsiteY1" fmla="*/ 122878 h 839077"/>
              <a:gd name="connsiteX2" fmla="*/ 1973529 w 2393068"/>
              <a:gd name="connsiteY2" fmla="*/ 0 h 839077"/>
              <a:gd name="connsiteX3" fmla="*/ 419539 w 2393068"/>
              <a:gd name="connsiteY3" fmla="*/ 0 h 839077"/>
              <a:gd name="connsiteX4" fmla="*/ 0 w 2393068"/>
              <a:gd name="connsiteY4" fmla="*/ 419539 h 839077"/>
              <a:gd name="connsiteX5" fmla="*/ 0 w 2393068"/>
              <a:gd name="connsiteY5" fmla="*/ 419539 h 839077"/>
              <a:gd name="connsiteX6" fmla="*/ 122877 w 2393068"/>
              <a:gd name="connsiteY6" fmla="*/ 716200 h 839077"/>
              <a:gd name="connsiteX7" fmla="*/ 419539 w 2393068"/>
              <a:gd name="connsiteY7" fmla="*/ 839078 h 839077"/>
              <a:gd name="connsiteX8" fmla="*/ 1973529 w 2393068"/>
              <a:gd name="connsiteY8" fmla="*/ 839078 h 839077"/>
              <a:gd name="connsiteX9" fmla="*/ 2270191 w 2393068"/>
              <a:gd name="connsiteY9" fmla="*/ 716200 h 839077"/>
              <a:gd name="connsiteX10" fmla="*/ 2393068 w 2393068"/>
              <a:gd name="connsiteY10" fmla="*/ 419539 h 839077"/>
              <a:gd name="connsiteX11" fmla="*/ 2393068 w 2393068"/>
              <a:gd name="connsiteY11" fmla="*/ 419539 h 839077"/>
              <a:gd name="connsiteX12" fmla="*/ 2357492 w 2393068"/>
              <a:gd name="connsiteY12" fmla="*/ 419539 h 839077"/>
              <a:gd name="connsiteX13" fmla="*/ 2357492 w 2393068"/>
              <a:gd name="connsiteY13" fmla="*/ 419539 h 839077"/>
              <a:gd name="connsiteX14" fmla="*/ 2245030 w 2393068"/>
              <a:gd name="connsiteY14" fmla="*/ 691040 h 839077"/>
              <a:gd name="connsiteX15" fmla="*/ 1973529 w 2393068"/>
              <a:gd name="connsiteY15" fmla="*/ 803502 h 839077"/>
              <a:gd name="connsiteX16" fmla="*/ 419539 w 2393068"/>
              <a:gd name="connsiteY16" fmla="*/ 803502 h 839077"/>
              <a:gd name="connsiteX17" fmla="*/ 148038 w 2393068"/>
              <a:gd name="connsiteY17" fmla="*/ 691040 h 839077"/>
              <a:gd name="connsiteX18" fmla="*/ 35576 w 2393068"/>
              <a:gd name="connsiteY18" fmla="*/ 419539 h 839077"/>
              <a:gd name="connsiteX19" fmla="*/ 35576 w 2393068"/>
              <a:gd name="connsiteY19" fmla="*/ 419539 h 839077"/>
              <a:gd name="connsiteX20" fmla="*/ 419539 w 2393068"/>
              <a:gd name="connsiteY20" fmla="*/ 35576 h 839077"/>
              <a:gd name="connsiteX21" fmla="*/ 1973529 w 2393068"/>
              <a:gd name="connsiteY21" fmla="*/ 35576 h 839077"/>
              <a:gd name="connsiteX22" fmla="*/ 2245030 w 2393068"/>
              <a:gd name="connsiteY22" fmla="*/ 148038 h 839077"/>
              <a:gd name="connsiteX23" fmla="*/ 2357492 w 2393068"/>
              <a:gd name="connsiteY23" fmla="*/ 419539 h 839077"/>
              <a:gd name="connsiteX24" fmla="*/ 2357492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2393068" y="419539"/>
                </a:moveTo>
                <a:cubicBezTo>
                  <a:pt x="2393068" y="308247"/>
                  <a:pt x="2348891" y="201578"/>
                  <a:pt x="2270191" y="122878"/>
                </a:cubicBezTo>
                <a:cubicBezTo>
                  <a:pt x="2191490" y="44177"/>
                  <a:pt x="2084821" y="0"/>
                  <a:pt x="1973529" y="0"/>
                </a:cubicBezTo>
                <a:lnTo>
                  <a:pt x="419539" y="0"/>
                </a:lnTo>
                <a:cubicBezTo>
                  <a:pt x="187827" y="0"/>
                  <a:pt x="0" y="187827"/>
                  <a:pt x="0" y="419539"/>
                </a:cubicBezTo>
                <a:lnTo>
                  <a:pt x="0" y="419539"/>
                </a:lnTo>
                <a:cubicBezTo>
                  <a:pt x="0" y="530772"/>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4E84C4"/>
          </a:solid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941DD6C-5F84-7995-CB5C-E8F2F217155A}"/>
              </a:ext>
            </a:extLst>
          </p:cNvPr>
          <p:cNvSpPr/>
          <p:nvPr/>
        </p:nvSpPr>
        <p:spPr>
          <a:xfrm>
            <a:off x="6410305" y="2228762"/>
            <a:ext cx="2393068" cy="839077"/>
          </a:xfrm>
          <a:custGeom>
            <a:avLst/>
            <a:gdLst>
              <a:gd name="connsiteX0" fmla="*/ 2393068 w 2393068"/>
              <a:gd name="connsiteY0" fmla="*/ 419539 h 839077"/>
              <a:gd name="connsiteX1" fmla="*/ 2270191 w 2393068"/>
              <a:gd name="connsiteY1" fmla="*/ 122877 h 839077"/>
              <a:gd name="connsiteX2" fmla="*/ 1973529 w 2393068"/>
              <a:gd name="connsiteY2" fmla="*/ 0 h 839077"/>
              <a:gd name="connsiteX3" fmla="*/ 419539 w 2393068"/>
              <a:gd name="connsiteY3" fmla="*/ 0 h 839077"/>
              <a:gd name="connsiteX4" fmla="*/ 0 w 2393068"/>
              <a:gd name="connsiteY4" fmla="*/ 419539 h 839077"/>
              <a:gd name="connsiteX5" fmla="*/ 0 w 2393068"/>
              <a:gd name="connsiteY5" fmla="*/ 419539 h 839077"/>
              <a:gd name="connsiteX6" fmla="*/ 122877 w 2393068"/>
              <a:gd name="connsiteY6" fmla="*/ 716200 h 839077"/>
              <a:gd name="connsiteX7" fmla="*/ 419539 w 2393068"/>
              <a:gd name="connsiteY7" fmla="*/ 839078 h 839077"/>
              <a:gd name="connsiteX8" fmla="*/ 1973529 w 2393068"/>
              <a:gd name="connsiteY8" fmla="*/ 839078 h 839077"/>
              <a:gd name="connsiteX9" fmla="*/ 2270191 w 2393068"/>
              <a:gd name="connsiteY9" fmla="*/ 716200 h 839077"/>
              <a:gd name="connsiteX10" fmla="*/ 2393068 w 2393068"/>
              <a:gd name="connsiteY10" fmla="*/ 419539 h 839077"/>
              <a:gd name="connsiteX11" fmla="*/ 2393068 w 2393068"/>
              <a:gd name="connsiteY11" fmla="*/ 419539 h 839077"/>
              <a:gd name="connsiteX12" fmla="*/ 2357492 w 2393068"/>
              <a:gd name="connsiteY12" fmla="*/ 419539 h 839077"/>
              <a:gd name="connsiteX13" fmla="*/ 2357492 w 2393068"/>
              <a:gd name="connsiteY13" fmla="*/ 419539 h 839077"/>
              <a:gd name="connsiteX14" fmla="*/ 2245030 w 2393068"/>
              <a:gd name="connsiteY14" fmla="*/ 691040 h 839077"/>
              <a:gd name="connsiteX15" fmla="*/ 1973529 w 2393068"/>
              <a:gd name="connsiteY15" fmla="*/ 803502 h 839077"/>
              <a:gd name="connsiteX16" fmla="*/ 419539 w 2393068"/>
              <a:gd name="connsiteY16" fmla="*/ 803502 h 839077"/>
              <a:gd name="connsiteX17" fmla="*/ 148038 w 2393068"/>
              <a:gd name="connsiteY17" fmla="*/ 691040 h 839077"/>
              <a:gd name="connsiteX18" fmla="*/ 35576 w 2393068"/>
              <a:gd name="connsiteY18" fmla="*/ 419539 h 839077"/>
              <a:gd name="connsiteX19" fmla="*/ 35576 w 2393068"/>
              <a:gd name="connsiteY19" fmla="*/ 419539 h 839077"/>
              <a:gd name="connsiteX20" fmla="*/ 419539 w 2393068"/>
              <a:gd name="connsiteY20" fmla="*/ 35576 h 839077"/>
              <a:gd name="connsiteX21" fmla="*/ 1973529 w 2393068"/>
              <a:gd name="connsiteY21" fmla="*/ 35576 h 839077"/>
              <a:gd name="connsiteX22" fmla="*/ 2245030 w 2393068"/>
              <a:gd name="connsiteY22" fmla="*/ 148038 h 839077"/>
              <a:gd name="connsiteX23" fmla="*/ 2357492 w 2393068"/>
              <a:gd name="connsiteY23" fmla="*/ 419539 h 839077"/>
              <a:gd name="connsiteX24" fmla="*/ 2357492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2393068" y="419539"/>
                </a:moveTo>
                <a:cubicBezTo>
                  <a:pt x="2393068" y="308247"/>
                  <a:pt x="2348890"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7" y="794900"/>
                  <a:pt x="308247" y="839078"/>
                  <a:pt x="419539" y="839078"/>
                </a:cubicBezTo>
                <a:lnTo>
                  <a:pt x="1973529" y="839078"/>
                </a:lnTo>
                <a:cubicBezTo>
                  <a:pt x="2084762" y="839078"/>
                  <a:pt x="2191490" y="794900"/>
                  <a:pt x="2270191" y="716200"/>
                </a:cubicBezTo>
                <a:cubicBezTo>
                  <a:pt x="2348890"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7" y="35576"/>
                  <a:pt x="419539" y="35576"/>
                </a:cubicBezTo>
                <a:lnTo>
                  <a:pt x="1973529" y="35576"/>
                </a:lnTo>
                <a:cubicBezTo>
                  <a:pt x="2075342" y="35576"/>
                  <a:pt x="2173001" y="76009"/>
                  <a:pt x="2245030" y="148038"/>
                </a:cubicBezTo>
                <a:cubicBezTo>
                  <a:pt x="2317060" y="220068"/>
                  <a:pt x="2357492" y="317726"/>
                  <a:pt x="2357492" y="419539"/>
                </a:cubicBezTo>
                <a:lnTo>
                  <a:pt x="2357492" y="419539"/>
                </a:lnTo>
                <a:close/>
              </a:path>
            </a:pathLst>
          </a:custGeom>
          <a:solidFill>
            <a:srgbClr val="FBB034"/>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BBB4EA4-75FF-C78E-008A-6B31E98412C9}"/>
              </a:ext>
            </a:extLst>
          </p:cNvPr>
          <p:cNvSpPr/>
          <p:nvPr/>
        </p:nvSpPr>
        <p:spPr>
          <a:xfrm>
            <a:off x="4867842" y="3386853"/>
            <a:ext cx="2393068" cy="839077"/>
          </a:xfrm>
          <a:custGeom>
            <a:avLst/>
            <a:gdLst>
              <a:gd name="connsiteX0" fmla="*/ 2393068 w 2393068"/>
              <a:gd name="connsiteY0" fmla="*/ 419539 h 839077"/>
              <a:gd name="connsiteX1" fmla="*/ 2270191 w 2393068"/>
              <a:gd name="connsiteY1" fmla="*/ 122877 h 839077"/>
              <a:gd name="connsiteX2" fmla="*/ 1973529 w 2393068"/>
              <a:gd name="connsiteY2" fmla="*/ 0 h 839077"/>
              <a:gd name="connsiteX3" fmla="*/ 419539 w 2393068"/>
              <a:gd name="connsiteY3" fmla="*/ 0 h 839077"/>
              <a:gd name="connsiteX4" fmla="*/ 0 w 2393068"/>
              <a:gd name="connsiteY4" fmla="*/ 419539 h 839077"/>
              <a:gd name="connsiteX5" fmla="*/ 0 w 2393068"/>
              <a:gd name="connsiteY5" fmla="*/ 419539 h 839077"/>
              <a:gd name="connsiteX6" fmla="*/ 122877 w 2393068"/>
              <a:gd name="connsiteY6" fmla="*/ 716200 h 839077"/>
              <a:gd name="connsiteX7" fmla="*/ 419539 w 2393068"/>
              <a:gd name="connsiteY7" fmla="*/ 839078 h 839077"/>
              <a:gd name="connsiteX8" fmla="*/ 1973529 w 2393068"/>
              <a:gd name="connsiteY8" fmla="*/ 839078 h 839077"/>
              <a:gd name="connsiteX9" fmla="*/ 2270191 w 2393068"/>
              <a:gd name="connsiteY9" fmla="*/ 716200 h 839077"/>
              <a:gd name="connsiteX10" fmla="*/ 2393068 w 2393068"/>
              <a:gd name="connsiteY10" fmla="*/ 419539 h 839077"/>
              <a:gd name="connsiteX11" fmla="*/ 2393068 w 2393068"/>
              <a:gd name="connsiteY11" fmla="*/ 419539 h 839077"/>
              <a:gd name="connsiteX12" fmla="*/ 2357492 w 2393068"/>
              <a:gd name="connsiteY12" fmla="*/ 419539 h 839077"/>
              <a:gd name="connsiteX13" fmla="*/ 2357492 w 2393068"/>
              <a:gd name="connsiteY13" fmla="*/ 419539 h 839077"/>
              <a:gd name="connsiteX14" fmla="*/ 2245030 w 2393068"/>
              <a:gd name="connsiteY14" fmla="*/ 691040 h 839077"/>
              <a:gd name="connsiteX15" fmla="*/ 1973529 w 2393068"/>
              <a:gd name="connsiteY15" fmla="*/ 803502 h 839077"/>
              <a:gd name="connsiteX16" fmla="*/ 419539 w 2393068"/>
              <a:gd name="connsiteY16" fmla="*/ 803502 h 839077"/>
              <a:gd name="connsiteX17" fmla="*/ 148038 w 2393068"/>
              <a:gd name="connsiteY17" fmla="*/ 691040 h 839077"/>
              <a:gd name="connsiteX18" fmla="*/ 35576 w 2393068"/>
              <a:gd name="connsiteY18" fmla="*/ 419539 h 839077"/>
              <a:gd name="connsiteX19" fmla="*/ 35576 w 2393068"/>
              <a:gd name="connsiteY19" fmla="*/ 419539 h 839077"/>
              <a:gd name="connsiteX20" fmla="*/ 419539 w 2393068"/>
              <a:gd name="connsiteY20" fmla="*/ 35576 h 839077"/>
              <a:gd name="connsiteX21" fmla="*/ 1973529 w 2393068"/>
              <a:gd name="connsiteY21" fmla="*/ 35576 h 839077"/>
              <a:gd name="connsiteX22" fmla="*/ 2245030 w 2393068"/>
              <a:gd name="connsiteY22" fmla="*/ 148038 h 839077"/>
              <a:gd name="connsiteX23" fmla="*/ 2357492 w 2393068"/>
              <a:gd name="connsiteY23" fmla="*/ 419539 h 839077"/>
              <a:gd name="connsiteX24" fmla="*/ 2357492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2393068" y="419539"/>
                </a:moveTo>
                <a:cubicBezTo>
                  <a:pt x="2393068" y="308247"/>
                  <a:pt x="2348891" y="201578"/>
                  <a:pt x="2270191" y="122877"/>
                </a:cubicBezTo>
                <a:cubicBezTo>
                  <a:pt x="2191490" y="44177"/>
                  <a:pt x="2084821" y="0"/>
                  <a:pt x="1973529" y="0"/>
                </a:cubicBezTo>
                <a:lnTo>
                  <a:pt x="419539" y="0"/>
                </a:lnTo>
                <a:cubicBezTo>
                  <a:pt x="187827" y="0"/>
                  <a:pt x="0" y="187827"/>
                  <a:pt x="0" y="419539"/>
                </a:cubicBezTo>
                <a:lnTo>
                  <a:pt x="0" y="419539"/>
                </a:lnTo>
                <a:cubicBezTo>
                  <a:pt x="0" y="530831"/>
                  <a:pt x="44177" y="637500"/>
                  <a:pt x="122877" y="716200"/>
                </a:cubicBezTo>
                <a:cubicBezTo>
                  <a:pt x="201578" y="794900"/>
                  <a:pt x="308247" y="839078"/>
                  <a:pt x="419539" y="839078"/>
                </a:cubicBezTo>
                <a:lnTo>
                  <a:pt x="1973529" y="839078"/>
                </a:lnTo>
                <a:cubicBezTo>
                  <a:pt x="2084763" y="839078"/>
                  <a:pt x="2191490" y="794900"/>
                  <a:pt x="2270191" y="716200"/>
                </a:cubicBezTo>
                <a:cubicBezTo>
                  <a:pt x="2348891" y="637500"/>
                  <a:pt x="2393068" y="530831"/>
                  <a:pt x="2393068" y="419539"/>
                </a:cubicBezTo>
                <a:lnTo>
                  <a:pt x="2393068" y="419539"/>
                </a:lnTo>
                <a:close/>
                <a:moveTo>
                  <a:pt x="2357492" y="419539"/>
                </a:move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ubicBezTo>
                  <a:pt x="35576" y="207487"/>
                  <a:pt x="207488" y="35576"/>
                  <a:pt x="419539" y="35576"/>
                </a:cubicBezTo>
                <a:lnTo>
                  <a:pt x="1973529" y="35576"/>
                </a:lnTo>
                <a:cubicBezTo>
                  <a:pt x="2075342" y="35576"/>
                  <a:pt x="2173001" y="76008"/>
                  <a:pt x="2245030" y="148038"/>
                </a:cubicBezTo>
                <a:cubicBezTo>
                  <a:pt x="2317060" y="220068"/>
                  <a:pt x="2357492" y="317726"/>
                  <a:pt x="2357492" y="419539"/>
                </a:cubicBezTo>
                <a:lnTo>
                  <a:pt x="2357492" y="419539"/>
                </a:lnTo>
                <a:close/>
              </a:path>
            </a:pathLst>
          </a:custGeom>
          <a:solidFill>
            <a:srgbClr val="4E84C4"/>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62227E1-AB31-B6CB-5C69-169A6691B133}"/>
              </a:ext>
            </a:extLst>
          </p:cNvPr>
          <p:cNvSpPr/>
          <p:nvPr/>
        </p:nvSpPr>
        <p:spPr>
          <a:xfrm>
            <a:off x="1883967" y="1061250"/>
            <a:ext cx="2393068" cy="839077"/>
          </a:xfrm>
          <a:custGeom>
            <a:avLst/>
            <a:gdLst>
              <a:gd name="connsiteX0" fmla="*/ 0 w 2393068"/>
              <a:gd name="connsiteY0" fmla="*/ 419539 h 839077"/>
              <a:gd name="connsiteX1" fmla="*/ 0 w 2393068"/>
              <a:gd name="connsiteY1" fmla="*/ 419539 h 839077"/>
              <a:gd name="connsiteX2" fmla="*/ 122877 w 2393068"/>
              <a:gd name="connsiteY2" fmla="*/ 716200 h 839077"/>
              <a:gd name="connsiteX3" fmla="*/ 419539 w 2393068"/>
              <a:gd name="connsiteY3" fmla="*/ 839078 h 839077"/>
              <a:gd name="connsiteX4" fmla="*/ 1973530 w 2393068"/>
              <a:gd name="connsiteY4" fmla="*/ 839078 h 839077"/>
              <a:gd name="connsiteX5" fmla="*/ 2270191 w 2393068"/>
              <a:gd name="connsiteY5" fmla="*/ 716200 h 839077"/>
              <a:gd name="connsiteX6" fmla="*/ 2393068 w 2393068"/>
              <a:gd name="connsiteY6" fmla="*/ 419539 h 839077"/>
              <a:gd name="connsiteX7" fmla="*/ 2393068 w 2393068"/>
              <a:gd name="connsiteY7" fmla="*/ 419539 h 839077"/>
              <a:gd name="connsiteX8" fmla="*/ 1973530 w 2393068"/>
              <a:gd name="connsiteY8" fmla="*/ 0 h 839077"/>
              <a:gd name="connsiteX9" fmla="*/ 419539 w 2393068"/>
              <a:gd name="connsiteY9" fmla="*/ 0 h 839077"/>
              <a:gd name="connsiteX10" fmla="*/ 122877 w 2393068"/>
              <a:gd name="connsiteY10" fmla="*/ 122878 h 839077"/>
              <a:gd name="connsiteX11" fmla="*/ 0 w 2393068"/>
              <a:gd name="connsiteY11" fmla="*/ 419539 h 839077"/>
              <a:gd name="connsiteX12" fmla="*/ 0 w 2393068"/>
              <a:gd name="connsiteY12" fmla="*/ 419539 h 839077"/>
              <a:gd name="connsiteX13" fmla="*/ 35576 w 2393068"/>
              <a:gd name="connsiteY13" fmla="*/ 419539 h 839077"/>
              <a:gd name="connsiteX14" fmla="*/ 148038 w 2393068"/>
              <a:gd name="connsiteY14" fmla="*/ 148038 h 839077"/>
              <a:gd name="connsiteX15" fmla="*/ 419539 w 2393068"/>
              <a:gd name="connsiteY15" fmla="*/ 35576 h 839077"/>
              <a:gd name="connsiteX16" fmla="*/ 1973530 w 2393068"/>
              <a:gd name="connsiteY16" fmla="*/ 35576 h 839077"/>
              <a:gd name="connsiteX17" fmla="*/ 2357492 w 2393068"/>
              <a:gd name="connsiteY17" fmla="*/ 419539 h 839077"/>
              <a:gd name="connsiteX18" fmla="*/ 2357492 w 2393068"/>
              <a:gd name="connsiteY18" fmla="*/ 419539 h 839077"/>
              <a:gd name="connsiteX19" fmla="*/ 2245030 w 2393068"/>
              <a:gd name="connsiteY19" fmla="*/ 691040 h 839077"/>
              <a:gd name="connsiteX20" fmla="*/ 1973530 w 2393068"/>
              <a:gd name="connsiteY20" fmla="*/ 803502 h 839077"/>
              <a:gd name="connsiteX21" fmla="*/ 419539 w 2393068"/>
              <a:gd name="connsiteY21" fmla="*/ 803502 h 839077"/>
              <a:gd name="connsiteX22" fmla="*/ 148038 w 2393068"/>
              <a:gd name="connsiteY22" fmla="*/ 691040 h 839077"/>
              <a:gd name="connsiteX23" fmla="*/ 35576 w 2393068"/>
              <a:gd name="connsiteY23" fmla="*/ 419539 h 839077"/>
              <a:gd name="connsiteX24" fmla="*/ 35576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0" y="419539"/>
                </a:moveTo>
                <a:lnTo>
                  <a:pt x="0" y="419539"/>
                </a:lnTo>
                <a:cubicBezTo>
                  <a:pt x="0" y="530772"/>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8"/>
                </a:cubicBezTo>
                <a:cubicBezTo>
                  <a:pt x="44177" y="201578"/>
                  <a:pt x="0" y="308247"/>
                  <a:pt x="0" y="419539"/>
                </a:cubicBezTo>
                <a:lnTo>
                  <a:pt x="0" y="419539"/>
                </a:lnTo>
                <a:close/>
                <a:moveTo>
                  <a:pt x="35576" y="419539"/>
                </a:moveTo>
                <a:cubicBezTo>
                  <a:pt x="35576" y="317726"/>
                  <a:pt x="76009" y="220068"/>
                  <a:pt x="148038" y="148038"/>
                </a:cubicBezTo>
                <a:cubicBezTo>
                  <a:pt x="220068" y="76009"/>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D2789FC-AA8E-A604-8A66-45014E99CA34}"/>
              </a:ext>
            </a:extLst>
          </p:cNvPr>
          <p:cNvSpPr/>
          <p:nvPr/>
        </p:nvSpPr>
        <p:spPr>
          <a:xfrm>
            <a:off x="267230" y="2228762"/>
            <a:ext cx="2467342" cy="839077"/>
          </a:xfrm>
          <a:custGeom>
            <a:avLst/>
            <a:gdLst>
              <a:gd name="connsiteX0" fmla="*/ 0 w 2393068"/>
              <a:gd name="connsiteY0" fmla="*/ 419539 h 839077"/>
              <a:gd name="connsiteX1" fmla="*/ 0 w 2393068"/>
              <a:gd name="connsiteY1" fmla="*/ 419539 h 839077"/>
              <a:gd name="connsiteX2" fmla="*/ 122877 w 2393068"/>
              <a:gd name="connsiteY2" fmla="*/ 716200 h 839077"/>
              <a:gd name="connsiteX3" fmla="*/ 419539 w 2393068"/>
              <a:gd name="connsiteY3" fmla="*/ 839078 h 839077"/>
              <a:gd name="connsiteX4" fmla="*/ 1973529 w 2393068"/>
              <a:gd name="connsiteY4" fmla="*/ 839078 h 839077"/>
              <a:gd name="connsiteX5" fmla="*/ 2270191 w 2393068"/>
              <a:gd name="connsiteY5" fmla="*/ 716200 h 839077"/>
              <a:gd name="connsiteX6" fmla="*/ 2393068 w 2393068"/>
              <a:gd name="connsiteY6" fmla="*/ 419539 h 839077"/>
              <a:gd name="connsiteX7" fmla="*/ 2393068 w 2393068"/>
              <a:gd name="connsiteY7" fmla="*/ 419539 h 839077"/>
              <a:gd name="connsiteX8" fmla="*/ 1973529 w 2393068"/>
              <a:gd name="connsiteY8" fmla="*/ 0 h 839077"/>
              <a:gd name="connsiteX9" fmla="*/ 419539 w 2393068"/>
              <a:gd name="connsiteY9" fmla="*/ 0 h 839077"/>
              <a:gd name="connsiteX10" fmla="*/ 122877 w 2393068"/>
              <a:gd name="connsiteY10" fmla="*/ 122877 h 839077"/>
              <a:gd name="connsiteX11" fmla="*/ 0 w 2393068"/>
              <a:gd name="connsiteY11" fmla="*/ 419539 h 839077"/>
              <a:gd name="connsiteX12" fmla="*/ 0 w 2393068"/>
              <a:gd name="connsiteY12" fmla="*/ 419539 h 839077"/>
              <a:gd name="connsiteX13" fmla="*/ 35576 w 2393068"/>
              <a:gd name="connsiteY13" fmla="*/ 419539 h 839077"/>
              <a:gd name="connsiteX14" fmla="*/ 148038 w 2393068"/>
              <a:gd name="connsiteY14" fmla="*/ 148038 h 839077"/>
              <a:gd name="connsiteX15" fmla="*/ 419539 w 2393068"/>
              <a:gd name="connsiteY15" fmla="*/ 35576 h 839077"/>
              <a:gd name="connsiteX16" fmla="*/ 1973529 w 2393068"/>
              <a:gd name="connsiteY16" fmla="*/ 35576 h 839077"/>
              <a:gd name="connsiteX17" fmla="*/ 2357492 w 2393068"/>
              <a:gd name="connsiteY17" fmla="*/ 419539 h 839077"/>
              <a:gd name="connsiteX18" fmla="*/ 2357492 w 2393068"/>
              <a:gd name="connsiteY18" fmla="*/ 419539 h 839077"/>
              <a:gd name="connsiteX19" fmla="*/ 2245030 w 2393068"/>
              <a:gd name="connsiteY19" fmla="*/ 691040 h 839077"/>
              <a:gd name="connsiteX20" fmla="*/ 1973529 w 2393068"/>
              <a:gd name="connsiteY20" fmla="*/ 803502 h 839077"/>
              <a:gd name="connsiteX21" fmla="*/ 419539 w 2393068"/>
              <a:gd name="connsiteY21" fmla="*/ 803502 h 839077"/>
              <a:gd name="connsiteX22" fmla="*/ 148038 w 2393068"/>
              <a:gd name="connsiteY22" fmla="*/ 691040 h 839077"/>
              <a:gd name="connsiteX23" fmla="*/ 35576 w 2393068"/>
              <a:gd name="connsiteY23" fmla="*/ 419539 h 839077"/>
              <a:gd name="connsiteX24" fmla="*/ 35576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0" y="419539"/>
                </a:moveTo>
                <a:lnTo>
                  <a:pt x="0" y="419539"/>
                </a:lnTo>
                <a:cubicBezTo>
                  <a:pt x="0" y="530831"/>
                  <a:pt x="44177" y="637500"/>
                  <a:pt x="122877" y="716200"/>
                </a:cubicBezTo>
                <a:cubicBezTo>
                  <a:pt x="201578" y="794900"/>
                  <a:pt x="308247" y="839078"/>
                  <a:pt x="419539" y="839078"/>
                </a:cubicBezTo>
                <a:lnTo>
                  <a:pt x="1973529"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29"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8" y="220068"/>
                  <a:pt x="148038" y="148038"/>
                </a:cubicBezTo>
                <a:cubicBezTo>
                  <a:pt x="220068" y="76009"/>
                  <a:pt x="317726" y="35576"/>
                  <a:pt x="419539" y="35576"/>
                </a:cubicBezTo>
                <a:lnTo>
                  <a:pt x="1973529"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29" y="803502"/>
                </a:cubicBezTo>
                <a:lnTo>
                  <a:pt x="419539" y="803502"/>
                </a:lnTo>
                <a:cubicBezTo>
                  <a:pt x="317726" y="803502"/>
                  <a:pt x="220068" y="763069"/>
                  <a:pt x="148038" y="691040"/>
                </a:cubicBezTo>
                <a:cubicBezTo>
                  <a:pt x="76008" y="619010"/>
                  <a:pt x="35576" y="521352"/>
                  <a:pt x="35576" y="419539"/>
                </a:cubicBezTo>
                <a:lnTo>
                  <a:pt x="35576" y="419539"/>
                </a:lnTo>
                <a:close/>
              </a:path>
            </a:pathLst>
          </a:custGeom>
          <a:solidFill>
            <a:srgbClr val="FBB034"/>
          </a:solid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9BCA724-F7EF-FF9D-4216-1EEEC6F42479}"/>
              </a:ext>
            </a:extLst>
          </p:cNvPr>
          <p:cNvSpPr/>
          <p:nvPr/>
        </p:nvSpPr>
        <p:spPr>
          <a:xfrm>
            <a:off x="1883967" y="3386853"/>
            <a:ext cx="2393068" cy="839077"/>
          </a:xfrm>
          <a:custGeom>
            <a:avLst/>
            <a:gdLst>
              <a:gd name="connsiteX0" fmla="*/ 0 w 2393068"/>
              <a:gd name="connsiteY0" fmla="*/ 419539 h 839077"/>
              <a:gd name="connsiteX1" fmla="*/ 0 w 2393068"/>
              <a:gd name="connsiteY1" fmla="*/ 419539 h 839077"/>
              <a:gd name="connsiteX2" fmla="*/ 122877 w 2393068"/>
              <a:gd name="connsiteY2" fmla="*/ 716200 h 839077"/>
              <a:gd name="connsiteX3" fmla="*/ 419539 w 2393068"/>
              <a:gd name="connsiteY3" fmla="*/ 839078 h 839077"/>
              <a:gd name="connsiteX4" fmla="*/ 1973530 w 2393068"/>
              <a:gd name="connsiteY4" fmla="*/ 839078 h 839077"/>
              <a:gd name="connsiteX5" fmla="*/ 2270191 w 2393068"/>
              <a:gd name="connsiteY5" fmla="*/ 716200 h 839077"/>
              <a:gd name="connsiteX6" fmla="*/ 2393068 w 2393068"/>
              <a:gd name="connsiteY6" fmla="*/ 419539 h 839077"/>
              <a:gd name="connsiteX7" fmla="*/ 2393068 w 2393068"/>
              <a:gd name="connsiteY7" fmla="*/ 419539 h 839077"/>
              <a:gd name="connsiteX8" fmla="*/ 1973530 w 2393068"/>
              <a:gd name="connsiteY8" fmla="*/ 0 h 839077"/>
              <a:gd name="connsiteX9" fmla="*/ 419539 w 2393068"/>
              <a:gd name="connsiteY9" fmla="*/ 0 h 839077"/>
              <a:gd name="connsiteX10" fmla="*/ 122877 w 2393068"/>
              <a:gd name="connsiteY10" fmla="*/ 122877 h 839077"/>
              <a:gd name="connsiteX11" fmla="*/ 0 w 2393068"/>
              <a:gd name="connsiteY11" fmla="*/ 419539 h 839077"/>
              <a:gd name="connsiteX12" fmla="*/ 0 w 2393068"/>
              <a:gd name="connsiteY12" fmla="*/ 419539 h 839077"/>
              <a:gd name="connsiteX13" fmla="*/ 35576 w 2393068"/>
              <a:gd name="connsiteY13" fmla="*/ 419539 h 839077"/>
              <a:gd name="connsiteX14" fmla="*/ 148038 w 2393068"/>
              <a:gd name="connsiteY14" fmla="*/ 148038 h 839077"/>
              <a:gd name="connsiteX15" fmla="*/ 419539 w 2393068"/>
              <a:gd name="connsiteY15" fmla="*/ 35576 h 839077"/>
              <a:gd name="connsiteX16" fmla="*/ 1973530 w 2393068"/>
              <a:gd name="connsiteY16" fmla="*/ 35576 h 839077"/>
              <a:gd name="connsiteX17" fmla="*/ 2357492 w 2393068"/>
              <a:gd name="connsiteY17" fmla="*/ 419539 h 839077"/>
              <a:gd name="connsiteX18" fmla="*/ 2357492 w 2393068"/>
              <a:gd name="connsiteY18" fmla="*/ 419539 h 839077"/>
              <a:gd name="connsiteX19" fmla="*/ 2245030 w 2393068"/>
              <a:gd name="connsiteY19" fmla="*/ 691040 h 839077"/>
              <a:gd name="connsiteX20" fmla="*/ 1973530 w 2393068"/>
              <a:gd name="connsiteY20" fmla="*/ 803502 h 839077"/>
              <a:gd name="connsiteX21" fmla="*/ 419539 w 2393068"/>
              <a:gd name="connsiteY21" fmla="*/ 803502 h 839077"/>
              <a:gd name="connsiteX22" fmla="*/ 148038 w 2393068"/>
              <a:gd name="connsiteY22" fmla="*/ 691040 h 839077"/>
              <a:gd name="connsiteX23" fmla="*/ 35576 w 2393068"/>
              <a:gd name="connsiteY23" fmla="*/ 419539 h 839077"/>
              <a:gd name="connsiteX24" fmla="*/ 35576 w 2393068"/>
              <a:gd name="connsiteY24" fmla="*/ 419539 h 8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93068" h="839077">
                <a:moveTo>
                  <a:pt x="0" y="419539"/>
                </a:moveTo>
                <a:lnTo>
                  <a:pt x="0" y="419539"/>
                </a:lnTo>
                <a:cubicBezTo>
                  <a:pt x="0" y="530831"/>
                  <a:pt x="44177" y="637500"/>
                  <a:pt x="122877" y="716200"/>
                </a:cubicBezTo>
                <a:cubicBezTo>
                  <a:pt x="201578" y="794900"/>
                  <a:pt x="308247" y="839078"/>
                  <a:pt x="419539" y="839078"/>
                </a:cubicBezTo>
                <a:lnTo>
                  <a:pt x="1973530" y="839078"/>
                </a:lnTo>
                <a:cubicBezTo>
                  <a:pt x="2084821" y="839078"/>
                  <a:pt x="2191491" y="794900"/>
                  <a:pt x="2270191" y="716200"/>
                </a:cubicBezTo>
                <a:cubicBezTo>
                  <a:pt x="2348891" y="637500"/>
                  <a:pt x="2393068" y="530831"/>
                  <a:pt x="2393068" y="419539"/>
                </a:cubicBezTo>
                <a:lnTo>
                  <a:pt x="2393068" y="419539"/>
                </a:lnTo>
                <a:cubicBezTo>
                  <a:pt x="2393068" y="187827"/>
                  <a:pt x="2205241" y="0"/>
                  <a:pt x="1973530" y="0"/>
                </a:cubicBezTo>
                <a:lnTo>
                  <a:pt x="419539" y="0"/>
                </a:lnTo>
                <a:cubicBezTo>
                  <a:pt x="308247" y="0"/>
                  <a:pt x="201578" y="44177"/>
                  <a:pt x="122877" y="122877"/>
                </a:cubicBezTo>
                <a:cubicBezTo>
                  <a:pt x="44177" y="201578"/>
                  <a:pt x="0" y="308247"/>
                  <a:pt x="0" y="419539"/>
                </a:cubicBezTo>
                <a:lnTo>
                  <a:pt x="0" y="419539"/>
                </a:lnTo>
                <a:close/>
                <a:moveTo>
                  <a:pt x="35576" y="419539"/>
                </a:moveTo>
                <a:cubicBezTo>
                  <a:pt x="35576" y="317726"/>
                  <a:pt x="76009" y="220068"/>
                  <a:pt x="148038" y="148038"/>
                </a:cubicBezTo>
                <a:cubicBezTo>
                  <a:pt x="220068" y="76008"/>
                  <a:pt x="317726" y="35576"/>
                  <a:pt x="419539" y="35576"/>
                </a:cubicBezTo>
                <a:lnTo>
                  <a:pt x="1973530" y="35576"/>
                </a:lnTo>
                <a:cubicBezTo>
                  <a:pt x="2185581" y="35576"/>
                  <a:pt x="2357492" y="207487"/>
                  <a:pt x="2357492" y="419539"/>
                </a:cubicBezTo>
                <a:lnTo>
                  <a:pt x="2357492" y="419539"/>
                </a:lnTo>
                <a:cubicBezTo>
                  <a:pt x="2357492" y="521352"/>
                  <a:pt x="2317060" y="619010"/>
                  <a:pt x="2245030" y="691040"/>
                </a:cubicBezTo>
                <a:cubicBezTo>
                  <a:pt x="2173001" y="763069"/>
                  <a:pt x="2075342" y="803502"/>
                  <a:pt x="1973530" y="803502"/>
                </a:cubicBezTo>
                <a:lnTo>
                  <a:pt x="419539" y="803502"/>
                </a:lnTo>
                <a:cubicBezTo>
                  <a:pt x="317726" y="803502"/>
                  <a:pt x="220068" y="763069"/>
                  <a:pt x="148038" y="691040"/>
                </a:cubicBezTo>
                <a:cubicBezTo>
                  <a:pt x="76009" y="619010"/>
                  <a:pt x="35576" y="521352"/>
                  <a:pt x="35576" y="419539"/>
                </a:cubicBezTo>
                <a:lnTo>
                  <a:pt x="35576" y="419539"/>
                </a:lnTo>
                <a:close/>
              </a:path>
            </a:pathLst>
          </a:custGeom>
          <a:solidFill>
            <a:srgbClr val="4E84C4"/>
          </a:solidFill>
          <a:ln w="0" cap="flat">
            <a:noFill/>
            <a:prstDash val="solid"/>
            <a:miter/>
          </a:ln>
        </p:spPr>
        <p:txBody>
          <a:bodyPr rtlCol="0" anchor="ctr"/>
          <a:lstStyle/>
          <a:p>
            <a:endParaRPr lang="en-US"/>
          </a:p>
        </p:txBody>
      </p:sp>
      <p:sp>
        <p:nvSpPr>
          <p:cNvPr id="19" name="object 19">
            <a:extLst>
              <a:ext uri="{FF2B5EF4-FFF2-40B4-BE49-F238E27FC236}">
                <a16:creationId xmlns:a16="http://schemas.microsoft.com/office/drawing/2014/main" id="{2E818AE1-5168-A540-FC3E-CAE087B13621}"/>
              </a:ext>
            </a:extLst>
          </p:cNvPr>
          <p:cNvSpPr txBox="1"/>
          <p:nvPr/>
        </p:nvSpPr>
        <p:spPr>
          <a:xfrm>
            <a:off x="2084316" y="1203789"/>
            <a:ext cx="1335213" cy="553998"/>
          </a:xfrm>
          <a:prstGeom prst="rect">
            <a:avLst/>
          </a:prstGeom>
        </p:spPr>
        <p:txBody>
          <a:bodyPr vert="horz" wrap="square" lIns="0" tIns="0" rIns="0" bIns="0" rtlCol="0">
            <a:noAutofit/>
          </a:bodyPr>
          <a:lstStyle/>
          <a:p>
            <a:r>
              <a:rPr lang="en-IN" sz="900" b="1" dirty="0"/>
              <a:t>Predefined multi-domain packs</a:t>
            </a:r>
          </a:p>
          <a:p>
            <a:endParaRPr lang="en-IN" sz="900" dirty="0"/>
          </a:p>
          <a:p>
            <a:r>
              <a:rPr lang="en-IN" sz="900" dirty="0"/>
              <a:t>Airlines, banking etc</a:t>
            </a:r>
          </a:p>
        </p:txBody>
      </p:sp>
      <p:sp>
        <p:nvSpPr>
          <p:cNvPr id="20" name="object 19">
            <a:extLst>
              <a:ext uri="{FF2B5EF4-FFF2-40B4-BE49-F238E27FC236}">
                <a16:creationId xmlns:a16="http://schemas.microsoft.com/office/drawing/2014/main" id="{81AE22EB-3C70-9571-2870-87F035C5475A}"/>
              </a:ext>
            </a:extLst>
          </p:cNvPr>
          <p:cNvSpPr txBox="1"/>
          <p:nvPr/>
        </p:nvSpPr>
        <p:spPr>
          <a:xfrm>
            <a:off x="503145" y="2313545"/>
            <a:ext cx="1814616" cy="960669"/>
          </a:xfrm>
          <a:prstGeom prst="rect">
            <a:avLst/>
          </a:prstGeom>
        </p:spPr>
        <p:txBody>
          <a:bodyPr vert="horz" wrap="square" lIns="0" tIns="0" rIns="0" bIns="0" rtlCol="0">
            <a:noAutofit/>
          </a:bodyPr>
          <a:lstStyle/>
          <a:p>
            <a:r>
              <a:rPr lang="en-IN" sz="900" b="1" dirty="0"/>
              <a:t>Compliance and Risk intelligence Engine</a:t>
            </a:r>
          </a:p>
          <a:p>
            <a:endParaRPr lang="en-IN" sz="900" dirty="0"/>
          </a:p>
          <a:p>
            <a:r>
              <a:rPr lang="en-IN" sz="900" dirty="0"/>
              <a:t>Missing audit logging</a:t>
            </a:r>
          </a:p>
          <a:p>
            <a:r>
              <a:rPr lang="en-IN" sz="900" dirty="0" err="1"/>
              <a:t>Secutiry</a:t>
            </a:r>
            <a:r>
              <a:rPr lang="en-IN" sz="900" dirty="0"/>
              <a:t> requirements</a:t>
            </a:r>
          </a:p>
        </p:txBody>
      </p:sp>
      <p:sp>
        <p:nvSpPr>
          <p:cNvPr id="21" name="object 19">
            <a:extLst>
              <a:ext uri="{FF2B5EF4-FFF2-40B4-BE49-F238E27FC236}">
                <a16:creationId xmlns:a16="http://schemas.microsoft.com/office/drawing/2014/main" id="{87FABFA7-22BD-CEA2-06C7-8AE0F1A0F6E3}"/>
              </a:ext>
            </a:extLst>
          </p:cNvPr>
          <p:cNvSpPr txBox="1"/>
          <p:nvPr/>
        </p:nvSpPr>
        <p:spPr>
          <a:xfrm>
            <a:off x="2151977" y="3518470"/>
            <a:ext cx="1267552" cy="553998"/>
          </a:xfrm>
          <a:prstGeom prst="rect">
            <a:avLst/>
          </a:prstGeom>
        </p:spPr>
        <p:txBody>
          <a:bodyPr vert="horz" wrap="square" lIns="0" tIns="0" rIns="0" bIns="0" rtlCol="0">
            <a:noAutofit/>
          </a:bodyPr>
          <a:lstStyle/>
          <a:p>
            <a:r>
              <a:rPr lang="en-IN" sz="900" b="1" dirty="0"/>
              <a:t>Collaboration &amp; Multi stakeholder review mode</a:t>
            </a:r>
          </a:p>
        </p:txBody>
      </p:sp>
      <p:sp>
        <p:nvSpPr>
          <p:cNvPr id="22" name="object 19">
            <a:extLst>
              <a:ext uri="{FF2B5EF4-FFF2-40B4-BE49-F238E27FC236}">
                <a16:creationId xmlns:a16="http://schemas.microsoft.com/office/drawing/2014/main" id="{2D7E6A15-E754-00BC-753E-F85AEF17E855}"/>
              </a:ext>
            </a:extLst>
          </p:cNvPr>
          <p:cNvSpPr txBox="1"/>
          <p:nvPr/>
        </p:nvSpPr>
        <p:spPr>
          <a:xfrm>
            <a:off x="5721848" y="1203789"/>
            <a:ext cx="1515069" cy="553998"/>
          </a:xfrm>
          <a:prstGeom prst="rect">
            <a:avLst/>
          </a:prstGeom>
        </p:spPr>
        <p:txBody>
          <a:bodyPr vert="horz" wrap="square" lIns="0" tIns="0" rIns="0" bIns="0" rtlCol="0">
            <a:noAutofit/>
          </a:bodyPr>
          <a:lstStyle/>
          <a:p>
            <a:r>
              <a:rPr lang="en-IN" sz="900" b="1" dirty="0"/>
              <a:t>Enterprise systems integration</a:t>
            </a:r>
          </a:p>
          <a:p>
            <a:r>
              <a:rPr lang="en-IN" sz="900" dirty="0"/>
              <a:t>Jira ,</a:t>
            </a:r>
          </a:p>
          <a:p>
            <a:r>
              <a:rPr lang="en-IN" sz="900" dirty="0"/>
              <a:t>Figma </a:t>
            </a:r>
          </a:p>
          <a:p>
            <a:r>
              <a:rPr lang="en-IN" sz="900" dirty="0"/>
              <a:t> test case management tools</a:t>
            </a:r>
          </a:p>
        </p:txBody>
      </p:sp>
      <p:sp>
        <p:nvSpPr>
          <p:cNvPr id="23" name="object 19">
            <a:extLst>
              <a:ext uri="{FF2B5EF4-FFF2-40B4-BE49-F238E27FC236}">
                <a16:creationId xmlns:a16="http://schemas.microsoft.com/office/drawing/2014/main" id="{AC36CAA3-C74E-5C75-3243-36EE13F09415}"/>
              </a:ext>
            </a:extLst>
          </p:cNvPr>
          <p:cNvSpPr txBox="1"/>
          <p:nvPr/>
        </p:nvSpPr>
        <p:spPr>
          <a:xfrm>
            <a:off x="7391400" y="2361130"/>
            <a:ext cx="1267552" cy="553998"/>
          </a:xfrm>
          <a:prstGeom prst="rect">
            <a:avLst/>
          </a:prstGeom>
        </p:spPr>
        <p:txBody>
          <a:bodyPr vert="horz" wrap="square" lIns="0" tIns="0" rIns="0" bIns="0" rtlCol="0">
            <a:noAutofit/>
          </a:bodyPr>
          <a:lstStyle/>
          <a:p>
            <a:r>
              <a:rPr lang="en-IN" sz="900" b="1" dirty="0"/>
              <a:t>Auto generation of downstream artifacts</a:t>
            </a:r>
          </a:p>
          <a:p>
            <a:r>
              <a:rPr lang="en-IN" sz="900" dirty="0"/>
              <a:t>Generate User stories, Test cases, UI design etc</a:t>
            </a:r>
          </a:p>
        </p:txBody>
      </p:sp>
      <p:sp>
        <p:nvSpPr>
          <p:cNvPr id="24" name="object 19">
            <a:extLst>
              <a:ext uri="{FF2B5EF4-FFF2-40B4-BE49-F238E27FC236}">
                <a16:creationId xmlns:a16="http://schemas.microsoft.com/office/drawing/2014/main" id="{515BA1D7-4DCD-A498-C402-E19EA6D4DA45}"/>
              </a:ext>
            </a:extLst>
          </p:cNvPr>
          <p:cNvSpPr txBox="1"/>
          <p:nvPr/>
        </p:nvSpPr>
        <p:spPr>
          <a:xfrm>
            <a:off x="5721849" y="3518470"/>
            <a:ext cx="1267552" cy="553998"/>
          </a:xfrm>
          <a:prstGeom prst="rect">
            <a:avLst/>
          </a:prstGeom>
        </p:spPr>
        <p:txBody>
          <a:bodyPr vert="horz" wrap="square" lIns="0" tIns="0" rIns="0" bIns="0" rtlCol="0">
            <a:noAutofit/>
          </a:bodyPr>
          <a:lstStyle/>
          <a:p>
            <a:r>
              <a:rPr lang="en-IN" sz="900" b="1" dirty="0"/>
              <a:t>Multi tenant architecture</a:t>
            </a:r>
          </a:p>
          <a:p>
            <a:endParaRPr lang="en-IN" sz="900" dirty="0"/>
          </a:p>
          <a:p>
            <a:r>
              <a:rPr lang="en-IN" sz="900" dirty="0"/>
              <a:t>To scale up as SAAS product</a:t>
            </a:r>
          </a:p>
        </p:txBody>
      </p:sp>
      <p:grpSp>
        <p:nvGrpSpPr>
          <p:cNvPr id="60" name="Group 59">
            <a:extLst>
              <a:ext uri="{FF2B5EF4-FFF2-40B4-BE49-F238E27FC236}">
                <a16:creationId xmlns:a16="http://schemas.microsoft.com/office/drawing/2014/main" id="{56DEBDAD-738E-EB8F-B88E-479CF8E09BD5}"/>
              </a:ext>
            </a:extLst>
          </p:cNvPr>
          <p:cNvGrpSpPr/>
          <p:nvPr/>
        </p:nvGrpSpPr>
        <p:grpSpPr>
          <a:xfrm>
            <a:off x="5069745" y="1228382"/>
            <a:ext cx="497644" cy="497644"/>
            <a:chOff x="5069745" y="1228382"/>
            <a:chExt cx="497644" cy="497644"/>
          </a:xfrm>
        </p:grpSpPr>
        <p:sp>
          <p:nvSpPr>
            <p:cNvPr id="57" name="Freeform: Shape 56">
              <a:extLst>
                <a:ext uri="{FF2B5EF4-FFF2-40B4-BE49-F238E27FC236}">
                  <a16:creationId xmlns:a16="http://schemas.microsoft.com/office/drawing/2014/main" id="{0B0268F0-06B5-5EDB-2511-AB771989A5CD}"/>
                </a:ext>
              </a:extLst>
            </p:cNvPr>
            <p:cNvSpPr/>
            <p:nvPr/>
          </p:nvSpPr>
          <p:spPr>
            <a:xfrm>
              <a:off x="5069745" y="1228382"/>
              <a:ext cx="497644" cy="497644"/>
            </a:xfrm>
            <a:custGeom>
              <a:avLst/>
              <a:gdLst>
                <a:gd name="connsiteX0" fmla="*/ 248822 w 497644"/>
                <a:gd name="connsiteY0" fmla="*/ 0 h 497644"/>
                <a:gd name="connsiteX1" fmla="*/ 497644 w 497644"/>
                <a:gd name="connsiteY1" fmla="*/ 248822 h 497644"/>
                <a:gd name="connsiteX2" fmla="*/ 248822 w 497644"/>
                <a:gd name="connsiteY2" fmla="*/ 497644 h 497644"/>
                <a:gd name="connsiteX3" fmla="*/ 0 w 497644"/>
                <a:gd name="connsiteY3" fmla="*/ 248822 h 497644"/>
                <a:gd name="connsiteX4" fmla="*/ 248822 w 497644"/>
                <a:gd name="connsiteY4" fmla="*/ 0 h 497644"/>
                <a:gd name="connsiteX5" fmla="*/ 248822 w 497644"/>
                <a:gd name="connsiteY5" fmla="*/ 0 h 497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644" h="497644">
                  <a:moveTo>
                    <a:pt x="248822" y="0"/>
                  </a:moveTo>
                  <a:cubicBezTo>
                    <a:pt x="386217" y="0"/>
                    <a:pt x="497644" y="111367"/>
                    <a:pt x="497644" y="248822"/>
                  </a:cubicBezTo>
                  <a:cubicBezTo>
                    <a:pt x="497644" y="386278"/>
                    <a:pt x="386217" y="497644"/>
                    <a:pt x="248822" y="497644"/>
                  </a:cubicBezTo>
                  <a:cubicBezTo>
                    <a:pt x="111427" y="497644"/>
                    <a:pt x="0" y="386217"/>
                    <a:pt x="0" y="248822"/>
                  </a:cubicBezTo>
                  <a:cubicBezTo>
                    <a:pt x="0" y="111427"/>
                    <a:pt x="111367" y="0"/>
                    <a:pt x="248822" y="0"/>
                  </a:cubicBezTo>
                  <a:lnTo>
                    <a:pt x="248822" y="0"/>
                  </a:lnTo>
                  <a:close/>
                </a:path>
              </a:pathLst>
            </a:custGeom>
            <a:noFill/>
            <a:ln w="12700" cap="flat">
              <a:solidFill>
                <a:schemeClr val="tx1"/>
              </a:solid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4AB7D191-0B98-E29F-3359-BC266EF7E1CF}"/>
                </a:ext>
              </a:extLst>
            </p:cNvPr>
            <p:cNvSpPr/>
            <p:nvPr/>
          </p:nvSpPr>
          <p:spPr>
            <a:xfrm>
              <a:off x="5078218" y="1236855"/>
              <a:ext cx="480698" cy="480698"/>
            </a:xfrm>
            <a:custGeom>
              <a:avLst/>
              <a:gdLst>
                <a:gd name="connsiteX0" fmla="*/ 240349 w 480698"/>
                <a:gd name="connsiteY0" fmla="*/ 0 h 480698"/>
                <a:gd name="connsiteX1" fmla="*/ 240349 w 480698"/>
                <a:gd name="connsiteY1" fmla="*/ 175370 h 480698"/>
                <a:gd name="connsiteX2" fmla="*/ 0 w 480698"/>
                <a:gd name="connsiteY2" fmla="*/ 240349 h 480698"/>
                <a:gd name="connsiteX3" fmla="*/ 175370 w 480698"/>
                <a:gd name="connsiteY3" fmla="*/ 240349 h 480698"/>
                <a:gd name="connsiteX4" fmla="*/ 240349 w 480698"/>
                <a:gd name="connsiteY4" fmla="*/ 480699 h 480698"/>
                <a:gd name="connsiteX5" fmla="*/ 240349 w 480698"/>
                <a:gd name="connsiteY5" fmla="*/ 305328 h 480698"/>
                <a:gd name="connsiteX6" fmla="*/ 480699 w 480698"/>
                <a:gd name="connsiteY6" fmla="*/ 240349 h 480698"/>
                <a:gd name="connsiteX7" fmla="*/ 305328 w 480698"/>
                <a:gd name="connsiteY7" fmla="*/ 240349 h 480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698" h="480698">
                  <a:moveTo>
                    <a:pt x="240349" y="0"/>
                  </a:moveTo>
                  <a:lnTo>
                    <a:pt x="240349" y="175370"/>
                  </a:lnTo>
                  <a:moveTo>
                    <a:pt x="0" y="240349"/>
                  </a:moveTo>
                  <a:lnTo>
                    <a:pt x="175370" y="240349"/>
                  </a:lnTo>
                  <a:moveTo>
                    <a:pt x="240349" y="480699"/>
                  </a:moveTo>
                  <a:lnTo>
                    <a:pt x="240349" y="305328"/>
                  </a:lnTo>
                  <a:moveTo>
                    <a:pt x="480699" y="240349"/>
                  </a:moveTo>
                  <a:lnTo>
                    <a:pt x="305328" y="240349"/>
                  </a:lnTo>
                </a:path>
              </a:pathLst>
            </a:custGeom>
            <a:noFill/>
            <a:ln w="12700" cap="rnd">
              <a:solidFill>
                <a:schemeClr val="tx1"/>
              </a:solidFill>
              <a:prstDash val="solid"/>
              <a:round/>
            </a:ln>
          </p:spPr>
          <p:txBody>
            <a:bodyPr rtlCol="0" anchor="ctr"/>
            <a:lstStyle/>
            <a:p>
              <a:endParaRPr lang="en-US"/>
            </a:p>
          </p:txBody>
        </p:sp>
        <p:sp>
          <p:nvSpPr>
            <p:cNvPr id="59" name="Freeform: Shape 58">
              <a:extLst>
                <a:ext uri="{FF2B5EF4-FFF2-40B4-BE49-F238E27FC236}">
                  <a16:creationId xmlns:a16="http://schemas.microsoft.com/office/drawing/2014/main" id="{20B5B28D-0171-B33C-9445-7004D64F4F33}"/>
                </a:ext>
              </a:extLst>
            </p:cNvPr>
            <p:cNvSpPr/>
            <p:nvPr/>
          </p:nvSpPr>
          <p:spPr>
            <a:xfrm>
              <a:off x="5163678" y="1322254"/>
              <a:ext cx="309778" cy="309778"/>
            </a:xfrm>
            <a:custGeom>
              <a:avLst/>
              <a:gdLst>
                <a:gd name="connsiteX0" fmla="*/ 154889 w 309778"/>
                <a:gd name="connsiteY0" fmla="*/ 0 h 309778"/>
                <a:gd name="connsiteX1" fmla="*/ 309778 w 309778"/>
                <a:gd name="connsiteY1" fmla="*/ 154889 h 309778"/>
                <a:gd name="connsiteX2" fmla="*/ 154889 w 309778"/>
                <a:gd name="connsiteY2" fmla="*/ 309778 h 309778"/>
                <a:gd name="connsiteX3" fmla="*/ 0 w 309778"/>
                <a:gd name="connsiteY3" fmla="*/ 154889 h 309778"/>
                <a:gd name="connsiteX4" fmla="*/ 154889 w 309778"/>
                <a:gd name="connsiteY4" fmla="*/ 0 h 309778"/>
                <a:gd name="connsiteX5" fmla="*/ 154889 w 309778"/>
                <a:gd name="connsiteY5" fmla="*/ 0 h 309778"/>
                <a:gd name="connsiteX6" fmla="*/ 154889 w 309778"/>
                <a:gd name="connsiteY6" fmla="*/ 93933 h 309778"/>
                <a:gd name="connsiteX7" fmla="*/ 215906 w 309778"/>
                <a:gd name="connsiteY7" fmla="*/ 154950 h 309778"/>
                <a:gd name="connsiteX8" fmla="*/ 154889 w 309778"/>
                <a:gd name="connsiteY8" fmla="*/ 215967 h 309778"/>
                <a:gd name="connsiteX9" fmla="*/ 93872 w 309778"/>
                <a:gd name="connsiteY9" fmla="*/ 154950 h 309778"/>
                <a:gd name="connsiteX10" fmla="*/ 154889 w 309778"/>
                <a:gd name="connsiteY10" fmla="*/ 93933 h 309778"/>
                <a:gd name="connsiteX11" fmla="*/ 154889 w 309778"/>
                <a:gd name="connsiteY11" fmla="*/ 93933 h 309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9778" h="309778">
                  <a:moveTo>
                    <a:pt x="154889" y="0"/>
                  </a:moveTo>
                  <a:cubicBezTo>
                    <a:pt x="240471" y="0"/>
                    <a:pt x="309778" y="69368"/>
                    <a:pt x="309778" y="154889"/>
                  </a:cubicBezTo>
                  <a:cubicBezTo>
                    <a:pt x="309778" y="240410"/>
                    <a:pt x="240410" y="309778"/>
                    <a:pt x="154889" y="309778"/>
                  </a:cubicBezTo>
                  <a:cubicBezTo>
                    <a:pt x="69368" y="309778"/>
                    <a:pt x="0" y="240410"/>
                    <a:pt x="0" y="154889"/>
                  </a:cubicBezTo>
                  <a:cubicBezTo>
                    <a:pt x="0" y="69368"/>
                    <a:pt x="69368" y="0"/>
                    <a:pt x="154889" y="0"/>
                  </a:cubicBezTo>
                  <a:lnTo>
                    <a:pt x="154889" y="0"/>
                  </a:lnTo>
                  <a:close/>
                  <a:moveTo>
                    <a:pt x="154889" y="93933"/>
                  </a:moveTo>
                  <a:cubicBezTo>
                    <a:pt x="188598" y="93933"/>
                    <a:pt x="215906" y="121241"/>
                    <a:pt x="215906" y="154950"/>
                  </a:cubicBezTo>
                  <a:cubicBezTo>
                    <a:pt x="215906" y="188659"/>
                    <a:pt x="188598" y="215967"/>
                    <a:pt x="154889" y="215967"/>
                  </a:cubicBezTo>
                  <a:cubicBezTo>
                    <a:pt x="121180" y="215967"/>
                    <a:pt x="93872" y="188659"/>
                    <a:pt x="93872" y="154950"/>
                  </a:cubicBezTo>
                  <a:cubicBezTo>
                    <a:pt x="93872" y="121241"/>
                    <a:pt x="121180" y="93933"/>
                    <a:pt x="154889" y="93933"/>
                  </a:cubicBezTo>
                  <a:lnTo>
                    <a:pt x="154889" y="93933"/>
                  </a:lnTo>
                  <a:close/>
                </a:path>
              </a:pathLst>
            </a:custGeom>
            <a:noFill/>
            <a:ln w="12700" cap="flat">
              <a:solidFill>
                <a:schemeClr val="tx1"/>
              </a:solidFill>
              <a:prstDash val="solid"/>
              <a:miter/>
            </a:ln>
          </p:spPr>
          <p:txBody>
            <a:bodyPr rtlCol="0" anchor="ctr"/>
            <a:lstStyle/>
            <a:p>
              <a:endParaRPr lang="en-US"/>
            </a:p>
          </p:txBody>
        </p:sp>
      </p:grpSp>
      <p:grpSp>
        <p:nvGrpSpPr>
          <p:cNvPr id="73" name="Group 72">
            <a:extLst>
              <a:ext uri="{FF2B5EF4-FFF2-40B4-BE49-F238E27FC236}">
                <a16:creationId xmlns:a16="http://schemas.microsoft.com/office/drawing/2014/main" id="{6E479C66-7B71-6296-C636-EC37E7DB95B7}"/>
              </a:ext>
            </a:extLst>
          </p:cNvPr>
          <p:cNvGrpSpPr/>
          <p:nvPr/>
        </p:nvGrpSpPr>
        <p:grpSpPr>
          <a:xfrm>
            <a:off x="3526674" y="1229775"/>
            <a:ext cx="545555" cy="474142"/>
            <a:chOff x="3526674" y="1229775"/>
            <a:chExt cx="545555" cy="474142"/>
          </a:xfrm>
        </p:grpSpPr>
        <p:sp>
          <p:nvSpPr>
            <p:cNvPr id="62" name="Freeform: Shape 61">
              <a:extLst>
                <a:ext uri="{FF2B5EF4-FFF2-40B4-BE49-F238E27FC236}">
                  <a16:creationId xmlns:a16="http://schemas.microsoft.com/office/drawing/2014/main" id="{418B8DBF-27E1-10F9-686C-3824F597B9EE}"/>
                </a:ext>
              </a:extLst>
            </p:cNvPr>
            <p:cNvSpPr/>
            <p:nvPr/>
          </p:nvSpPr>
          <p:spPr>
            <a:xfrm>
              <a:off x="3526674" y="1697181"/>
              <a:ext cx="545555" cy="6736"/>
            </a:xfrm>
            <a:custGeom>
              <a:avLst/>
              <a:gdLst>
                <a:gd name="connsiteX0" fmla="*/ 0 w 545555"/>
                <a:gd name="connsiteY0" fmla="*/ 0 h 6736"/>
                <a:gd name="connsiteX1" fmla="*/ 545555 w 545555"/>
                <a:gd name="connsiteY1" fmla="*/ 0 h 6736"/>
              </a:gdLst>
              <a:ahLst/>
              <a:cxnLst>
                <a:cxn ang="0">
                  <a:pos x="connsiteX0" y="connsiteY0"/>
                </a:cxn>
                <a:cxn ang="0">
                  <a:pos x="connsiteX1" y="connsiteY1"/>
                </a:cxn>
              </a:cxnLst>
              <a:rect l="l" t="t" r="r" b="b"/>
              <a:pathLst>
                <a:path w="545555" h="6736">
                  <a:moveTo>
                    <a:pt x="0" y="0"/>
                  </a:moveTo>
                  <a:lnTo>
                    <a:pt x="545555" y="0"/>
                  </a:lnTo>
                </a:path>
              </a:pathLst>
            </a:custGeom>
            <a:ln w="12700" cap="rnd">
              <a:solidFill>
                <a:schemeClr val="tx1"/>
              </a:solidFill>
              <a:prstDash val="solid"/>
              <a:round/>
            </a:ln>
          </p:spPr>
          <p:txBody>
            <a:bodyPr rtlCol="0" anchor="ctr"/>
            <a:lstStyle/>
            <a:p>
              <a:endParaRPr lang="en-US"/>
            </a:p>
          </p:txBody>
        </p:sp>
        <p:grpSp>
          <p:nvGrpSpPr>
            <p:cNvPr id="63" name="Graphic 29">
              <a:extLst>
                <a:ext uri="{FF2B5EF4-FFF2-40B4-BE49-F238E27FC236}">
                  <a16:creationId xmlns:a16="http://schemas.microsoft.com/office/drawing/2014/main" id="{E47DCDCA-5B5A-7CB8-C9DC-9D2C674598B1}"/>
                </a:ext>
              </a:extLst>
            </p:cNvPr>
            <p:cNvGrpSpPr/>
            <p:nvPr/>
          </p:nvGrpSpPr>
          <p:grpSpPr>
            <a:xfrm>
              <a:off x="3550725" y="1229775"/>
              <a:ext cx="497386" cy="466328"/>
              <a:chOff x="3550725" y="1229775"/>
              <a:chExt cx="497386" cy="466328"/>
            </a:xfrm>
            <a:noFill/>
          </p:grpSpPr>
          <p:grpSp>
            <p:nvGrpSpPr>
              <p:cNvPr id="64" name="Graphic 29">
                <a:extLst>
                  <a:ext uri="{FF2B5EF4-FFF2-40B4-BE49-F238E27FC236}">
                    <a16:creationId xmlns:a16="http://schemas.microsoft.com/office/drawing/2014/main" id="{815667AA-EBE6-5F82-01BE-5C00A3EC9C10}"/>
                  </a:ext>
                </a:extLst>
              </p:cNvPr>
              <p:cNvGrpSpPr/>
              <p:nvPr/>
            </p:nvGrpSpPr>
            <p:grpSpPr>
              <a:xfrm>
                <a:off x="3550725" y="1229775"/>
                <a:ext cx="497386" cy="466328"/>
                <a:chOff x="3550725" y="1229775"/>
                <a:chExt cx="497386" cy="466328"/>
              </a:xfrm>
              <a:noFill/>
            </p:grpSpPr>
            <p:sp>
              <p:nvSpPr>
                <p:cNvPr id="65" name="Freeform: Shape 64">
                  <a:extLst>
                    <a:ext uri="{FF2B5EF4-FFF2-40B4-BE49-F238E27FC236}">
                      <a16:creationId xmlns:a16="http://schemas.microsoft.com/office/drawing/2014/main" id="{EB2901BE-B664-9EAE-FE5F-802C407B5467}"/>
                    </a:ext>
                  </a:extLst>
                </p:cNvPr>
                <p:cNvSpPr/>
                <p:nvPr/>
              </p:nvSpPr>
              <p:spPr>
                <a:xfrm>
                  <a:off x="3556316" y="1542030"/>
                  <a:ext cx="72893" cy="154072"/>
                </a:xfrm>
                <a:custGeom>
                  <a:avLst/>
                  <a:gdLst>
                    <a:gd name="connsiteX0" fmla="*/ 0 w 72893"/>
                    <a:gd name="connsiteY0" fmla="*/ 0 h 154072"/>
                    <a:gd name="connsiteX1" fmla="*/ 72893 w 72893"/>
                    <a:gd name="connsiteY1" fmla="*/ 0 h 154072"/>
                    <a:gd name="connsiteX2" fmla="*/ 72893 w 72893"/>
                    <a:gd name="connsiteY2" fmla="*/ 154073 h 154072"/>
                    <a:gd name="connsiteX3" fmla="*/ 0 w 72893"/>
                    <a:gd name="connsiteY3" fmla="*/ 154073 h 154072"/>
                    <a:gd name="connsiteX4" fmla="*/ 0 w 72893"/>
                    <a:gd name="connsiteY4" fmla="*/ 0 h 154072"/>
                    <a:gd name="connsiteX5" fmla="*/ 0 w 72893"/>
                    <a:gd name="connsiteY5" fmla="*/ 0 h 154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93" h="154072">
                      <a:moveTo>
                        <a:pt x="0" y="0"/>
                      </a:moveTo>
                      <a:lnTo>
                        <a:pt x="72893" y="0"/>
                      </a:lnTo>
                      <a:lnTo>
                        <a:pt x="72893" y="154073"/>
                      </a:lnTo>
                      <a:lnTo>
                        <a:pt x="0" y="154073"/>
                      </a:lnTo>
                      <a:lnTo>
                        <a:pt x="0" y="0"/>
                      </a:lnTo>
                      <a:lnTo>
                        <a:pt x="0" y="0"/>
                      </a:lnTo>
                      <a:close/>
                    </a:path>
                  </a:pathLst>
                </a:custGeom>
                <a:noFill/>
                <a:ln w="12700" cap="rnd">
                  <a:solidFill>
                    <a:schemeClr val="tx1"/>
                  </a:solidFill>
                  <a:prstDash val="solid"/>
                  <a:round/>
                </a:ln>
              </p:spPr>
              <p:txBody>
                <a:bodyPr rtlCol="0" anchor="ctr"/>
                <a:lstStyle/>
                <a:p>
                  <a:endParaRPr lang="en-US"/>
                </a:p>
              </p:txBody>
            </p:sp>
            <p:sp>
              <p:nvSpPr>
                <p:cNvPr id="66" name="Freeform: Shape 65">
                  <a:extLst>
                    <a:ext uri="{FF2B5EF4-FFF2-40B4-BE49-F238E27FC236}">
                      <a16:creationId xmlns:a16="http://schemas.microsoft.com/office/drawing/2014/main" id="{EC7282F0-92E9-94EA-6272-DBADA108051C}"/>
                    </a:ext>
                  </a:extLst>
                </p:cNvPr>
                <p:cNvSpPr/>
                <p:nvPr/>
              </p:nvSpPr>
              <p:spPr>
                <a:xfrm>
                  <a:off x="3694086" y="1404395"/>
                  <a:ext cx="72960" cy="291707"/>
                </a:xfrm>
                <a:custGeom>
                  <a:avLst/>
                  <a:gdLst>
                    <a:gd name="connsiteX0" fmla="*/ 0 w 72960"/>
                    <a:gd name="connsiteY0" fmla="*/ 0 h 291707"/>
                    <a:gd name="connsiteX1" fmla="*/ 72961 w 72960"/>
                    <a:gd name="connsiteY1" fmla="*/ 0 h 291707"/>
                    <a:gd name="connsiteX2" fmla="*/ 72961 w 72960"/>
                    <a:gd name="connsiteY2" fmla="*/ 291708 h 291707"/>
                    <a:gd name="connsiteX3" fmla="*/ 0 w 72960"/>
                    <a:gd name="connsiteY3" fmla="*/ 291708 h 291707"/>
                    <a:gd name="connsiteX4" fmla="*/ 0 w 72960"/>
                    <a:gd name="connsiteY4" fmla="*/ 0 h 291707"/>
                    <a:gd name="connsiteX5" fmla="*/ 0 w 72960"/>
                    <a:gd name="connsiteY5" fmla="*/ 0 h 291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960" h="291707">
                      <a:moveTo>
                        <a:pt x="0" y="0"/>
                      </a:moveTo>
                      <a:lnTo>
                        <a:pt x="72961" y="0"/>
                      </a:lnTo>
                      <a:lnTo>
                        <a:pt x="72961" y="291708"/>
                      </a:lnTo>
                      <a:lnTo>
                        <a:pt x="0" y="291708"/>
                      </a:lnTo>
                      <a:lnTo>
                        <a:pt x="0" y="0"/>
                      </a:lnTo>
                      <a:lnTo>
                        <a:pt x="0" y="0"/>
                      </a:lnTo>
                      <a:close/>
                    </a:path>
                  </a:pathLst>
                </a:custGeom>
                <a:noFill/>
                <a:ln w="12700" cap="rnd">
                  <a:solidFill>
                    <a:schemeClr val="tx1"/>
                  </a:solidFill>
                  <a:prstDash val="solid"/>
                  <a:round/>
                </a:ln>
              </p:spPr>
              <p:txBody>
                <a:bodyPr rtlCol="0" anchor="ctr"/>
                <a:lstStyle/>
                <a:p>
                  <a:endParaRPr lang="en-US"/>
                </a:p>
              </p:txBody>
            </p:sp>
            <p:sp>
              <p:nvSpPr>
                <p:cNvPr id="67" name="Freeform: Shape 66">
                  <a:extLst>
                    <a:ext uri="{FF2B5EF4-FFF2-40B4-BE49-F238E27FC236}">
                      <a16:creationId xmlns:a16="http://schemas.microsoft.com/office/drawing/2014/main" id="{F6362DB6-01E2-7FEA-722D-EF91308D64D0}"/>
                    </a:ext>
                  </a:extLst>
                </p:cNvPr>
                <p:cNvSpPr/>
                <p:nvPr/>
              </p:nvSpPr>
              <p:spPr>
                <a:xfrm>
                  <a:off x="3831856" y="1527276"/>
                  <a:ext cx="72960" cy="168826"/>
                </a:xfrm>
                <a:custGeom>
                  <a:avLst/>
                  <a:gdLst>
                    <a:gd name="connsiteX0" fmla="*/ 0 w 72960"/>
                    <a:gd name="connsiteY0" fmla="*/ 0 h 168826"/>
                    <a:gd name="connsiteX1" fmla="*/ 72961 w 72960"/>
                    <a:gd name="connsiteY1" fmla="*/ 0 h 168826"/>
                    <a:gd name="connsiteX2" fmla="*/ 72961 w 72960"/>
                    <a:gd name="connsiteY2" fmla="*/ 168827 h 168826"/>
                    <a:gd name="connsiteX3" fmla="*/ 0 w 72960"/>
                    <a:gd name="connsiteY3" fmla="*/ 168827 h 168826"/>
                    <a:gd name="connsiteX4" fmla="*/ 0 w 72960"/>
                    <a:gd name="connsiteY4" fmla="*/ 0 h 168826"/>
                    <a:gd name="connsiteX5" fmla="*/ 0 w 72960"/>
                    <a:gd name="connsiteY5" fmla="*/ 0 h 16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960" h="168826">
                      <a:moveTo>
                        <a:pt x="0" y="0"/>
                      </a:moveTo>
                      <a:lnTo>
                        <a:pt x="72961" y="0"/>
                      </a:lnTo>
                      <a:lnTo>
                        <a:pt x="72961" y="168827"/>
                      </a:lnTo>
                      <a:lnTo>
                        <a:pt x="0" y="168827"/>
                      </a:lnTo>
                      <a:lnTo>
                        <a:pt x="0" y="0"/>
                      </a:lnTo>
                      <a:lnTo>
                        <a:pt x="0" y="0"/>
                      </a:lnTo>
                      <a:close/>
                    </a:path>
                  </a:pathLst>
                </a:custGeom>
                <a:noFill/>
                <a:ln w="12700" cap="rnd">
                  <a:solidFill>
                    <a:schemeClr val="tx1"/>
                  </a:solidFill>
                  <a:prstDash val="solid"/>
                  <a:round/>
                </a:ln>
              </p:spPr>
              <p:txBody>
                <a:bodyPr rtlCol="0" anchor="ctr"/>
                <a:lstStyle/>
                <a:p>
                  <a:endParaRPr lang="en-US"/>
                </a:p>
              </p:txBody>
            </p:sp>
            <p:sp>
              <p:nvSpPr>
                <p:cNvPr id="68" name="Freeform: Shape 67">
                  <a:extLst>
                    <a:ext uri="{FF2B5EF4-FFF2-40B4-BE49-F238E27FC236}">
                      <a16:creationId xmlns:a16="http://schemas.microsoft.com/office/drawing/2014/main" id="{C0DA2281-C695-1307-1DCC-CA4FE015AE1B}"/>
                    </a:ext>
                  </a:extLst>
                </p:cNvPr>
                <p:cNvSpPr/>
                <p:nvPr/>
              </p:nvSpPr>
              <p:spPr>
                <a:xfrm>
                  <a:off x="3969694" y="1463411"/>
                  <a:ext cx="72893" cy="232692"/>
                </a:xfrm>
                <a:custGeom>
                  <a:avLst/>
                  <a:gdLst>
                    <a:gd name="connsiteX0" fmla="*/ 0 w 72893"/>
                    <a:gd name="connsiteY0" fmla="*/ 0 h 232692"/>
                    <a:gd name="connsiteX1" fmla="*/ 72893 w 72893"/>
                    <a:gd name="connsiteY1" fmla="*/ 0 h 232692"/>
                    <a:gd name="connsiteX2" fmla="*/ 72893 w 72893"/>
                    <a:gd name="connsiteY2" fmla="*/ 232693 h 232692"/>
                    <a:gd name="connsiteX3" fmla="*/ 0 w 72893"/>
                    <a:gd name="connsiteY3" fmla="*/ 232693 h 232692"/>
                    <a:gd name="connsiteX4" fmla="*/ 0 w 72893"/>
                    <a:gd name="connsiteY4" fmla="*/ 0 h 232692"/>
                    <a:gd name="connsiteX5" fmla="*/ 0 w 72893"/>
                    <a:gd name="connsiteY5" fmla="*/ 0 h 232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93" h="232692">
                      <a:moveTo>
                        <a:pt x="0" y="0"/>
                      </a:moveTo>
                      <a:lnTo>
                        <a:pt x="72893" y="0"/>
                      </a:lnTo>
                      <a:lnTo>
                        <a:pt x="72893" y="232693"/>
                      </a:lnTo>
                      <a:lnTo>
                        <a:pt x="0" y="232693"/>
                      </a:lnTo>
                      <a:lnTo>
                        <a:pt x="0" y="0"/>
                      </a:lnTo>
                      <a:lnTo>
                        <a:pt x="0" y="0"/>
                      </a:lnTo>
                      <a:close/>
                    </a:path>
                  </a:pathLst>
                </a:custGeom>
                <a:noFill/>
                <a:ln w="12700" cap="rnd">
                  <a:solidFill>
                    <a:schemeClr val="tx1"/>
                  </a:solidFill>
                  <a:prstDash val="solid"/>
                  <a:round/>
                </a:ln>
              </p:spPr>
              <p:txBody>
                <a:bodyPr rtlCol="0" anchor="ctr"/>
                <a:lstStyle/>
                <a:p>
                  <a:endParaRPr lang="en-US"/>
                </a:p>
              </p:txBody>
            </p:sp>
            <p:sp>
              <p:nvSpPr>
                <p:cNvPr id="69" name="Freeform: Shape 68">
                  <a:extLst>
                    <a:ext uri="{FF2B5EF4-FFF2-40B4-BE49-F238E27FC236}">
                      <a16:creationId xmlns:a16="http://schemas.microsoft.com/office/drawing/2014/main" id="{7A240DB1-34D3-3DF9-1409-F46D1AB5DFBA}"/>
                    </a:ext>
                  </a:extLst>
                </p:cNvPr>
                <p:cNvSpPr/>
                <p:nvPr/>
              </p:nvSpPr>
              <p:spPr>
                <a:xfrm>
                  <a:off x="3550725" y="1229775"/>
                  <a:ext cx="497386" cy="224001"/>
                </a:xfrm>
                <a:custGeom>
                  <a:avLst/>
                  <a:gdLst>
                    <a:gd name="connsiteX0" fmla="*/ 42038 w 497386"/>
                    <a:gd name="connsiteY0" fmla="*/ 139925 h 224001"/>
                    <a:gd name="connsiteX1" fmla="*/ 0 w 497386"/>
                    <a:gd name="connsiteY1" fmla="*/ 181964 h 224001"/>
                    <a:gd name="connsiteX2" fmla="*/ 42038 w 497386"/>
                    <a:gd name="connsiteY2" fmla="*/ 224002 h 224001"/>
                    <a:gd name="connsiteX3" fmla="*/ 84077 w 497386"/>
                    <a:gd name="connsiteY3" fmla="*/ 181964 h 224001"/>
                    <a:gd name="connsiteX4" fmla="*/ 42038 w 497386"/>
                    <a:gd name="connsiteY4" fmla="*/ 139925 h 224001"/>
                    <a:gd name="connsiteX5" fmla="*/ 42038 w 497386"/>
                    <a:gd name="connsiteY5" fmla="*/ 139925 h 224001"/>
                    <a:gd name="connsiteX6" fmla="*/ 179808 w 497386"/>
                    <a:gd name="connsiteY6" fmla="*/ 0 h 224001"/>
                    <a:gd name="connsiteX7" fmla="*/ 137770 w 497386"/>
                    <a:gd name="connsiteY7" fmla="*/ 42038 h 224001"/>
                    <a:gd name="connsiteX8" fmla="*/ 179808 w 497386"/>
                    <a:gd name="connsiteY8" fmla="*/ 84077 h 224001"/>
                    <a:gd name="connsiteX9" fmla="*/ 221847 w 497386"/>
                    <a:gd name="connsiteY9" fmla="*/ 42038 h 224001"/>
                    <a:gd name="connsiteX10" fmla="*/ 179808 w 497386"/>
                    <a:gd name="connsiteY10" fmla="*/ 0 h 224001"/>
                    <a:gd name="connsiteX11" fmla="*/ 179808 w 497386"/>
                    <a:gd name="connsiteY11" fmla="*/ 0 h 224001"/>
                    <a:gd name="connsiteX12" fmla="*/ 317578 w 497386"/>
                    <a:gd name="connsiteY12" fmla="*/ 125172 h 224001"/>
                    <a:gd name="connsiteX13" fmla="*/ 275540 w 497386"/>
                    <a:gd name="connsiteY13" fmla="*/ 167210 h 224001"/>
                    <a:gd name="connsiteX14" fmla="*/ 317578 w 497386"/>
                    <a:gd name="connsiteY14" fmla="*/ 209248 h 224001"/>
                    <a:gd name="connsiteX15" fmla="*/ 359617 w 497386"/>
                    <a:gd name="connsiteY15" fmla="*/ 167210 h 224001"/>
                    <a:gd name="connsiteX16" fmla="*/ 317578 w 497386"/>
                    <a:gd name="connsiteY16" fmla="*/ 125172 h 224001"/>
                    <a:gd name="connsiteX17" fmla="*/ 317578 w 497386"/>
                    <a:gd name="connsiteY17" fmla="*/ 125172 h 224001"/>
                    <a:gd name="connsiteX18" fmla="*/ 455348 w 497386"/>
                    <a:gd name="connsiteY18" fmla="*/ 61508 h 224001"/>
                    <a:gd name="connsiteX19" fmla="*/ 413310 w 497386"/>
                    <a:gd name="connsiteY19" fmla="*/ 103546 h 224001"/>
                    <a:gd name="connsiteX20" fmla="*/ 455348 w 497386"/>
                    <a:gd name="connsiteY20" fmla="*/ 145584 h 224001"/>
                    <a:gd name="connsiteX21" fmla="*/ 497387 w 497386"/>
                    <a:gd name="connsiteY21" fmla="*/ 103546 h 224001"/>
                    <a:gd name="connsiteX22" fmla="*/ 455348 w 497386"/>
                    <a:gd name="connsiteY22" fmla="*/ 61508 h 224001"/>
                    <a:gd name="connsiteX23" fmla="*/ 455348 w 497386"/>
                    <a:gd name="connsiteY23" fmla="*/ 61508 h 22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386" h="224001">
                      <a:moveTo>
                        <a:pt x="42038" y="139925"/>
                      </a:moveTo>
                      <a:cubicBezTo>
                        <a:pt x="18796" y="139925"/>
                        <a:pt x="0" y="158789"/>
                        <a:pt x="0" y="181964"/>
                      </a:cubicBezTo>
                      <a:cubicBezTo>
                        <a:pt x="0" y="205139"/>
                        <a:pt x="18863" y="224002"/>
                        <a:pt x="42038" y="224002"/>
                      </a:cubicBezTo>
                      <a:cubicBezTo>
                        <a:pt x="65213" y="224002"/>
                        <a:pt x="84077" y="205139"/>
                        <a:pt x="84077" y="181964"/>
                      </a:cubicBezTo>
                      <a:cubicBezTo>
                        <a:pt x="84077" y="158789"/>
                        <a:pt x="65213" y="139925"/>
                        <a:pt x="42038" y="139925"/>
                      </a:cubicBezTo>
                      <a:lnTo>
                        <a:pt x="42038" y="139925"/>
                      </a:lnTo>
                      <a:close/>
                      <a:moveTo>
                        <a:pt x="179808" y="0"/>
                      </a:moveTo>
                      <a:cubicBezTo>
                        <a:pt x="156566" y="0"/>
                        <a:pt x="137770" y="18863"/>
                        <a:pt x="137770" y="42038"/>
                      </a:cubicBezTo>
                      <a:cubicBezTo>
                        <a:pt x="137770" y="65213"/>
                        <a:pt x="156633" y="84077"/>
                        <a:pt x="179808" y="84077"/>
                      </a:cubicBezTo>
                      <a:cubicBezTo>
                        <a:pt x="202983" y="84077"/>
                        <a:pt x="221847" y="65213"/>
                        <a:pt x="221847" y="42038"/>
                      </a:cubicBezTo>
                      <a:cubicBezTo>
                        <a:pt x="221847" y="18863"/>
                        <a:pt x="202983" y="0"/>
                        <a:pt x="179808" y="0"/>
                      </a:cubicBezTo>
                      <a:lnTo>
                        <a:pt x="179808" y="0"/>
                      </a:lnTo>
                      <a:close/>
                      <a:moveTo>
                        <a:pt x="317578" y="125172"/>
                      </a:moveTo>
                      <a:cubicBezTo>
                        <a:pt x="294336" y="125172"/>
                        <a:pt x="275540" y="144035"/>
                        <a:pt x="275540" y="167210"/>
                      </a:cubicBezTo>
                      <a:cubicBezTo>
                        <a:pt x="275540" y="190385"/>
                        <a:pt x="294403" y="209248"/>
                        <a:pt x="317578" y="209248"/>
                      </a:cubicBezTo>
                      <a:cubicBezTo>
                        <a:pt x="340753" y="209248"/>
                        <a:pt x="359617" y="190385"/>
                        <a:pt x="359617" y="167210"/>
                      </a:cubicBezTo>
                      <a:cubicBezTo>
                        <a:pt x="359617" y="144035"/>
                        <a:pt x="340753" y="125172"/>
                        <a:pt x="317578" y="125172"/>
                      </a:cubicBezTo>
                      <a:lnTo>
                        <a:pt x="317578" y="125172"/>
                      </a:lnTo>
                      <a:close/>
                      <a:moveTo>
                        <a:pt x="455348" y="61508"/>
                      </a:moveTo>
                      <a:cubicBezTo>
                        <a:pt x="432106" y="61508"/>
                        <a:pt x="413310" y="80371"/>
                        <a:pt x="413310" y="103546"/>
                      </a:cubicBezTo>
                      <a:cubicBezTo>
                        <a:pt x="413310" y="126721"/>
                        <a:pt x="432173" y="145584"/>
                        <a:pt x="455348" y="145584"/>
                      </a:cubicBezTo>
                      <a:cubicBezTo>
                        <a:pt x="478523" y="145584"/>
                        <a:pt x="497387" y="126721"/>
                        <a:pt x="497387" y="103546"/>
                      </a:cubicBezTo>
                      <a:cubicBezTo>
                        <a:pt x="497387" y="80371"/>
                        <a:pt x="478523" y="61508"/>
                        <a:pt x="455348" y="61508"/>
                      </a:cubicBezTo>
                      <a:lnTo>
                        <a:pt x="455348" y="61508"/>
                      </a:lnTo>
                      <a:close/>
                    </a:path>
                  </a:pathLst>
                </a:custGeom>
                <a:noFill/>
                <a:ln w="12700" cap="flat">
                  <a:solidFill>
                    <a:schemeClr val="tx1"/>
                  </a:solidFill>
                  <a:prstDash val="solid"/>
                  <a:miter/>
                </a:ln>
              </p:spPr>
              <p:txBody>
                <a:bodyPr rtlCol="0" anchor="ctr"/>
                <a:lstStyle/>
                <a:p>
                  <a:endParaRPr lang="en-US"/>
                </a:p>
              </p:txBody>
            </p:sp>
          </p:grpSp>
          <p:sp>
            <p:nvSpPr>
              <p:cNvPr id="70" name="Freeform: Shape 69">
                <a:extLst>
                  <a:ext uri="{FF2B5EF4-FFF2-40B4-BE49-F238E27FC236}">
                    <a16:creationId xmlns:a16="http://schemas.microsoft.com/office/drawing/2014/main" id="{949A2237-006B-B090-40A6-E4DC8591C50D}"/>
                  </a:ext>
                </a:extLst>
              </p:cNvPr>
              <p:cNvSpPr/>
              <p:nvPr/>
            </p:nvSpPr>
            <p:spPr>
              <a:xfrm>
                <a:off x="3630422" y="1309405"/>
                <a:ext cx="65011" cy="64135"/>
              </a:xfrm>
              <a:custGeom>
                <a:avLst/>
                <a:gdLst>
                  <a:gd name="connsiteX0" fmla="*/ 0 w 65011"/>
                  <a:gd name="connsiteY0" fmla="*/ 64135 h 64135"/>
                  <a:gd name="connsiteX1" fmla="*/ 65011 w 65011"/>
                  <a:gd name="connsiteY1" fmla="*/ 0 h 64135"/>
                </a:gdLst>
                <a:ahLst/>
                <a:cxnLst>
                  <a:cxn ang="0">
                    <a:pos x="connsiteX0" y="connsiteY0"/>
                  </a:cxn>
                  <a:cxn ang="0">
                    <a:pos x="connsiteX1" y="connsiteY1"/>
                  </a:cxn>
                </a:cxnLst>
                <a:rect l="l" t="t" r="r" b="b"/>
                <a:pathLst>
                  <a:path w="65011" h="64135">
                    <a:moveTo>
                      <a:pt x="0" y="64135"/>
                    </a:moveTo>
                    <a:lnTo>
                      <a:pt x="65011" y="0"/>
                    </a:lnTo>
                  </a:path>
                </a:pathLst>
              </a:custGeom>
              <a:ln w="12700" cap="rnd">
                <a:solidFill>
                  <a:schemeClr val="tx1"/>
                </a:solidFill>
                <a:prstDash val="solid"/>
                <a:round/>
              </a:ln>
            </p:spPr>
            <p:txBody>
              <a:bodyPr rtlCol="0" anchor="ctr"/>
              <a:lstStyle/>
              <a:p>
                <a:endParaRPr lang="en-US"/>
              </a:p>
            </p:txBody>
          </p:sp>
          <p:sp>
            <p:nvSpPr>
              <p:cNvPr id="71" name="Freeform: Shape 70">
                <a:extLst>
                  <a:ext uri="{FF2B5EF4-FFF2-40B4-BE49-F238E27FC236}">
                    <a16:creationId xmlns:a16="http://schemas.microsoft.com/office/drawing/2014/main" id="{CA648380-3F19-66F9-F4A0-5E2136C4905A}"/>
                  </a:ext>
                </a:extLst>
              </p:cNvPr>
              <p:cNvSpPr/>
              <p:nvPr/>
            </p:nvSpPr>
            <p:spPr>
              <a:xfrm>
                <a:off x="3768529" y="1306239"/>
                <a:ext cx="65617" cy="60025"/>
              </a:xfrm>
              <a:custGeom>
                <a:avLst/>
                <a:gdLst>
                  <a:gd name="connsiteX0" fmla="*/ 0 w 65617"/>
                  <a:gd name="connsiteY0" fmla="*/ 0 h 60025"/>
                  <a:gd name="connsiteX1" fmla="*/ 65618 w 65617"/>
                  <a:gd name="connsiteY1" fmla="*/ 60026 h 60025"/>
                </a:gdLst>
                <a:ahLst/>
                <a:cxnLst>
                  <a:cxn ang="0">
                    <a:pos x="connsiteX0" y="connsiteY0"/>
                  </a:cxn>
                  <a:cxn ang="0">
                    <a:pos x="connsiteX1" y="connsiteY1"/>
                  </a:cxn>
                </a:cxnLst>
                <a:rect l="l" t="t" r="r" b="b"/>
                <a:pathLst>
                  <a:path w="65617" h="60025">
                    <a:moveTo>
                      <a:pt x="0" y="0"/>
                    </a:moveTo>
                    <a:lnTo>
                      <a:pt x="65618" y="60026"/>
                    </a:lnTo>
                  </a:path>
                </a:pathLst>
              </a:custGeom>
              <a:ln w="12700" cap="rnd">
                <a:solidFill>
                  <a:schemeClr val="tx1"/>
                </a:solidFill>
                <a:prstDash val="solid"/>
                <a:round/>
              </a:ln>
            </p:spPr>
            <p:txBody>
              <a:bodyPr rtlCol="0" anchor="ctr"/>
              <a:lstStyle/>
              <a:p>
                <a:endParaRPr lang="en-US"/>
              </a:p>
            </p:txBody>
          </p:sp>
          <p:sp>
            <p:nvSpPr>
              <p:cNvPr id="72" name="Freeform: Shape 71">
                <a:extLst>
                  <a:ext uri="{FF2B5EF4-FFF2-40B4-BE49-F238E27FC236}">
                    <a16:creationId xmlns:a16="http://schemas.microsoft.com/office/drawing/2014/main" id="{79781AB4-EE7C-114F-2E90-62B583D64F60}"/>
                  </a:ext>
                </a:extLst>
              </p:cNvPr>
              <p:cNvSpPr/>
              <p:nvPr/>
            </p:nvSpPr>
            <p:spPr>
              <a:xfrm>
                <a:off x="3909735" y="1355014"/>
                <a:ext cx="49516" cy="24050"/>
              </a:xfrm>
              <a:custGeom>
                <a:avLst/>
                <a:gdLst>
                  <a:gd name="connsiteX0" fmla="*/ 0 w 49516"/>
                  <a:gd name="connsiteY0" fmla="*/ 24051 h 24050"/>
                  <a:gd name="connsiteX1" fmla="*/ 49516 w 49516"/>
                  <a:gd name="connsiteY1" fmla="*/ 0 h 24050"/>
                </a:gdLst>
                <a:ahLst/>
                <a:cxnLst>
                  <a:cxn ang="0">
                    <a:pos x="connsiteX0" y="connsiteY0"/>
                  </a:cxn>
                  <a:cxn ang="0">
                    <a:pos x="connsiteX1" y="connsiteY1"/>
                  </a:cxn>
                </a:cxnLst>
                <a:rect l="l" t="t" r="r" b="b"/>
                <a:pathLst>
                  <a:path w="49516" h="24050">
                    <a:moveTo>
                      <a:pt x="0" y="24051"/>
                    </a:moveTo>
                    <a:lnTo>
                      <a:pt x="49516" y="0"/>
                    </a:lnTo>
                  </a:path>
                </a:pathLst>
              </a:custGeom>
              <a:ln w="12700" cap="rnd">
                <a:solidFill>
                  <a:schemeClr val="tx1"/>
                </a:solidFill>
                <a:prstDash val="solid"/>
                <a:round/>
              </a:ln>
            </p:spPr>
            <p:txBody>
              <a:bodyPr rtlCol="0" anchor="ctr"/>
              <a:lstStyle/>
              <a:p>
                <a:endParaRPr lang="en-US"/>
              </a:p>
            </p:txBody>
          </p:sp>
        </p:grpSp>
      </p:grpSp>
      <p:grpSp>
        <p:nvGrpSpPr>
          <p:cNvPr id="78" name="Group 77">
            <a:extLst>
              <a:ext uri="{FF2B5EF4-FFF2-40B4-BE49-F238E27FC236}">
                <a16:creationId xmlns:a16="http://schemas.microsoft.com/office/drawing/2014/main" id="{F3878497-68FB-1B05-F5C8-2177EF7BC16D}"/>
              </a:ext>
            </a:extLst>
          </p:cNvPr>
          <p:cNvGrpSpPr/>
          <p:nvPr/>
        </p:nvGrpSpPr>
        <p:grpSpPr>
          <a:xfrm>
            <a:off x="1961660" y="2411644"/>
            <a:ext cx="476193" cy="476020"/>
            <a:chOff x="1961660" y="2411644"/>
            <a:chExt cx="476193" cy="476020"/>
          </a:xfrm>
        </p:grpSpPr>
        <p:sp>
          <p:nvSpPr>
            <p:cNvPr id="75" name="Freeform: Shape 74">
              <a:extLst>
                <a:ext uri="{FF2B5EF4-FFF2-40B4-BE49-F238E27FC236}">
                  <a16:creationId xmlns:a16="http://schemas.microsoft.com/office/drawing/2014/main" id="{830F5646-7BF9-77D1-75D0-6D645437147B}"/>
                </a:ext>
              </a:extLst>
            </p:cNvPr>
            <p:cNvSpPr/>
            <p:nvPr/>
          </p:nvSpPr>
          <p:spPr>
            <a:xfrm>
              <a:off x="2273740" y="2724301"/>
              <a:ext cx="164113" cy="163363"/>
            </a:xfrm>
            <a:custGeom>
              <a:avLst/>
              <a:gdLst>
                <a:gd name="connsiteX0" fmla="*/ 164113 w 164113"/>
                <a:gd name="connsiteY0" fmla="*/ 117347 h 163363"/>
                <a:gd name="connsiteX1" fmla="*/ 118097 w 164113"/>
                <a:gd name="connsiteY1" fmla="*/ 163364 h 163363"/>
                <a:gd name="connsiteX2" fmla="*/ 0 w 164113"/>
                <a:gd name="connsiteY2" fmla="*/ 45267 h 163363"/>
                <a:gd name="connsiteX3" fmla="*/ 46766 w 164113"/>
                <a:gd name="connsiteY3" fmla="*/ 0 h 163363"/>
                <a:gd name="connsiteX4" fmla="*/ 164113 w 164113"/>
                <a:gd name="connsiteY4" fmla="*/ 117347 h 163363"/>
                <a:gd name="connsiteX5" fmla="*/ 164113 w 164113"/>
                <a:gd name="connsiteY5" fmla="*/ 117347 h 16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113" h="163363">
                  <a:moveTo>
                    <a:pt x="164113" y="117347"/>
                  </a:moveTo>
                  <a:lnTo>
                    <a:pt x="118097" y="163364"/>
                  </a:lnTo>
                  <a:lnTo>
                    <a:pt x="0" y="45267"/>
                  </a:lnTo>
                  <a:lnTo>
                    <a:pt x="46766" y="0"/>
                  </a:lnTo>
                  <a:lnTo>
                    <a:pt x="164113" y="117347"/>
                  </a:lnTo>
                  <a:lnTo>
                    <a:pt x="164113" y="117347"/>
                  </a:lnTo>
                  <a:close/>
                </a:path>
              </a:pathLst>
            </a:custGeom>
            <a:noFill/>
            <a:ln w="12700" cap="rnd">
              <a:solidFill>
                <a:schemeClr val="tx1"/>
              </a:solidFill>
              <a:prstDash val="solid"/>
              <a:round/>
            </a:ln>
          </p:spPr>
          <p:txBody>
            <a:bodyPr rtlCol="0" anchor="ctr"/>
            <a:lstStyle/>
            <a:p>
              <a:endParaRPr lang="en-US"/>
            </a:p>
          </p:txBody>
        </p:sp>
        <p:sp>
          <p:nvSpPr>
            <p:cNvPr id="76" name="Freeform: Shape 75">
              <a:extLst>
                <a:ext uri="{FF2B5EF4-FFF2-40B4-BE49-F238E27FC236}">
                  <a16:creationId xmlns:a16="http://schemas.microsoft.com/office/drawing/2014/main" id="{D9A34BFF-0FFD-B9A8-4577-791C26B26E66}"/>
                </a:ext>
              </a:extLst>
            </p:cNvPr>
            <p:cNvSpPr/>
            <p:nvPr/>
          </p:nvSpPr>
          <p:spPr>
            <a:xfrm>
              <a:off x="1961660" y="2411644"/>
              <a:ext cx="391426" cy="391426"/>
            </a:xfrm>
            <a:custGeom>
              <a:avLst/>
              <a:gdLst>
                <a:gd name="connsiteX0" fmla="*/ 195713 w 391426"/>
                <a:gd name="connsiteY0" fmla="*/ 0 h 391426"/>
                <a:gd name="connsiteX1" fmla="*/ 391426 w 391426"/>
                <a:gd name="connsiteY1" fmla="*/ 195713 h 391426"/>
                <a:gd name="connsiteX2" fmla="*/ 195713 w 391426"/>
                <a:gd name="connsiteY2" fmla="*/ 391427 h 391426"/>
                <a:gd name="connsiteX3" fmla="*/ 0 w 391426"/>
                <a:gd name="connsiteY3" fmla="*/ 195713 h 391426"/>
                <a:gd name="connsiteX4" fmla="*/ 195713 w 391426"/>
                <a:gd name="connsiteY4" fmla="*/ 0 h 391426"/>
                <a:gd name="connsiteX5" fmla="*/ 195713 w 391426"/>
                <a:gd name="connsiteY5" fmla="*/ 0 h 39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1426" h="391426">
                  <a:moveTo>
                    <a:pt x="195713" y="0"/>
                  </a:moveTo>
                  <a:cubicBezTo>
                    <a:pt x="303776" y="0"/>
                    <a:pt x="391426" y="87592"/>
                    <a:pt x="391426" y="195713"/>
                  </a:cubicBezTo>
                  <a:cubicBezTo>
                    <a:pt x="391426" y="303834"/>
                    <a:pt x="303834" y="391427"/>
                    <a:pt x="195713" y="391427"/>
                  </a:cubicBezTo>
                  <a:cubicBezTo>
                    <a:pt x="87592" y="391427"/>
                    <a:pt x="0" y="303777"/>
                    <a:pt x="0" y="195713"/>
                  </a:cubicBezTo>
                  <a:cubicBezTo>
                    <a:pt x="0" y="87650"/>
                    <a:pt x="87592" y="0"/>
                    <a:pt x="195713" y="0"/>
                  </a:cubicBezTo>
                  <a:lnTo>
                    <a:pt x="195713" y="0"/>
                  </a:lnTo>
                  <a:close/>
                </a:path>
              </a:pathLst>
            </a:custGeom>
            <a:noFill/>
            <a:ln w="12700" cap="rnd">
              <a:solidFill>
                <a:schemeClr val="tx1"/>
              </a:solidFill>
              <a:prstDash val="solid"/>
              <a:round/>
            </a:ln>
          </p:spPr>
          <p:txBody>
            <a:bodyPr rtlCol="0" anchor="ctr"/>
            <a:lstStyle/>
            <a:p>
              <a:endParaRPr lang="en-US"/>
            </a:p>
          </p:txBody>
        </p:sp>
        <p:sp>
          <p:nvSpPr>
            <p:cNvPr id="77" name="Freeform: Shape 76">
              <a:extLst>
                <a:ext uri="{FF2B5EF4-FFF2-40B4-BE49-F238E27FC236}">
                  <a16:creationId xmlns:a16="http://schemas.microsoft.com/office/drawing/2014/main" id="{DC2FED7B-1CD1-F9A4-5DAE-D09678F0C748}"/>
                </a:ext>
              </a:extLst>
            </p:cNvPr>
            <p:cNvSpPr/>
            <p:nvPr/>
          </p:nvSpPr>
          <p:spPr>
            <a:xfrm>
              <a:off x="2155528" y="2467118"/>
              <a:ext cx="141623" cy="141624"/>
            </a:xfrm>
            <a:custGeom>
              <a:avLst/>
              <a:gdLst>
                <a:gd name="connsiteX0" fmla="*/ 0 w 141623"/>
                <a:gd name="connsiteY0" fmla="*/ 0 h 141624"/>
                <a:gd name="connsiteX1" fmla="*/ 141624 w 141623"/>
                <a:gd name="connsiteY1" fmla="*/ 141624 h 141624"/>
              </a:gdLst>
              <a:ahLst/>
              <a:cxnLst>
                <a:cxn ang="0">
                  <a:pos x="connsiteX0" y="connsiteY0"/>
                </a:cxn>
                <a:cxn ang="0">
                  <a:pos x="connsiteX1" y="connsiteY1"/>
                </a:cxn>
              </a:cxnLst>
              <a:rect l="l" t="t" r="r" b="b"/>
              <a:pathLst>
                <a:path w="141623" h="141624">
                  <a:moveTo>
                    <a:pt x="0" y="0"/>
                  </a:moveTo>
                  <a:cubicBezTo>
                    <a:pt x="78193" y="0"/>
                    <a:pt x="141624" y="63373"/>
                    <a:pt x="141624" y="141624"/>
                  </a:cubicBezTo>
                </a:path>
              </a:pathLst>
            </a:custGeom>
            <a:noFill/>
            <a:ln w="12700" cap="rnd">
              <a:solidFill>
                <a:schemeClr val="tx1"/>
              </a:solidFill>
              <a:prstDash val="solid"/>
              <a:round/>
            </a:ln>
          </p:spPr>
          <p:txBody>
            <a:bodyPr rtlCol="0" anchor="ctr"/>
            <a:lstStyle/>
            <a:p>
              <a:endParaRPr lang="en-US"/>
            </a:p>
          </p:txBody>
        </p:sp>
      </p:grpSp>
      <p:grpSp>
        <p:nvGrpSpPr>
          <p:cNvPr id="40" name="Group 39">
            <a:extLst>
              <a:ext uri="{FF2B5EF4-FFF2-40B4-BE49-F238E27FC236}">
                <a16:creationId xmlns:a16="http://schemas.microsoft.com/office/drawing/2014/main" id="{00616D67-E609-2A01-D2E7-E0D4DBC71A39}"/>
              </a:ext>
            </a:extLst>
          </p:cNvPr>
          <p:cNvGrpSpPr/>
          <p:nvPr/>
        </p:nvGrpSpPr>
        <p:grpSpPr>
          <a:xfrm>
            <a:off x="6656086" y="2444810"/>
            <a:ext cx="461352" cy="406527"/>
            <a:chOff x="6683966" y="2444810"/>
            <a:chExt cx="461352" cy="406527"/>
          </a:xfrm>
        </p:grpSpPr>
        <p:sp>
          <p:nvSpPr>
            <p:cNvPr id="36" name="Freeform: Shape 35">
              <a:extLst>
                <a:ext uri="{FF2B5EF4-FFF2-40B4-BE49-F238E27FC236}">
                  <a16:creationId xmlns:a16="http://schemas.microsoft.com/office/drawing/2014/main" id="{1C3CDC79-E100-5F68-6DAB-9ACAE3281D01}"/>
                </a:ext>
              </a:extLst>
            </p:cNvPr>
            <p:cNvSpPr/>
            <p:nvPr/>
          </p:nvSpPr>
          <p:spPr>
            <a:xfrm>
              <a:off x="6683966" y="2444810"/>
              <a:ext cx="461352" cy="406527"/>
            </a:xfrm>
            <a:custGeom>
              <a:avLst/>
              <a:gdLst>
                <a:gd name="connsiteX0" fmla="*/ 461352 w 461352"/>
                <a:gd name="connsiteY0" fmla="*/ 0 h 406527"/>
                <a:gd name="connsiteX1" fmla="*/ 0 w 461352"/>
                <a:gd name="connsiteY1" fmla="*/ 0 h 406527"/>
                <a:gd name="connsiteX2" fmla="*/ 0 w 461352"/>
                <a:gd name="connsiteY2" fmla="*/ 406528 h 406527"/>
                <a:gd name="connsiteX3" fmla="*/ 461352 w 461352"/>
                <a:gd name="connsiteY3" fmla="*/ 406528 h 406527"/>
                <a:gd name="connsiteX4" fmla="*/ 461352 w 461352"/>
                <a:gd name="connsiteY4" fmla="*/ 0 h 406527"/>
                <a:gd name="connsiteX5" fmla="*/ 461352 w 461352"/>
                <a:gd name="connsiteY5" fmla="*/ 0 h 406527"/>
                <a:gd name="connsiteX6" fmla="*/ 461352 w 461352"/>
                <a:gd name="connsiteY6" fmla="*/ 96155 h 406527"/>
                <a:gd name="connsiteX7" fmla="*/ 0 w 461352"/>
                <a:gd name="connsiteY7" fmla="*/ 96155 h 40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1352" h="406527">
                  <a:moveTo>
                    <a:pt x="461352" y="0"/>
                  </a:moveTo>
                  <a:lnTo>
                    <a:pt x="0" y="0"/>
                  </a:lnTo>
                  <a:lnTo>
                    <a:pt x="0" y="406528"/>
                  </a:lnTo>
                  <a:lnTo>
                    <a:pt x="461352" y="406528"/>
                  </a:lnTo>
                  <a:lnTo>
                    <a:pt x="461352" y="0"/>
                  </a:lnTo>
                  <a:lnTo>
                    <a:pt x="461352" y="0"/>
                  </a:lnTo>
                  <a:close/>
                  <a:moveTo>
                    <a:pt x="461352" y="96155"/>
                  </a:moveTo>
                  <a:lnTo>
                    <a:pt x="0" y="96155"/>
                  </a:lnTo>
                </a:path>
              </a:pathLst>
            </a:custGeom>
            <a:noFill/>
            <a:ln w="12700" cap="rnd">
              <a:solidFill>
                <a:schemeClr val="tx1"/>
              </a:solidFill>
              <a:prstDash val="solid"/>
              <a:round/>
            </a:ln>
          </p:spPr>
          <p:txBody>
            <a:bodyPr rtlCol="0" anchor="ctr"/>
            <a:lstStyle/>
            <a:p>
              <a:endParaRPr lang="en-US"/>
            </a:p>
          </p:txBody>
        </p:sp>
        <p:sp>
          <p:nvSpPr>
            <p:cNvPr id="37" name="Freeform: Shape 36">
              <a:extLst>
                <a:ext uri="{FF2B5EF4-FFF2-40B4-BE49-F238E27FC236}">
                  <a16:creationId xmlns:a16="http://schemas.microsoft.com/office/drawing/2014/main" id="{654AF04D-E8A9-E72D-6404-BF28676420A7}"/>
                </a:ext>
              </a:extLst>
            </p:cNvPr>
            <p:cNvSpPr/>
            <p:nvPr/>
          </p:nvSpPr>
          <p:spPr>
            <a:xfrm>
              <a:off x="7070732" y="2476993"/>
              <a:ext cx="32860" cy="35571"/>
            </a:xfrm>
            <a:custGeom>
              <a:avLst/>
              <a:gdLst>
                <a:gd name="connsiteX0" fmla="*/ 16431 w 32860"/>
                <a:gd name="connsiteY0" fmla="*/ 0 h 35571"/>
                <a:gd name="connsiteX1" fmla="*/ 0 w 32860"/>
                <a:gd name="connsiteY1" fmla="*/ 17786 h 35571"/>
                <a:gd name="connsiteX2" fmla="*/ 16431 w 32860"/>
                <a:gd name="connsiteY2" fmla="*/ 35571 h 35571"/>
                <a:gd name="connsiteX3" fmla="*/ 32861 w 32860"/>
                <a:gd name="connsiteY3" fmla="*/ 17786 h 35571"/>
                <a:gd name="connsiteX4" fmla="*/ 16431 w 32860"/>
                <a:gd name="connsiteY4" fmla="*/ 0 h 35571"/>
                <a:gd name="connsiteX5" fmla="*/ 16431 w 32860"/>
                <a:gd name="connsiteY5" fmla="*/ 0 h 3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60" h="35571">
                  <a:moveTo>
                    <a:pt x="16431" y="0"/>
                  </a:moveTo>
                  <a:cubicBezTo>
                    <a:pt x="7340" y="0"/>
                    <a:pt x="0" y="7961"/>
                    <a:pt x="0" y="17786"/>
                  </a:cubicBezTo>
                  <a:cubicBezTo>
                    <a:pt x="0" y="27610"/>
                    <a:pt x="7340" y="35571"/>
                    <a:pt x="16431" y="35571"/>
                  </a:cubicBezTo>
                  <a:cubicBezTo>
                    <a:pt x="25521" y="35571"/>
                    <a:pt x="32861" y="27610"/>
                    <a:pt x="32861" y="17786"/>
                  </a:cubicBezTo>
                  <a:cubicBezTo>
                    <a:pt x="32861" y="7961"/>
                    <a:pt x="25521" y="0"/>
                    <a:pt x="16431" y="0"/>
                  </a:cubicBezTo>
                  <a:lnTo>
                    <a:pt x="16431" y="0"/>
                  </a:lnTo>
                  <a:close/>
                </a:path>
              </a:pathLst>
            </a:custGeom>
            <a:solidFill>
              <a:schemeClr val="tx1"/>
            </a:solidFill>
            <a:ln w="12700" cap="flat">
              <a:solidFill>
                <a:schemeClr val="tx1"/>
              </a:solid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7148A43-6985-DABF-CD69-D05CD32A64EC}"/>
                </a:ext>
              </a:extLst>
            </p:cNvPr>
            <p:cNvSpPr/>
            <p:nvPr/>
          </p:nvSpPr>
          <p:spPr>
            <a:xfrm>
              <a:off x="7017262" y="2476993"/>
              <a:ext cx="32860" cy="35571"/>
            </a:xfrm>
            <a:custGeom>
              <a:avLst/>
              <a:gdLst>
                <a:gd name="connsiteX0" fmla="*/ 16430 w 32860"/>
                <a:gd name="connsiteY0" fmla="*/ 0 h 35571"/>
                <a:gd name="connsiteX1" fmla="*/ 0 w 32860"/>
                <a:gd name="connsiteY1" fmla="*/ 17786 h 35571"/>
                <a:gd name="connsiteX2" fmla="*/ 16430 w 32860"/>
                <a:gd name="connsiteY2" fmla="*/ 35571 h 35571"/>
                <a:gd name="connsiteX3" fmla="*/ 32861 w 32860"/>
                <a:gd name="connsiteY3" fmla="*/ 17786 h 35571"/>
                <a:gd name="connsiteX4" fmla="*/ 16430 w 32860"/>
                <a:gd name="connsiteY4" fmla="*/ 0 h 35571"/>
                <a:gd name="connsiteX5" fmla="*/ 16430 w 32860"/>
                <a:gd name="connsiteY5" fmla="*/ 0 h 35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60" h="35571">
                  <a:moveTo>
                    <a:pt x="16430" y="0"/>
                  </a:moveTo>
                  <a:cubicBezTo>
                    <a:pt x="7340" y="0"/>
                    <a:pt x="0" y="7961"/>
                    <a:pt x="0" y="17786"/>
                  </a:cubicBezTo>
                  <a:cubicBezTo>
                    <a:pt x="0" y="27610"/>
                    <a:pt x="7340" y="35571"/>
                    <a:pt x="16430" y="35571"/>
                  </a:cubicBezTo>
                  <a:cubicBezTo>
                    <a:pt x="25521" y="35571"/>
                    <a:pt x="32861" y="27610"/>
                    <a:pt x="32861" y="17786"/>
                  </a:cubicBezTo>
                  <a:cubicBezTo>
                    <a:pt x="32861" y="7961"/>
                    <a:pt x="25521" y="0"/>
                    <a:pt x="16430" y="0"/>
                  </a:cubicBezTo>
                  <a:lnTo>
                    <a:pt x="16430" y="0"/>
                  </a:lnTo>
                  <a:close/>
                </a:path>
              </a:pathLst>
            </a:custGeom>
            <a:solidFill>
              <a:schemeClr val="tx1"/>
            </a:solidFill>
            <a:ln w="12700" cap="flat">
              <a:solidFill>
                <a:schemeClr val="tx1"/>
              </a:solid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FCC0E157-EA1F-0845-9C82-E5458FE5C1B7}"/>
                </a:ext>
              </a:extLst>
            </p:cNvPr>
            <p:cNvSpPr/>
            <p:nvPr/>
          </p:nvSpPr>
          <p:spPr>
            <a:xfrm>
              <a:off x="6749857" y="2650276"/>
              <a:ext cx="329513" cy="201061"/>
            </a:xfrm>
            <a:custGeom>
              <a:avLst/>
              <a:gdLst>
                <a:gd name="connsiteX0" fmla="*/ 164757 w 329513"/>
                <a:gd name="connsiteY0" fmla="*/ 0 h 201061"/>
                <a:gd name="connsiteX1" fmla="*/ 196883 w 329513"/>
                <a:gd name="connsiteY1" fmla="*/ 3670 h 201061"/>
                <a:gd name="connsiteX2" fmla="*/ 200723 w 329513"/>
                <a:gd name="connsiteY2" fmla="*/ 44492 h 201061"/>
                <a:gd name="connsiteX3" fmla="*/ 224381 w 329513"/>
                <a:gd name="connsiteY3" fmla="*/ 54260 h 201061"/>
                <a:gd name="connsiteX4" fmla="*/ 255999 w 329513"/>
                <a:gd name="connsiteY4" fmla="*/ 28118 h 201061"/>
                <a:gd name="connsiteX5" fmla="*/ 281294 w 329513"/>
                <a:gd name="connsiteY5" fmla="*/ 48219 h 201061"/>
                <a:gd name="connsiteX6" fmla="*/ 301395 w 329513"/>
                <a:gd name="connsiteY6" fmla="*/ 73514 h 201061"/>
                <a:gd name="connsiteX7" fmla="*/ 275253 w 329513"/>
                <a:gd name="connsiteY7" fmla="*/ 105133 h 201061"/>
                <a:gd name="connsiteX8" fmla="*/ 285021 w 329513"/>
                <a:gd name="connsiteY8" fmla="*/ 128790 h 201061"/>
                <a:gd name="connsiteX9" fmla="*/ 325843 w 329513"/>
                <a:gd name="connsiteY9" fmla="*/ 132630 h 201061"/>
                <a:gd name="connsiteX10" fmla="*/ 329513 w 329513"/>
                <a:gd name="connsiteY10" fmla="*/ 164757 h 201061"/>
                <a:gd name="connsiteX11" fmla="*/ 325843 w 329513"/>
                <a:gd name="connsiteY11" fmla="*/ 196884 h 201061"/>
                <a:gd name="connsiteX12" fmla="*/ 285021 w 329513"/>
                <a:gd name="connsiteY12" fmla="*/ 200723 h 201061"/>
                <a:gd name="connsiteX13" fmla="*/ 284908 w 329513"/>
                <a:gd name="connsiteY13" fmla="*/ 201062 h 201061"/>
                <a:gd name="connsiteX14" fmla="*/ 44605 w 329513"/>
                <a:gd name="connsiteY14" fmla="*/ 201062 h 201061"/>
                <a:gd name="connsiteX15" fmla="*/ 44492 w 329513"/>
                <a:gd name="connsiteY15" fmla="*/ 200723 h 201061"/>
                <a:gd name="connsiteX16" fmla="*/ 3670 w 329513"/>
                <a:gd name="connsiteY16" fmla="*/ 196884 h 201061"/>
                <a:gd name="connsiteX17" fmla="*/ 0 w 329513"/>
                <a:gd name="connsiteY17" fmla="*/ 164757 h 201061"/>
                <a:gd name="connsiteX18" fmla="*/ 3670 w 329513"/>
                <a:gd name="connsiteY18" fmla="*/ 132630 h 201061"/>
                <a:gd name="connsiteX19" fmla="*/ 44492 w 329513"/>
                <a:gd name="connsiteY19" fmla="*/ 128790 h 201061"/>
                <a:gd name="connsiteX20" fmla="*/ 54260 w 329513"/>
                <a:gd name="connsiteY20" fmla="*/ 105133 h 201061"/>
                <a:gd name="connsiteX21" fmla="*/ 28118 w 329513"/>
                <a:gd name="connsiteY21" fmla="*/ 73514 h 201061"/>
                <a:gd name="connsiteX22" fmla="*/ 48219 w 329513"/>
                <a:gd name="connsiteY22" fmla="*/ 48219 h 201061"/>
                <a:gd name="connsiteX23" fmla="*/ 73514 w 329513"/>
                <a:gd name="connsiteY23" fmla="*/ 28118 h 201061"/>
                <a:gd name="connsiteX24" fmla="*/ 105133 w 329513"/>
                <a:gd name="connsiteY24" fmla="*/ 54260 h 201061"/>
                <a:gd name="connsiteX25" fmla="*/ 128790 w 329513"/>
                <a:gd name="connsiteY25" fmla="*/ 44492 h 201061"/>
                <a:gd name="connsiteX26" fmla="*/ 132630 w 329513"/>
                <a:gd name="connsiteY26" fmla="*/ 3670 h 201061"/>
                <a:gd name="connsiteX27" fmla="*/ 164757 w 329513"/>
                <a:gd name="connsiteY27" fmla="*/ 0 h 201061"/>
                <a:gd name="connsiteX28" fmla="*/ 164757 w 329513"/>
                <a:gd name="connsiteY28" fmla="*/ 0 h 201061"/>
                <a:gd name="connsiteX29" fmla="*/ 164757 w 329513"/>
                <a:gd name="connsiteY29" fmla="*/ 98526 h 201061"/>
                <a:gd name="connsiteX30" fmla="*/ 230987 w 329513"/>
                <a:gd name="connsiteY30" fmla="*/ 164757 h 201061"/>
                <a:gd name="connsiteX31" fmla="*/ 220146 w 329513"/>
                <a:gd name="connsiteY31" fmla="*/ 201062 h 201061"/>
                <a:gd name="connsiteX32" fmla="*/ 109311 w 329513"/>
                <a:gd name="connsiteY32" fmla="*/ 201062 h 201061"/>
                <a:gd name="connsiteX33" fmla="*/ 98470 w 329513"/>
                <a:gd name="connsiteY33" fmla="*/ 164757 h 201061"/>
                <a:gd name="connsiteX34" fmla="*/ 164700 w 329513"/>
                <a:gd name="connsiteY34" fmla="*/ 98526 h 201061"/>
                <a:gd name="connsiteX35" fmla="*/ 164700 w 329513"/>
                <a:gd name="connsiteY35" fmla="*/ 98526 h 20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29513" h="201061">
                  <a:moveTo>
                    <a:pt x="164757" y="0"/>
                  </a:moveTo>
                  <a:cubicBezTo>
                    <a:pt x="175767" y="0"/>
                    <a:pt x="186494" y="1242"/>
                    <a:pt x="196883" y="3670"/>
                  </a:cubicBezTo>
                  <a:lnTo>
                    <a:pt x="200723" y="44492"/>
                  </a:lnTo>
                  <a:cubicBezTo>
                    <a:pt x="209023" y="46977"/>
                    <a:pt x="216928" y="50251"/>
                    <a:pt x="224381" y="54260"/>
                  </a:cubicBezTo>
                  <a:lnTo>
                    <a:pt x="255999" y="28118"/>
                  </a:lnTo>
                  <a:cubicBezTo>
                    <a:pt x="265033" y="33764"/>
                    <a:pt x="273503" y="40427"/>
                    <a:pt x="281294" y="48219"/>
                  </a:cubicBezTo>
                  <a:cubicBezTo>
                    <a:pt x="289086" y="56010"/>
                    <a:pt x="295805" y="64480"/>
                    <a:pt x="301395" y="73514"/>
                  </a:cubicBezTo>
                  <a:lnTo>
                    <a:pt x="275253" y="105133"/>
                  </a:lnTo>
                  <a:cubicBezTo>
                    <a:pt x="279262" y="112586"/>
                    <a:pt x="282593" y="120490"/>
                    <a:pt x="285021" y="128790"/>
                  </a:cubicBezTo>
                  <a:lnTo>
                    <a:pt x="325843" y="132630"/>
                  </a:lnTo>
                  <a:cubicBezTo>
                    <a:pt x="328214" y="143019"/>
                    <a:pt x="329513" y="153746"/>
                    <a:pt x="329513" y="164757"/>
                  </a:cubicBezTo>
                  <a:cubicBezTo>
                    <a:pt x="329513" y="175767"/>
                    <a:pt x="328214" y="186495"/>
                    <a:pt x="325843" y="196884"/>
                  </a:cubicBezTo>
                  <a:lnTo>
                    <a:pt x="285021" y="200723"/>
                  </a:lnTo>
                  <a:lnTo>
                    <a:pt x="284908" y="201062"/>
                  </a:lnTo>
                  <a:lnTo>
                    <a:pt x="44605" y="201062"/>
                  </a:lnTo>
                  <a:lnTo>
                    <a:pt x="44492" y="200723"/>
                  </a:lnTo>
                  <a:lnTo>
                    <a:pt x="3670" y="196884"/>
                  </a:lnTo>
                  <a:cubicBezTo>
                    <a:pt x="1299" y="186551"/>
                    <a:pt x="0" y="175767"/>
                    <a:pt x="0" y="164757"/>
                  </a:cubicBezTo>
                  <a:cubicBezTo>
                    <a:pt x="0" y="153746"/>
                    <a:pt x="1242" y="143019"/>
                    <a:pt x="3670" y="132630"/>
                  </a:cubicBezTo>
                  <a:lnTo>
                    <a:pt x="44492" y="128790"/>
                  </a:lnTo>
                  <a:cubicBezTo>
                    <a:pt x="46977" y="120490"/>
                    <a:pt x="50251" y="112586"/>
                    <a:pt x="54260" y="105133"/>
                  </a:cubicBezTo>
                  <a:lnTo>
                    <a:pt x="28118" y="73514"/>
                  </a:lnTo>
                  <a:cubicBezTo>
                    <a:pt x="33764" y="64480"/>
                    <a:pt x="40427" y="56010"/>
                    <a:pt x="48219" y="48219"/>
                  </a:cubicBezTo>
                  <a:cubicBezTo>
                    <a:pt x="56010" y="40427"/>
                    <a:pt x="64480" y="33708"/>
                    <a:pt x="73514" y="28118"/>
                  </a:cubicBezTo>
                  <a:lnTo>
                    <a:pt x="105133" y="54260"/>
                  </a:lnTo>
                  <a:cubicBezTo>
                    <a:pt x="112586" y="50251"/>
                    <a:pt x="120490" y="46920"/>
                    <a:pt x="128790" y="44492"/>
                  </a:cubicBezTo>
                  <a:lnTo>
                    <a:pt x="132630" y="3670"/>
                  </a:lnTo>
                  <a:cubicBezTo>
                    <a:pt x="143019" y="1299"/>
                    <a:pt x="153746" y="0"/>
                    <a:pt x="164757" y="0"/>
                  </a:cubicBezTo>
                  <a:lnTo>
                    <a:pt x="164757" y="0"/>
                  </a:lnTo>
                  <a:close/>
                  <a:moveTo>
                    <a:pt x="164757" y="98526"/>
                  </a:moveTo>
                  <a:cubicBezTo>
                    <a:pt x="201344" y="98526"/>
                    <a:pt x="230987" y="128169"/>
                    <a:pt x="230987" y="164757"/>
                  </a:cubicBezTo>
                  <a:cubicBezTo>
                    <a:pt x="230987" y="178138"/>
                    <a:pt x="226978" y="190616"/>
                    <a:pt x="220146" y="201062"/>
                  </a:cubicBezTo>
                  <a:lnTo>
                    <a:pt x="109311" y="201062"/>
                  </a:lnTo>
                  <a:cubicBezTo>
                    <a:pt x="102479" y="190616"/>
                    <a:pt x="98470" y="178138"/>
                    <a:pt x="98470" y="164757"/>
                  </a:cubicBezTo>
                  <a:cubicBezTo>
                    <a:pt x="98470" y="128169"/>
                    <a:pt x="128113" y="98526"/>
                    <a:pt x="164700" y="98526"/>
                  </a:cubicBezTo>
                  <a:lnTo>
                    <a:pt x="164700" y="98526"/>
                  </a:lnTo>
                  <a:close/>
                </a:path>
              </a:pathLst>
            </a:custGeom>
            <a:noFill/>
            <a:ln w="12700" cap="rnd">
              <a:solidFill>
                <a:schemeClr val="tx1"/>
              </a:solidFill>
              <a:prstDash val="solid"/>
              <a:round/>
            </a:ln>
          </p:spPr>
          <p:txBody>
            <a:bodyPr rtlCol="0" anchor="ctr"/>
            <a:lstStyle/>
            <a:p>
              <a:endParaRPr lang="en-US"/>
            </a:p>
          </p:txBody>
        </p:sp>
      </p:grpSp>
      <p:grpSp>
        <p:nvGrpSpPr>
          <p:cNvPr id="45" name="Group 44">
            <a:extLst>
              <a:ext uri="{FF2B5EF4-FFF2-40B4-BE49-F238E27FC236}">
                <a16:creationId xmlns:a16="http://schemas.microsoft.com/office/drawing/2014/main" id="{EA4AB5EF-68B1-E0A1-4893-AEC2EC25D6EF}"/>
              </a:ext>
            </a:extLst>
          </p:cNvPr>
          <p:cNvGrpSpPr/>
          <p:nvPr/>
        </p:nvGrpSpPr>
        <p:grpSpPr>
          <a:xfrm>
            <a:off x="5110401" y="3544792"/>
            <a:ext cx="420942" cy="465882"/>
            <a:chOff x="5110401" y="3544792"/>
            <a:chExt cx="420942" cy="465882"/>
          </a:xfrm>
        </p:grpSpPr>
        <p:sp>
          <p:nvSpPr>
            <p:cNvPr id="6" name="Freeform: Shape 5">
              <a:extLst>
                <a:ext uri="{FF2B5EF4-FFF2-40B4-BE49-F238E27FC236}">
                  <a16:creationId xmlns:a16="http://schemas.microsoft.com/office/drawing/2014/main" id="{204C8894-2466-C069-C009-1CF84BFF12C3}"/>
                </a:ext>
              </a:extLst>
            </p:cNvPr>
            <p:cNvSpPr/>
            <p:nvPr/>
          </p:nvSpPr>
          <p:spPr>
            <a:xfrm>
              <a:off x="5191472" y="3629608"/>
              <a:ext cx="258838" cy="266069"/>
            </a:xfrm>
            <a:custGeom>
              <a:avLst/>
              <a:gdLst>
                <a:gd name="connsiteX0" fmla="*/ 72700 w 258838"/>
                <a:gd name="connsiteY0" fmla="*/ 266069 h 266069"/>
                <a:gd name="connsiteX1" fmla="*/ 221 w 258838"/>
                <a:gd name="connsiteY1" fmla="*/ 121496 h 266069"/>
                <a:gd name="connsiteX2" fmla="*/ 129428 w 258838"/>
                <a:gd name="connsiteY2" fmla="*/ 0 h 266069"/>
                <a:gd name="connsiteX3" fmla="*/ 258580 w 258838"/>
                <a:gd name="connsiteY3" fmla="*/ 121496 h 266069"/>
                <a:gd name="connsiteX4" fmla="*/ 190782 w 258838"/>
                <a:gd name="connsiteY4" fmla="*/ 241010 h 266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38" h="266069">
                  <a:moveTo>
                    <a:pt x="72700" y="266069"/>
                  </a:moveTo>
                  <a:cubicBezTo>
                    <a:pt x="67633" y="188027"/>
                    <a:pt x="7160" y="227516"/>
                    <a:pt x="221" y="121496"/>
                  </a:cubicBezTo>
                  <a:cubicBezTo>
                    <a:pt x="-4185" y="54580"/>
                    <a:pt x="58050" y="0"/>
                    <a:pt x="129428" y="0"/>
                  </a:cubicBezTo>
                  <a:cubicBezTo>
                    <a:pt x="200806" y="0"/>
                    <a:pt x="263372" y="54580"/>
                    <a:pt x="258580" y="121496"/>
                  </a:cubicBezTo>
                  <a:cubicBezTo>
                    <a:pt x="252137" y="211985"/>
                    <a:pt x="207250" y="193700"/>
                    <a:pt x="190782" y="241010"/>
                  </a:cubicBezTo>
                </a:path>
              </a:pathLst>
            </a:custGeom>
            <a:noFill/>
            <a:ln w="12700" cap="rnd">
              <a:solidFill>
                <a:schemeClr val="tx1"/>
              </a:solidFill>
              <a:prstDash val="solid"/>
              <a:round/>
            </a:ln>
          </p:spPr>
          <p:txBody>
            <a:bodyPr rtlCol="0" anchor="ctr"/>
            <a:lstStyle/>
            <a:p>
              <a:endParaRPr lang="en-US"/>
            </a:p>
          </p:txBody>
        </p:sp>
        <p:sp>
          <p:nvSpPr>
            <p:cNvPr id="7" name="Freeform: Shape 6">
              <a:extLst>
                <a:ext uri="{FF2B5EF4-FFF2-40B4-BE49-F238E27FC236}">
                  <a16:creationId xmlns:a16="http://schemas.microsoft.com/office/drawing/2014/main" id="{F63560F4-BADB-D88A-B1CA-4BFCE93AF2DF}"/>
                </a:ext>
              </a:extLst>
            </p:cNvPr>
            <p:cNvSpPr/>
            <p:nvPr/>
          </p:nvSpPr>
          <p:spPr>
            <a:xfrm>
              <a:off x="5266155" y="3958188"/>
              <a:ext cx="116429" cy="30511"/>
            </a:xfrm>
            <a:custGeom>
              <a:avLst/>
              <a:gdLst>
                <a:gd name="connsiteX0" fmla="*/ 0 w 116429"/>
                <a:gd name="connsiteY0" fmla="*/ 30512 h 30511"/>
                <a:gd name="connsiteX1" fmla="*/ 116430 w 116429"/>
                <a:gd name="connsiteY1" fmla="*/ 0 h 30511"/>
              </a:gdLst>
              <a:ahLst/>
              <a:cxnLst>
                <a:cxn ang="0">
                  <a:pos x="connsiteX0" y="connsiteY0"/>
                </a:cxn>
                <a:cxn ang="0">
                  <a:pos x="connsiteX1" y="connsiteY1"/>
                </a:cxn>
              </a:cxnLst>
              <a:rect l="l" t="t" r="r" b="b"/>
              <a:pathLst>
                <a:path w="116429" h="30511">
                  <a:moveTo>
                    <a:pt x="0" y="30512"/>
                  </a:moveTo>
                  <a:lnTo>
                    <a:pt x="116430" y="0"/>
                  </a:lnTo>
                </a:path>
              </a:pathLst>
            </a:custGeom>
            <a:ln w="12700" cap="rnd">
              <a:solidFill>
                <a:schemeClr val="tx1"/>
              </a:solidFill>
              <a:prstDash val="solid"/>
              <a:round/>
            </a:ln>
          </p:spPr>
          <p:txBody>
            <a:bodyPr rtlCol="0" anchor="ctr"/>
            <a:lstStyle/>
            <a:p>
              <a:endParaRPr lang="en-US"/>
            </a:p>
          </p:txBody>
        </p:sp>
        <p:sp>
          <p:nvSpPr>
            <p:cNvPr id="25" name="Freeform: Shape 24">
              <a:extLst>
                <a:ext uri="{FF2B5EF4-FFF2-40B4-BE49-F238E27FC236}">
                  <a16:creationId xmlns:a16="http://schemas.microsoft.com/office/drawing/2014/main" id="{0544B476-B527-D7F9-6494-FAEC8488C722}"/>
                </a:ext>
              </a:extLst>
            </p:cNvPr>
            <p:cNvSpPr/>
            <p:nvPr/>
          </p:nvSpPr>
          <p:spPr>
            <a:xfrm>
              <a:off x="5266155" y="3914293"/>
              <a:ext cx="116429" cy="30566"/>
            </a:xfrm>
            <a:custGeom>
              <a:avLst/>
              <a:gdLst>
                <a:gd name="connsiteX0" fmla="*/ 0 w 116429"/>
                <a:gd name="connsiteY0" fmla="*/ 30567 h 30566"/>
                <a:gd name="connsiteX1" fmla="*/ 116430 w 116429"/>
                <a:gd name="connsiteY1" fmla="*/ 0 h 30566"/>
              </a:gdLst>
              <a:ahLst/>
              <a:cxnLst>
                <a:cxn ang="0">
                  <a:pos x="connsiteX0" y="connsiteY0"/>
                </a:cxn>
                <a:cxn ang="0">
                  <a:pos x="connsiteX1" y="connsiteY1"/>
                </a:cxn>
              </a:cxnLst>
              <a:rect l="l" t="t" r="r" b="b"/>
              <a:pathLst>
                <a:path w="116429" h="30566">
                  <a:moveTo>
                    <a:pt x="0" y="30567"/>
                  </a:moveTo>
                  <a:lnTo>
                    <a:pt x="116430" y="0"/>
                  </a:lnTo>
                </a:path>
              </a:pathLst>
            </a:custGeom>
            <a:ln w="12700" cap="rnd">
              <a:solidFill>
                <a:schemeClr val="tx1"/>
              </a:solidFill>
              <a:prstDash val="solid"/>
              <a:round/>
            </a:ln>
          </p:spPr>
          <p:txBody>
            <a:bodyPr rtlCol="0" anchor="ctr"/>
            <a:lstStyle/>
            <a:p>
              <a:endParaRPr lang="en-US"/>
            </a:p>
          </p:txBody>
        </p:sp>
        <p:sp>
          <p:nvSpPr>
            <p:cNvPr id="26" name="Freeform: Shape 25">
              <a:extLst>
                <a:ext uri="{FF2B5EF4-FFF2-40B4-BE49-F238E27FC236}">
                  <a16:creationId xmlns:a16="http://schemas.microsoft.com/office/drawing/2014/main" id="{7041911C-9676-D80B-E49E-805D2ACD53B0}"/>
                </a:ext>
              </a:extLst>
            </p:cNvPr>
            <p:cNvSpPr/>
            <p:nvPr/>
          </p:nvSpPr>
          <p:spPr>
            <a:xfrm>
              <a:off x="5266155" y="3870453"/>
              <a:ext cx="116429" cy="30511"/>
            </a:xfrm>
            <a:custGeom>
              <a:avLst/>
              <a:gdLst>
                <a:gd name="connsiteX0" fmla="*/ 0 w 116429"/>
                <a:gd name="connsiteY0" fmla="*/ 30512 h 30511"/>
                <a:gd name="connsiteX1" fmla="*/ 116430 w 116429"/>
                <a:gd name="connsiteY1" fmla="*/ 0 h 30511"/>
              </a:gdLst>
              <a:ahLst/>
              <a:cxnLst>
                <a:cxn ang="0">
                  <a:pos x="connsiteX0" y="connsiteY0"/>
                </a:cxn>
                <a:cxn ang="0">
                  <a:pos x="connsiteX1" y="connsiteY1"/>
                </a:cxn>
              </a:cxnLst>
              <a:rect l="l" t="t" r="r" b="b"/>
              <a:pathLst>
                <a:path w="116429" h="30511">
                  <a:moveTo>
                    <a:pt x="0" y="30512"/>
                  </a:moveTo>
                  <a:lnTo>
                    <a:pt x="116430" y="0"/>
                  </a:lnTo>
                </a:path>
              </a:pathLst>
            </a:custGeom>
            <a:ln w="12700" cap="rnd">
              <a:solidFill>
                <a:schemeClr val="tx1"/>
              </a:solidFill>
              <a:prstDash val="solid"/>
              <a:round/>
            </a:ln>
          </p:spPr>
          <p:txBody>
            <a:bodyPr rtlCol="0" anchor="ctr"/>
            <a:lstStyle/>
            <a:p>
              <a:endParaRPr lang="en-US"/>
            </a:p>
          </p:txBody>
        </p:sp>
        <p:sp>
          <p:nvSpPr>
            <p:cNvPr id="27" name="Freeform: Shape 26">
              <a:extLst>
                <a:ext uri="{FF2B5EF4-FFF2-40B4-BE49-F238E27FC236}">
                  <a16:creationId xmlns:a16="http://schemas.microsoft.com/office/drawing/2014/main" id="{F39210B2-EEE5-38B7-F160-C2C9E4BFFB81}"/>
                </a:ext>
              </a:extLst>
            </p:cNvPr>
            <p:cNvSpPr/>
            <p:nvPr/>
          </p:nvSpPr>
          <p:spPr>
            <a:xfrm>
              <a:off x="5286257" y="3974545"/>
              <a:ext cx="76224" cy="36129"/>
            </a:xfrm>
            <a:custGeom>
              <a:avLst/>
              <a:gdLst>
                <a:gd name="connsiteX0" fmla="*/ 76225 w 76224"/>
                <a:gd name="connsiteY0" fmla="*/ 0 h 36129"/>
                <a:gd name="connsiteX1" fmla="*/ 34643 w 76224"/>
                <a:gd name="connsiteY1" fmla="*/ 36129 h 36129"/>
                <a:gd name="connsiteX2" fmla="*/ 0 w 76224"/>
                <a:gd name="connsiteY2" fmla="*/ 19937 h 36129"/>
              </a:gdLst>
              <a:ahLst/>
              <a:cxnLst>
                <a:cxn ang="0">
                  <a:pos x="connsiteX0" y="connsiteY0"/>
                </a:cxn>
                <a:cxn ang="0">
                  <a:pos x="connsiteX1" y="connsiteY1"/>
                </a:cxn>
                <a:cxn ang="0">
                  <a:pos x="connsiteX2" y="connsiteY2"/>
                </a:cxn>
              </a:cxnLst>
              <a:rect l="l" t="t" r="r" b="b"/>
              <a:pathLst>
                <a:path w="76224" h="36129">
                  <a:moveTo>
                    <a:pt x="76225" y="0"/>
                  </a:moveTo>
                  <a:cubicBezTo>
                    <a:pt x="76225" y="19992"/>
                    <a:pt x="57609" y="36129"/>
                    <a:pt x="34643" y="36129"/>
                  </a:cubicBezTo>
                  <a:cubicBezTo>
                    <a:pt x="20158" y="36129"/>
                    <a:pt x="7435" y="29686"/>
                    <a:pt x="0" y="19937"/>
                  </a:cubicBezTo>
                </a:path>
              </a:pathLst>
            </a:custGeom>
            <a:noFill/>
            <a:ln w="12700" cap="rnd">
              <a:solidFill>
                <a:schemeClr val="tx1"/>
              </a:solidFill>
              <a:prstDash val="solid"/>
              <a:round/>
            </a:ln>
          </p:spPr>
          <p:txBody>
            <a:bodyPr rtlCol="0" anchor="ctr"/>
            <a:lstStyle/>
            <a:p>
              <a:endParaRPr lang="en-US"/>
            </a:p>
          </p:txBody>
        </p:sp>
        <p:sp>
          <p:nvSpPr>
            <p:cNvPr id="29" name="Freeform: Shape 28">
              <a:extLst>
                <a:ext uri="{FF2B5EF4-FFF2-40B4-BE49-F238E27FC236}">
                  <a16:creationId xmlns:a16="http://schemas.microsoft.com/office/drawing/2014/main" id="{CAD50869-961B-3329-4CEF-9A0778DBD8C3}"/>
                </a:ext>
              </a:extLst>
            </p:cNvPr>
            <p:cNvSpPr/>
            <p:nvPr/>
          </p:nvSpPr>
          <p:spPr>
            <a:xfrm>
              <a:off x="5324865" y="3544792"/>
              <a:ext cx="5507" cy="39103"/>
            </a:xfrm>
            <a:custGeom>
              <a:avLst/>
              <a:gdLst>
                <a:gd name="connsiteX0" fmla="*/ 0 w 5507"/>
                <a:gd name="connsiteY0" fmla="*/ 0 h 39103"/>
                <a:gd name="connsiteX1" fmla="*/ 0 w 5507"/>
                <a:gd name="connsiteY1" fmla="*/ 39104 h 39103"/>
              </a:gdLst>
              <a:ahLst/>
              <a:cxnLst>
                <a:cxn ang="0">
                  <a:pos x="connsiteX0" y="connsiteY0"/>
                </a:cxn>
                <a:cxn ang="0">
                  <a:pos x="connsiteX1" y="connsiteY1"/>
                </a:cxn>
              </a:cxnLst>
              <a:rect l="l" t="t" r="r" b="b"/>
              <a:pathLst>
                <a:path w="5507" h="39103">
                  <a:moveTo>
                    <a:pt x="0" y="0"/>
                  </a:moveTo>
                  <a:lnTo>
                    <a:pt x="0" y="39104"/>
                  </a:lnTo>
                </a:path>
              </a:pathLst>
            </a:custGeom>
            <a:ln w="12700" cap="rnd">
              <a:solidFill>
                <a:schemeClr val="tx1"/>
              </a:solidFill>
              <a:prstDash val="solid"/>
              <a:round/>
            </a:ln>
          </p:spPr>
          <p:txBody>
            <a:bodyPr rtlCol="0" anchor="ctr"/>
            <a:lstStyle/>
            <a:p>
              <a:endParaRPr lang="en-US"/>
            </a:p>
          </p:txBody>
        </p:sp>
        <p:sp>
          <p:nvSpPr>
            <p:cNvPr id="31" name="Freeform: Shape 30">
              <a:extLst>
                <a:ext uri="{FF2B5EF4-FFF2-40B4-BE49-F238E27FC236}">
                  <a16:creationId xmlns:a16="http://schemas.microsoft.com/office/drawing/2014/main" id="{4E757E5F-A150-AB70-9297-381A2881EADA}"/>
                </a:ext>
              </a:extLst>
            </p:cNvPr>
            <p:cNvSpPr/>
            <p:nvPr/>
          </p:nvSpPr>
          <p:spPr>
            <a:xfrm>
              <a:off x="5439202" y="3598876"/>
              <a:ext cx="27647" cy="27647"/>
            </a:xfrm>
            <a:custGeom>
              <a:avLst/>
              <a:gdLst>
                <a:gd name="connsiteX0" fmla="*/ 27648 w 27647"/>
                <a:gd name="connsiteY0" fmla="*/ 0 h 27647"/>
                <a:gd name="connsiteX1" fmla="*/ 0 w 27647"/>
                <a:gd name="connsiteY1" fmla="*/ 27648 h 27647"/>
              </a:gdLst>
              <a:ahLst/>
              <a:cxnLst>
                <a:cxn ang="0">
                  <a:pos x="connsiteX0" y="connsiteY0"/>
                </a:cxn>
                <a:cxn ang="0">
                  <a:pos x="connsiteX1" y="connsiteY1"/>
                </a:cxn>
              </a:cxnLst>
              <a:rect l="l" t="t" r="r" b="b"/>
              <a:pathLst>
                <a:path w="27647" h="27647">
                  <a:moveTo>
                    <a:pt x="27648" y="0"/>
                  </a:moveTo>
                  <a:lnTo>
                    <a:pt x="0" y="27648"/>
                  </a:lnTo>
                </a:path>
              </a:pathLst>
            </a:custGeom>
            <a:ln w="12700" cap="rnd">
              <a:solidFill>
                <a:schemeClr val="tx1"/>
              </a:solidFill>
              <a:prstDash val="solid"/>
              <a:round/>
            </a:ln>
          </p:spPr>
          <p:txBody>
            <a:bodyPr rtlCol="0" anchor="ctr"/>
            <a:lstStyle/>
            <a:p>
              <a:endParaRPr lang="en-US"/>
            </a:p>
          </p:txBody>
        </p:sp>
        <p:sp>
          <p:nvSpPr>
            <p:cNvPr id="33" name="Freeform: Shape 32">
              <a:extLst>
                <a:ext uri="{FF2B5EF4-FFF2-40B4-BE49-F238E27FC236}">
                  <a16:creationId xmlns:a16="http://schemas.microsoft.com/office/drawing/2014/main" id="{1D0C4376-C51E-B6CA-9A73-33D6941DF9EF}"/>
                </a:ext>
              </a:extLst>
            </p:cNvPr>
            <p:cNvSpPr/>
            <p:nvPr/>
          </p:nvSpPr>
          <p:spPr>
            <a:xfrm>
              <a:off x="5492240" y="3751214"/>
              <a:ext cx="39103" cy="5507"/>
            </a:xfrm>
            <a:custGeom>
              <a:avLst/>
              <a:gdLst>
                <a:gd name="connsiteX0" fmla="*/ 39104 w 39103"/>
                <a:gd name="connsiteY0" fmla="*/ 0 h 5507"/>
                <a:gd name="connsiteX1" fmla="*/ 0 w 39103"/>
                <a:gd name="connsiteY1" fmla="*/ 0 h 5507"/>
              </a:gdLst>
              <a:ahLst/>
              <a:cxnLst>
                <a:cxn ang="0">
                  <a:pos x="connsiteX0" y="connsiteY0"/>
                </a:cxn>
                <a:cxn ang="0">
                  <a:pos x="connsiteX1" y="connsiteY1"/>
                </a:cxn>
              </a:cxnLst>
              <a:rect l="l" t="t" r="r" b="b"/>
              <a:pathLst>
                <a:path w="39103" h="5507">
                  <a:moveTo>
                    <a:pt x="39104" y="0"/>
                  </a:moveTo>
                  <a:lnTo>
                    <a:pt x="0" y="0"/>
                  </a:lnTo>
                </a:path>
              </a:pathLst>
            </a:custGeom>
            <a:ln w="12700" cap="rnd">
              <a:solidFill>
                <a:schemeClr val="tx1"/>
              </a:solidFill>
              <a:prstDash val="solid"/>
              <a:round/>
            </a:ln>
          </p:spPr>
          <p:txBody>
            <a:bodyPr rtlCol="0" anchor="ctr"/>
            <a:lstStyle/>
            <a:p>
              <a:endParaRPr lang="en-US"/>
            </a:p>
          </p:txBody>
        </p:sp>
        <p:sp>
          <p:nvSpPr>
            <p:cNvPr id="34" name="Freeform: Shape 33">
              <a:extLst>
                <a:ext uri="{FF2B5EF4-FFF2-40B4-BE49-F238E27FC236}">
                  <a16:creationId xmlns:a16="http://schemas.microsoft.com/office/drawing/2014/main" id="{17C0353C-4D0E-697D-5ECD-FA377B359953}"/>
                </a:ext>
              </a:extLst>
            </p:cNvPr>
            <p:cNvSpPr/>
            <p:nvPr/>
          </p:nvSpPr>
          <p:spPr>
            <a:xfrm>
              <a:off x="5433530" y="3869571"/>
              <a:ext cx="27703" cy="27647"/>
            </a:xfrm>
            <a:custGeom>
              <a:avLst/>
              <a:gdLst>
                <a:gd name="connsiteX0" fmla="*/ 27703 w 27703"/>
                <a:gd name="connsiteY0" fmla="*/ 27648 h 27647"/>
                <a:gd name="connsiteX1" fmla="*/ 0 w 27703"/>
                <a:gd name="connsiteY1" fmla="*/ 0 h 27647"/>
              </a:gdLst>
              <a:ahLst/>
              <a:cxnLst>
                <a:cxn ang="0">
                  <a:pos x="connsiteX0" y="connsiteY0"/>
                </a:cxn>
                <a:cxn ang="0">
                  <a:pos x="connsiteX1" y="connsiteY1"/>
                </a:cxn>
              </a:cxnLst>
              <a:rect l="l" t="t" r="r" b="b"/>
              <a:pathLst>
                <a:path w="27703" h="27647">
                  <a:moveTo>
                    <a:pt x="27703" y="27648"/>
                  </a:moveTo>
                  <a:lnTo>
                    <a:pt x="0" y="0"/>
                  </a:lnTo>
                </a:path>
              </a:pathLst>
            </a:custGeom>
            <a:ln w="12700" cap="rnd">
              <a:solidFill>
                <a:schemeClr val="tx1"/>
              </a:solidFill>
              <a:prstDash val="solid"/>
              <a:round/>
            </a:ln>
          </p:spPr>
          <p:txBody>
            <a:bodyPr rtlCol="0" anchor="ctr"/>
            <a:lstStyle/>
            <a:p>
              <a:endParaRPr lang="en-US"/>
            </a:p>
          </p:txBody>
        </p:sp>
        <p:sp>
          <p:nvSpPr>
            <p:cNvPr id="35" name="Freeform: Shape 34">
              <a:extLst>
                <a:ext uri="{FF2B5EF4-FFF2-40B4-BE49-F238E27FC236}">
                  <a16:creationId xmlns:a16="http://schemas.microsoft.com/office/drawing/2014/main" id="{AA5046BB-3854-3FE0-E378-033D4EA3D27A}"/>
                </a:ext>
              </a:extLst>
            </p:cNvPr>
            <p:cNvSpPr/>
            <p:nvPr/>
          </p:nvSpPr>
          <p:spPr>
            <a:xfrm>
              <a:off x="5180567" y="3598876"/>
              <a:ext cx="27647" cy="27647"/>
            </a:xfrm>
            <a:custGeom>
              <a:avLst/>
              <a:gdLst>
                <a:gd name="connsiteX0" fmla="*/ 0 w 27647"/>
                <a:gd name="connsiteY0" fmla="*/ 0 h 27647"/>
                <a:gd name="connsiteX1" fmla="*/ 27648 w 27647"/>
                <a:gd name="connsiteY1" fmla="*/ 27648 h 27647"/>
              </a:gdLst>
              <a:ahLst/>
              <a:cxnLst>
                <a:cxn ang="0">
                  <a:pos x="connsiteX0" y="connsiteY0"/>
                </a:cxn>
                <a:cxn ang="0">
                  <a:pos x="connsiteX1" y="connsiteY1"/>
                </a:cxn>
              </a:cxnLst>
              <a:rect l="l" t="t" r="r" b="b"/>
              <a:pathLst>
                <a:path w="27647" h="27647">
                  <a:moveTo>
                    <a:pt x="0" y="0"/>
                  </a:moveTo>
                  <a:lnTo>
                    <a:pt x="27648" y="27648"/>
                  </a:lnTo>
                </a:path>
              </a:pathLst>
            </a:custGeom>
            <a:ln w="12700" cap="rnd">
              <a:solidFill>
                <a:schemeClr val="tx1"/>
              </a:solidFill>
              <a:prstDash val="solid"/>
              <a:round/>
            </a:ln>
          </p:spPr>
          <p:txBody>
            <a:bodyPr rtlCol="0" anchor="ctr"/>
            <a:lstStyle/>
            <a:p>
              <a:endParaRPr lang="en-US"/>
            </a:p>
          </p:txBody>
        </p:sp>
        <p:sp>
          <p:nvSpPr>
            <p:cNvPr id="41" name="Freeform: Shape 40">
              <a:extLst>
                <a:ext uri="{FF2B5EF4-FFF2-40B4-BE49-F238E27FC236}">
                  <a16:creationId xmlns:a16="http://schemas.microsoft.com/office/drawing/2014/main" id="{E252C2B1-25B8-7220-B691-135C7F0C99DC}"/>
                </a:ext>
              </a:extLst>
            </p:cNvPr>
            <p:cNvSpPr/>
            <p:nvPr/>
          </p:nvSpPr>
          <p:spPr>
            <a:xfrm>
              <a:off x="5110401" y="3743228"/>
              <a:ext cx="39103" cy="5507"/>
            </a:xfrm>
            <a:custGeom>
              <a:avLst/>
              <a:gdLst>
                <a:gd name="connsiteX0" fmla="*/ 0 w 39103"/>
                <a:gd name="connsiteY0" fmla="*/ 0 h 5507"/>
                <a:gd name="connsiteX1" fmla="*/ 39104 w 39103"/>
                <a:gd name="connsiteY1" fmla="*/ 0 h 5507"/>
              </a:gdLst>
              <a:ahLst/>
              <a:cxnLst>
                <a:cxn ang="0">
                  <a:pos x="connsiteX0" y="connsiteY0"/>
                </a:cxn>
                <a:cxn ang="0">
                  <a:pos x="connsiteX1" y="connsiteY1"/>
                </a:cxn>
              </a:cxnLst>
              <a:rect l="l" t="t" r="r" b="b"/>
              <a:pathLst>
                <a:path w="39103" h="5507">
                  <a:moveTo>
                    <a:pt x="0" y="0"/>
                  </a:moveTo>
                  <a:lnTo>
                    <a:pt x="39104" y="0"/>
                  </a:lnTo>
                </a:path>
              </a:pathLst>
            </a:custGeom>
            <a:ln w="12700" cap="rnd">
              <a:solidFill>
                <a:schemeClr val="tx1"/>
              </a:solidFill>
              <a:prstDash val="solid"/>
              <a:round/>
            </a:ln>
          </p:spPr>
          <p:txBody>
            <a:bodyPr rtlCol="0" anchor="ctr"/>
            <a:lstStyle/>
            <a:p>
              <a:endParaRPr lang="en-US"/>
            </a:p>
          </p:txBody>
        </p:sp>
        <p:sp>
          <p:nvSpPr>
            <p:cNvPr id="43" name="Freeform: Shape 42">
              <a:extLst>
                <a:ext uri="{FF2B5EF4-FFF2-40B4-BE49-F238E27FC236}">
                  <a16:creationId xmlns:a16="http://schemas.microsoft.com/office/drawing/2014/main" id="{67AF7EE6-93D1-445D-12E6-12F72EAB238C}"/>
                </a:ext>
              </a:extLst>
            </p:cNvPr>
            <p:cNvSpPr/>
            <p:nvPr/>
          </p:nvSpPr>
          <p:spPr>
            <a:xfrm>
              <a:off x="5174894" y="3869571"/>
              <a:ext cx="27647" cy="27647"/>
            </a:xfrm>
            <a:custGeom>
              <a:avLst/>
              <a:gdLst>
                <a:gd name="connsiteX0" fmla="*/ 0 w 27647"/>
                <a:gd name="connsiteY0" fmla="*/ 27648 h 27647"/>
                <a:gd name="connsiteX1" fmla="*/ 27648 w 27647"/>
                <a:gd name="connsiteY1" fmla="*/ 0 h 27647"/>
              </a:gdLst>
              <a:ahLst/>
              <a:cxnLst>
                <a:cxn ang="0">
                  <a:pos x="connsiteX0" y="connsiteY0"/>
                </a:cxn>
                <a:cxn ang="0">
                  <a:pos x="connsiteX1" y="connsiteY1"/>
                </a:cxn>
              </a:cxnLst>
              <a:rect l="l" t="t" r="r" b="b"/>
              <a:pathLst>
                <a:path w="27647" h="27647">
                  <a:moveTo>
                    <a:pt x="0" y="27648"/>
                  </a:moveTo>
                  <a:lnTo>
                    <a:pt x="27648" y="0"/>
                  </a:lnTo>
                </a:path>
              </a:pathLst>
            </a:custGeom>
            <a:ln w="12700" cap="rnd">
              <a:solidFill>
                <a:schemeClr val="tx1"/>
              </a:solid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F265B4A8-ACB5-C758-F0B4-1B3E9745D647}"/>
                </a:ext>
              </a:extLst>
            </p:cNvPr>
            <p:cNvSpPr/>
            <p:nvPr/>
          </p:nvSpPr>
          <p:spPr>
            <a:xfrm>
              <a:off x="5274196" y="3717178"/>
              <a:ext cx="106461" cy="112904"/>
            </a:xfrm>
            <a:custGeom>
              <a:avLst/>
              <a:gdLst>
                <a:gd name="connsiteX0" fmla="*/ 0 w 106461"/>
                <a:gd name="connsiteY0" fmla="*/ 54415 h 112904"/>
                <a:gd name="connsiteX1" fmla="*/ 42518 w 106461"/>
                <a:gd name="connsiteY1" fmla="*/ 112905 h 112904"/>
                <a:gd name="connsiteX2" fmla="*/ 106461 w 106461"/>
                <a:gd name="connsiteY2" fmla="*/ 0 h 112904"/>
              </a:gdLst>
              <a:ahLst/>
              <a:cxnLst>
                <a:cxn ang="0">
                  <a:pos x="connsiteX0" y="connsiteY0"/>
                </a:cxn>
                <a:cxn ang="0">
                  <a:pos x="connsiteX1" y="connsiteY1"/>
                </a:cxn>
                <a:cxn ang="0">
                  <a:pos x="connsiteX2" y="connsiteY2"/>
                </a:cxn>
              </a:cxnLst>
              <a:rect l="l" t="t" r="r" b="b"/>
              <a:pathLst>
                <a:path w="106461" h="112904">
                  <a:moveTo>
                    <a:pt x="0" y="54415"/>
                  </a:moveTo>
                  <a:lnTo>
                    <a:pt x="42518" y="112905"/>
                  </a:lnTo>
                  <a:lnTo>
                    <a:pt x="106461" y="0"/>
                  </a:lnTo>
                </a:path>
              </a:pathLst>
            </a:custGeom>
            <a:noFill/>
            <a:ln w="12700" cap="rnd">
              <a:solidFill>
                <a:schemeClr val="tx1"/>
              </a:solidFill>
              <a:prstDash val="solid"/>
              <a:round/>
            </a:ln>
          </p:spPr>
          <p:txBody>
            <a:bodyPr rtlCol="0" anchor="ctr"/>
            <a:lstStyle/>
            <a:p>
              <a:endParaRPr lang="en-US"/>
            </a:p>
          </p:txBody>
        </p:sp>
      </p:grpSp>
      <p:grpSp>
        <p:nvGrpSpPr>
          <p:cNvPr id="55" name="Group 54">
            <a:extLst>
              <a:ext uri="{FF2B5EF4-FFF2-40B4-BE49-F238E27FC236}">
                <a16:creationId xmlns:a16="http://schemas.microsoft.com/office/drawing/2014/main" id="{F2CB90F5-A535-D487-D7D1-9CD7A7C3C595}"/>
              </a:ext>
            </a:extLst>
          </p:cNvPr>
          <p:cNvGrpSpPr/>
          <p:nvPr/>
        </p:nvGrpSpPr>
        <p:grpSpPr>
          <a:xfrm>
            <a:off x="3507663" y="3572289"/>
            <a:ext cx="461758" cy="466663"/>
            <a:chOff x="3507663" y="3572289"/>
            <a:chExt cx="461758" cy="466663"/>
          </a:xfrm>
        </p:grpSpPr>
        <p:sp>
          <p:nvSpPr>
            <p:cNvPr id="48" name="Freeform: Shape 47">
              <a:extLst>
                <a:ext uri="{FF2B5EF4-FFF2-40B4-BE49-F238E27FC236}">
                  <a16:creationId xmlns:a16="http://schemas.microsoft.com/office/drawing/2014/main" id="{0F45D211-EFEC-9226-3CE8-AC621BD0B4DB}"/>
                </a:ext>
              </a:extLst>
            </p:cNvPr>
            <p:cNvSpPr/>
            <p:nvPr/>
          </p:nvSpPr>
          <p:spPr>
            <a:xfrm>
              <a:off x="3544398" y="3752371"/>
              <a:ext cx="233189" cy="148424"/>
            </a:xfrm>
            <a:custGeom>
              <a:avLst/>
              <a:gdLst>
                <a:gd name="connsiteX0" fmla="*/ 233132 w 233189"/>
                <a:gd name="connsiteY0" fmla="*/ 0 h 148424"/>
                <a:gd name="connsiteX1" fmla="*/ 0 w 233189"/>
                <a:gd name="connsiteY1" fmla="*/ 0 h 148424"/>
                <a:gd name="connsiteX2" fmla="*/ 0 w 233189"/>
                <a:gd name="connsiteY2" fmla="*/ 148424 h 148424"/>
                <a:gd name="connsiteX3" fmla="*/ 233189 w 233189"/>
                <a:gd name="connsiteY3" fmla="*/ 148424 h 148424"/>
                <a:gd name="connsiteX4" fmla="*/ 233189 w 233189"/>
                <a:gd name="connsiteY4" fmla="*/ 0 h 148424"/>
                <a:gd name="connsiteX5" fmla="*/ 233189 w 233189"/>
                <a:gd name="connsiteY5" fmla="*/ 0 h 14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89" h="148424">
                  <a:moveTo>
                    <a:pt x="233132" y="0"/>
                  </a:moveTo>
                  <a:lnTo>
                    <a:pt x="0" y="0"/>
                  </a:lnTo>
                  <a:lnTo>
                    <a:pt x="0" y="148424"/>
                  </a:lnTo>
                  <a:lnTo>
                    <a:pt x="233189" y="148424"/>
                  </a:lnTo>
                  <a:lnTo>
                    <a:pt x="233189" y="0"/>
                  </a:lnTo>
                  <a:lnTo>
                    <a:pt x="233189" y="0"/>
                  </a:lnTo>
                  <a:close/>
                </a:path>
              </a:pathLst>
            </a:custGeom>
            <a:noFill/>
            <a:ln w="12700" cap="rnd">
              <a:solidFill>
                <a:schemeClr val="tx1"/>
              </a:solidFill>
              <a:prstDash val="solid"/>
              <a:round/>
            </a:ln>
          </p:spPr>
          <p:txBody>
            <a:bodyPr rtlCol="0" anchor="ctr"/>
            <a:lstStyle/>
            <a:p>
              <a:endParaRPr lang="en-US"/>
            </a:p>
          </p:txBody>
        </p:sp>
        <p:sp>
          <p:nvSpPr>
            <p:cNvPr id="49" name="Freeform: Shape 48">
              <a:extLst>
                <a:ext uri="{FF2B5EF4-FFF2-40B4-BE49-F238E27FC236}">
                  <a16:creationId xmlns:a16="http://schemas.microsoft.com/office/drawing/2014/main" id="{3CC058F7-2453-01D8-5F9E-D77EA51F93B6}"/>
                </a:ext>
              </a:extLst>
            </p:cNvPr>
            <p:cNvSpPr/>
            <p:nvPr/>
          </p:nvSpPr>
          <p:spPr>
            <a:xfrm>
              <a:off x="3629733" y="3572289"/>
              <a:ext cx="336721" cy="215277"/>
            </a:xfrm>
            <a:custGeom>
              <a:avLst/>
              <a:gdLst>
                <a:gd name="connsiteX0" fmla="*/ 155783 w 336721"/>
                <a:gd name="connsiteY0" fmla="*/ 215278 h 215277"/>
                <a:gd name="connsiteX1" fmla="*/ 336721 w 336721"/>
                <a:gd name="connsiteY1" fmla="*/ 215278 h 215277"/>
                <a:gd name="connsiteX2" fmla="*/ 336721 w 336721"/>
                <a:gd name="connsiteY2" fmla="*/ 0 h 215277"/>
                <a:gd name="connsiteX3" fmla="*/ 0 w 336721"/>
                <a:gd name="connsiteY3" fmla="*/ 0 h 215277"/>
                <a:gd name="connsiteX4" fmla="*/ 0 w 336721"/>
                <a:gd name="connsiteY4" fmla="*/ 171469 h 21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721" h="215277">
                  <a:moveTo>
                    <a:pt x="155783" y="215278"/>
                  </a:moveTo>
                  <a:lnTo>
                    <a:pt x="336721" y="215278"/>
                  </a:lnTo>
                  <a:lnTo>
                    <a:pt x="336721" y="0"/>
                  </a:lnTo>
                  <a:lnTo>
                    <a:pt x="0" y="0"/>
                  </a:lnTo>
                  <a:lnTo>
                    <a:pt x="0" y="171469"/>
                  </a:lnTo>
                </a:path>
              </a:pathLst>
            </a:custGeom>
            <a:noFill/>
            <a:ln w="12700" cap="rnd">
              <a:solidFill>
                <a:schemeClr val="tx1"/>
              </a:solidFill>
              <a:prstDash val="solid"/>
              <a:round/>
            </a:ln>
          </p:spPr>
          <p:txBody>
            <a:bodyPr rtlCol="0" anchor="ctr"/>
            <a:lstStyle/>
            <a:p>
              <a:endParaRPr lang="en-US"/>
            </a:p>
          </p:txBody>
        </p:sp>
        <p:sp>
          <p:nvSpPr>
            <p:cNvPr id="50" name="Freeform: Shape 49">
              <a:extLst>
                <a:ext uri="{FF2B5EF4-FFF2-40B4-BE49-F238E27FC236}">
                  <a16:creationId xmlns:a16="http://schemas.microsoft.com/office/drawing/2014/main" id="{95F1FA62-F8CB-1E7B-D96B-021B3E8C60D5}"/>
                </a:ext>
              </a:extLst>
            </p:cNvPr>
            <p:cNvSpPr/>
            <p:nvPr/>
          </p:nvSpPr>
          <p:spPr>
            <a:xfrm>
              <a:off x="3802173" y="3791046"/>
              <a:ext cx="5704" cy="47687"/>
            </a:xfrm>
            <a:custGeom>
              <a:avLst/>
              <a:gdLst>
                <a:gd name="connsiteX0" fmla="*/ 0 w 5704"/>
                <a:gd name="connsiteY0" fmla="*/ 47687 h 47687"/>
                <a:gd name="connsiteX1" fmla="*/ 0 w 5704"/>
                <a:gd name="connsiteY1" fmla="*/ 0 h 47687"/>
              </a:gdLst>
              <a:ahLst/>
              <a:cxnLst>
                <a:cxn ang="0">
                  <a:pos x="connsiteX0" y="connsiteY0"/>
                </a:cxn>
                <a:cxn ang="0">
                  <a:pos x="connsiteX1" y="connsiteY1"/>
                </a:cxn>
              </a:cxnLst>
              <a:rect l="l" t="t" r="r" b="b"/>
              <a:pathLst>
                <a:path w="5704" h="47687">
                  <a:moveTo>
                    <a:pt x="0" y="47687"/>
                  </a:moveTo>
                  <a:lnTo>
                    <a:pt x="0" y="0"/>
                  </a:lnTo>
                </a:path>
              </a:pathLst>
            </a:custGeom>
            <a:ln w="12700" cap="rnd">
              <a:solidFill>
                <a:schemeClr val="tx1"/>
              </a:solidFill>
              <a:prstDash val="solid"/>
              <a:round/>
            </a:ln>
          </p:spPr>
          <p:txBody>
            <a:bodyPr rtlCol="0" anchor="ctr"/>
            <a:lstStyle/>
            <a:p>
              <a:endParaRPr lang="en-US"/>
            </a:p>
          </p:txBody>
        </p:sp>
        <p:sp>
          <p:nvSpPr>
            <p:cNvPr id="51" name="Freeform: Shape 50">
              <a:extLst>
                <a:ext uri="{FF2B5EF4-FFF2-40B4-BE49-F238E27FC236}">
                  <a16:creationId xmlns:a16="http://schemas.microsoft.com/office/drawing/2014/main" id="{0CDEF4D6-4534-089E-F23E-6C7E1A556EDA}"/>
                </a:ext>
              </a:extLst>
            </p:cNvPr>
            <p:cNvSpPr/>
            <p:nvPr/>
          </p:nvSpPr>
          <p:spPr>
            <a:xfrm>
              <a:off x="3783577" y="3846777"/>
              <a:ext cx="97770" cy="5704"/>
            </a:xfrm>
            <a:custGeom>
              <a:avLst/>
              <a:gdLst>
                <a:gd name="connsiteX0" fmla="*/ 0 w 97770"/>
                <a:gd name="connsiteY0" fmla="*/ 0 h 5704"/>
                <a:gd name="connsiteX1" fmla="*/ 97771 w 97770"/>
                <a:gd name="connsiteY1" fmla="*/ 0 h 5704"/>
              </a:gdLst>
              <a:ahLst/>
              <a:cxnLst>
                <a:cxn ang="0">
                  <a:pos x="connsiteX0" y="connsiteY0"/>
                </a:cxn>
                <a:cxn ang="0">
                  <a:pos x="connsiteX1" y="connsiteY1"/>
                </a:cxn>
              </a:cxnLst>
              <a:rect l="l" t="t" r="r" b="b"/>
              <a:pathLst>
                <a:path w="97770" h="5704">
                  <a:moveTo>
                    <a:pt x="0" y="0"/>
                  </a:moveTo>
                  <a:lnTo>
                    <a:pt x="97771" y="0"/>
                  </a:lnTo>
                </a:path>
              </a:pathLst>
            </a:custGeom>
            <a:ln w="12700" cap="rnd">
              <a:solidFill>
                <a:schemeClr val="tx1"/>
              </a:solidFill>
              <a:prstDash val="solid"/>
              <a:round/>
            </a:ln>
          </p:spPr>
          <p:txBody>
            <a:bodyPr rtlCol="0" anchor="ctr"/>
            <a:lstStyle/>
            <a:p>
              <a:endParaRPr lang="en-US"/>
            </a:p>
          </p:txBody>
        </p:sp>
        <p:sp>
          <p:nvSpPr>
            <p:cNvPr id="52" name="Freeform: Shape 51">
              <a:extLst>
                <a:ext uri="{FF2B5EF4-FFF2-40B4-BE49-F238E27FC236}">
                  <a16:creationId xmlns:a16="http://schemas.microsoft.com/office/drawing/2014/main" id="{CAD233E3-290D-C674-AC81-CB8D311E658C}"/>
                </a:ext>
              </a:extLst>
            </p:cNvPr>
            <p:cNvSpPr/>
            <p:nvPr/>
          </p:nvSpPr>
          <p:spPr>
            <a:xfrm>
              <a:off x="3872563" y="3885223"/>
              <a:ext cx="96858" cy="153729"/>
            </a:xfrm>
            <a:custGeom>
              <a:avLst/>
              <a:gdLst>
                <a:gd name="connsiteX0" fmla="*/ 10268 w 96858"/>
                <a:gd name="connsiteY0" fmla="*/ 0 h 153729"/>
                <a:gd name="connsiteX1" fmla="*/ 86590 w 96858"/>
                <a:gd name="connsiteY1" fmla="*/ 0 h 153729"/>
                <a:gd name="connsiteX2" fmla="*/ 96858 w 96858"/>
                <a:gd name="connsiteY2" fmla="*/ 10268 h 153729"/>
                <a:gd name="connsiteX3" fmla="*/ 96858 w 96858"/>
                <a:gd name="connsiteY3" fmla="*/ 143462 h 153729"/>
                <a:gd name="connsiteX4" fmla="*/ 86590 w 96858"/>
                <a:gd name="connsiteY4" fmla="*/ 153729 h 153729"/>
                <a:gd name="connsiteX5" fmla="*/ 10268 w 96858"/>
                <a:gd name="connsiteY5" fmla="*/ 153729 h 153729"/>
                <a:gd name="connsiteX6" fmla="*/ 0 w 96858"/>
                <a:gd name="connsiteY6" fmla="*/ 143462 h 153729"/>
                <a:gd name="connsiteX7" fmla="*/ 0 w 96858"/>
                <a:gd name="connsiteY7" fmla="*/ 10268 h 153729"/>
                <a:gd name="connsiteX8" fmla="*/ 10268 w 96858"/>
                <a:gd name="connsiteY8" fmla="*/ 0 h 153729"/>
                <a:gd name="connsiteX9" fmla="*/ 10268 w 96858"/>
                <a:gd name="connsiteY9" fmla="*/ 0 h 15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858" h="153729">
                  <a:moveTo>
                    <a:pt x="10268" y="0"/>
                  </a:moveTo>
                  <a:lnTo>
                    <a:pt x="86590" y="0"/>
                  </a:lnTo>
                  <a:cubicBezTo>
                    <a:pt x="92238" y="0"/>
                    <a:pt x="96858" y="4620"/>
                    <a:pt x="96858" y="10268"/>
                  </a:cubicBezTo>
                  <a:lnTo>
                    <a:pt x="96858" y="143462"/>
                  </a:lnTo>
                  <a:cubicBezTo>
                    <a:pt x="96858" y="149109"/>
                    <a:pt x="92238" y="153729"/>
                    <a:pt x="86590" y="153729"/>
                  </a:cubicBezTo>
                  <a:lnTo>
                    <a:pt x="10268" y="153729"/>
                  </a:lnTo>
                  <a:cubicBezTo>
                    <a:pt x="4620" y="153729"/>
                    <a:pt x="0" y="149109"/>
                    <a:pt x="0" y="143462"/>
                  </a:cubicBezTo>
                  <a:lnTo>
                    <a:pt x="0" y="10268"/>
                  </a:lnTo>
                  <a:cubicBezTo>
                    <a:pt x="0" y="4620"/>
                    <a:pt x="4620" y="0"/>
                    <a:pt x="10268" y="0"/>
                  </a:cubicBezTo>
                  <a:lnTo>
                    <a:pt x="10268" y="0"/>
                  </a:lnTo>
                  <a:close/>
                </a:path>
              </a:pathLst>
            </a:custGeom>
            <a:noFill/>
            <a:ln w="12700" cap="rnd">
              <a:solidFill>
                <a:schemeClr val="tx1"/>
              </a:solidFill>
              <a:prstDash val="solid"/>
              <a:round/>
            </a:ln>
          </p:spPr>
          <p:txBody>
            <a:bodyPr rtlCol="0" anchor="ctr"/>
            <a:lstStyle/>
            <a:p>
              <a:endParaRPr lang="en-US"/>
            </a:p>
          </p:txBody>
        </p:sp>
        <p:sp>
          <p:nvSpPr>
            <p:cNvPr id="53" name="Freeform: Shape 52">
              <a:extLst>
                <a:ext uri="{FF2B5EF4-FFF2-40B4-BE49-F238E27FC236}">
                  <a16:creationId xmlns:a16="http://schemas.microsoft.com/office/drawing/2014/main" id="{918F2150-B043-6A46-E65B-5FAAC260A459}"/>
                </a:ext>
              </a:extLst>
            </p:cNvPr>
            <p:cNvSpPr/>
            <p:nvPr/>
          </p:nvSpPr>
          <p:spPr>
            <a:xfrm>
              <a:off x="3824191" y="3791217"/>
              <a:ext cx="5704" cy="47687"/>
            </a:xfrm>
            <a:custGeom>
              <a:avLst/>
              <a:gdLst>
                <a:gd name="connsiteX0" fmla="*/ 0 w 5704"/>
                <a:gd name="connsiteY0" fmla="*/ 47687 h 47687"/>
                <a:gd name="connsiteX1" fmla="*/ 0 w 5704"/>
                <a:gd name="connsiteY1" fmla="*/ 0 h 47687"/>
              </a:gdLst>
              <a:ahLst/>
              <a:cxnLst>
                <a:cxn ang="0">
                  <a:pos x="connsiteX0" y="connsiteY0"/>
                </a:cxn>
                <a:cxn ang="0">
                  <a:pos x="connsiteX1" y="connsiteY1"/>
                </a:cxn>
              </a:cxnLst>
              <a:rect l="l" t="t" r="r" b="b"/>
              <a:pathLst>
                <a:path w="5704" h="47687">
                  <a:moveTo>
                    <a:pt x="0" y="47687"/>
                  </a:moveTo>
                  <a:lnTo>
                    <a:pt x="0" y="0"/>
                  </a:lnTo>
                </a:path>
              </a:pathLst>
            </a:custGeom>
            <a:ln w="12700" cap="rnd">
              <a:solidFill>
                <a:schemeClr val="tx1"/>
              </a:solidFill>
              <a:prstDash val="solid"/>
              <a:round/>
            </a:ln>
          </p:spPr>
          <p:txBody>
            <a:bodyPr rtlCol="0" anchor="ctr"/>
            <a:lstStyle/>
            <a:p>
              <a:endParaRPr lang="en-US"/>
            </a:p>
          </p:txBody>
        </p:sp>
        <p:sp>
          <p:nvSpPr>
            <p:cNvPr id="54" name="Freeform: Shape 53">
              <a:extLst>
                <a:ext uri="{FF2B5EF4-FFF2-40B4-BE49-F238E27FC236}">
                  <a16:creationId xmlns:a16="http://schemas.microsoft.com/office/drawing/2014/main" id="{FDD82635-1774-6FDB-C9C0-49F008069810}"/>
                </a:ext>
              </a:extLst>
            </p:cNvPr>
            <p:cNvSpPr/>
            <p:nvPr/>
          </p:nvSpPr>
          <p:spPr>
            <a:xfrm>
              <a:off x="3507663" y="3947456"/>
              <a:ext cx="306602" cy="5704"/>
            </a:xfrm>
            <a:custGeom>
              <a:avLst/>
              <a:gdLst>
                <a:gd name="connsiteX0" fmla="*/ 0 w 306602"/>
                <a:gd name="connsiteY0" fmla="*/ 0 h 5704"/>
                <a:gd name="connsiteX1" fmla="*/ 306603 w 306602"/>
                <a:gd name="connsiteY1" fmla="*/ 0 h 5704"/>
              </a:gdLst>
              <a:ahLst/>
              <a:cxnLst>
                <a:cxn ang="0">
                  <a:pos x="connsiteX0" y="connsiteY0"/>
                </a:cxn>
                <a:cxn ang="0">
                  <a:pos x="connsiteX1" y="connsiteY1"/>
                </a:cxn>
              </a:cxnLst>
              <a:rect l="l" t="t" r="r" b="b"/>
              <a:pathLst>
                <a:path w="306602" h="5704">
                  <a:moveTo>
                    <a:pt x="0" y="0"/>
                  </a:moveTo>
                  <a:lnTo>
                    <a:pt x="306603" y="0"/>
                  </a:lnTo>
                </a:path>
              </a:pathLst>
            </a:custGeom>
            <a:noFill/>
            <a:ln w="12700" cap="rnd">
              <a:solidFill>
                <a:schemeClr val="tx1"/>
              </a:solidFill>
              <a:prstDash val="solid"/>
              <a:round/>
            </a:ln>
          </p:spPr>
          <p:txBody>
            <a:bodyPr rtlCol="0" anchor="ctr"/>
            <a:lstStyle/>
            <a:p>
              <a:endParaRPr lang="en-US"/>
            </a:p>
          </p:txBody>
        </p:sp>
      </p:grpSp>
      <p:sp>
        <p:nvSpPr>
          <p:cNvPr id="5" name="TextBox 4">
            <a:extLst>
              <a:ext uri="{FF2B5EF4-FFF2-40B4-BE49-F238E27FC236}">
                <a16:creationId xmlns:a16="http://schemas.microsoft.com/office/drawing/2014/main" id="{E31534B6-1C88-8887-829A-C31CF70F2F13}"/>
              </a:ext>
            </a:extLst>
          </p:cNvPr>
          <p:cNvSpPr txBox="1"/>
          <p:nvPr/>
        </p:nvSpPr>
        <p:spPr>
          <a:xfrm>
            <a:off x="181811" y="4398774"/>
            <a:ext cx="2467342" cy="218201"/>
          </a:xfrm>
          <a:prstGeom prst="rect">
            <a:avLst/>
          </a:prstGeom>
          <a:noFill/>
        </p:spPr>
        <p:txBody>
          <a:bodyPr wrap="none" rtlCol="0">
            <a:spAutoFit/>
          </a:bodyPr>
          <a:lstStyle/>
          <a:p>
            <a:r>
              <a:rPr lang="en-US" dirty="0"/>
              <a:t>* Note : Start with two colors and expand as required</a:t>
            </a:r>
          </a:p>
        </p:txBody>
      </p:sp>
      <p:sp>
        <p:nvSpPr>
          <p:cNvPr id="28" name="Footer Placeholder 27">
            <a:extLst>
              <a:ext uri="{FF2B5EF4-FFF2-40B4-BE49-F238E27FC236}">
                <a16:creationId xmlns:a16="http://schemas.microsoft.com/office/drawing/2014/main" id="{54BDCFB3-8A6E-5969-AF5F-0CDBCCCCEC9C}"/>
              </a:ext>
            </a:extLst>
          </p:cNvPr>
          <p:cNvSpPr>
            <a:spLocks noGrp="1"/>
          </p:cNvSpPr>
          <p:nvPr>
            <p:ph type="ftr" sz="quarter" idx="1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L="0" algn="l" defTabSz="415525" rtl="0" eaLnBrk="1" latinLnBrk="0" hangingPunct="1">
              <a:defRPr lang="en-US" sz="800" b="0" kern="1200" spc="0" baseline="0">
                <a:solidFill>
                  <a:schemeClr val="tx1">
                    <a:lumMod val="65000"/>
                    <a:lumOff val="35000"/>
                  </a:schemeClr>
                </a:solidFill>
                <a:latin typeface="+mj-lt"/>
                <a:ea typeface="+mn-ea"/>
                <a:cs typeface="Arial" pitchFamily="34" charset="0"/>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a:lstStyle>
          <a:p>
            <a:pPr defTabSz="914355"/>
            <a:r>
              <a:rPr lang="en-SG"/>
              <a:t>TCS confidential</a:t>
            </a:r>
            <a:endParaRPr lang="en-US"/>
          </a:p>
        </p:txBody>
      </p:sp>
      <p:sp>
        <p:nvSpPr>
          <p:cNvPr id="30" name="Slide Number Placeholder 29">
            <a:extLst>
              <a:ext uri="{FF2B5EF4-FFF2-40B4-BE49-F238E27FC236}">
                <a16:creationId xmlns:a16="http://schemas.microsoft.com/office/drawing/2014/main" id="{6FEAC7EC-B7FA-597A-076E-71B5DED438C9}"/>
              </a:ext>
            </a:extLst>
          </p:cNvPr>
          <p:cNvSpPr>
            <a:spLocks noGrp="1"/>
          </p:cNvSpPr>
          <p:nvPr>
            <p:ph type="sldNum" sz="quarter" idx="12"/>
          </p:nvPr>
        </p:nvSpPr>
        <p:spPr/>
        <p:txBody>
          <a:bodyPr/>
          <a:lstStyle/>
          <a:p>
            <a:fld id="{662A0901-ACEF-4BE9-9C8C-C119B421173E}" type="slidenum">
              <a:rPr lang="en-US" smtClean="0"/>
              <a:pPr/>
              <a:t>11</a:t>
            </a:fld>
            <a:endParaRPr lang="en-US"/>
          </a:p>
        </p:txBody>
      </p:sp>
    </p:spTree>
    <p:extLst>
      <p:ext uri="{BB962C8B-B14F-4D97-AF65-F5344CB8AC3E}">
        <p14:creationId xmlns:p14="http://schemas.microsoft.com/office/powerpoint/2010/main" val="312475808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757938"/>
      </p:ext>
    </p:extLst>
  </p:cSld>
  <p:clrMapOvr>
    <a:masterClrMapping/>
  </p:clrMapOvr>
  <p:transition spd="med">
    <p:pull/>
  </p:transition>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A7616F4E-4E3E-45F0-806C-A41E574CA80D}"/>
    </a:ext>
  </a:extLst>
</a:theme>
</file>

<file path=ppt/theme/theme2.xml><?xml version="1.0" encoding="utf-8"?>
<a:theme xmlns:a="http://schemas.openxmlformats.org/drawingml/2006/main" name="1_Title Slide_Black Blue_without imag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ABBCBA75-42CC-40E0-BDD4-89040CC0F4D4}"/>
    </a:ext>
  </a:extLst>
</a:theme>
</file>

<file path=ppt/theme/theme3.xml><?xml version="1.0" encoding="utf-8"?>
<a:theme xmlns:a="http://schemas.openxmlformats.org/drawingml/2006/main" name="Content Slide_Black">
  <a:themeElements>
    <a:clrScheme name="TCS Theme Color">
      <a:dk1>
        <a:srgbClr val="000000"/>
      </a:dk1>
      <a:lt1>
        <a:srgbClr val="FFFFFF"/>
      </a:lt1>
      <a:dk2>
        <a:srgbClr val="1E2323"/>
      </a:dk2>
      <a:lt2>
        <a:srgbClr val="FFFFFF"/>
      </a:lt2>
      <a:accent1>
        <a:srgbClr val="4E84C4"/>
      </a:accent1>
      <a:accent2>
        <a:srgbClr val="6DB657"/>
      </a:accent2>
      <a:accent3>
        <a:srgbClr val="F0B34F"/>
      </a:accent3>
      <a:accent4>
        <a:srgbClr val="DD5041"/>
      </a:accent4>
      <a:accent5>
        <a:srgbClr val="DF653A"/>
      </a:accent5>
      <a:accent6>
        <a:srgbClr val="FFEB33"/>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4E84C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TCS_Company_Presentation_template_standard - 2feb_Widescreen" id="{1F26B0B2-7F5C-40CF-9EAD-8EDD9811D29C}" vid="{50376626-C892-4B99-8A65-52B815445BA5}"/>
    </a:ext>
  </a:extLst>
</a:theme>
</file>

<file path=ppt/theme/theme4.xml><?xml version="1.0" encoding="utf-8"?>
<a:theme xmlns:a="http://schemas.openxmlformats.org/drawingml/2006/main" name="1_Blank Slide_Black">
  <a:themeElements>
    <a:clrScheme name="TCS Theme Color">
      <a:dk1>
        <a:srgbClr val="000000"/>
      </a:dk1>
      <a:lt1>
        <a:srgbClr val="FFFFFF"/>
      </a:lt1>
      <a:dk2>
        <a:srgbClr val="1E2323"/>
      </a:dk2>
      <a:lt2>
        <a:srgbClr val="FFFFFF"/>
      </a:lt2>
      <a:accent1>
        <a:srgbClr val="4E84C4"/>
      </a:accent1>
      <a:accent2>
        <a:srgbClr val="6DB657"/>
      </a:accent2>
      <a:accent3>
        <a:srgbClr val="F0B34F"/>
      </a:accent3>
      <a:accent4>
        <a:srgbClr val="DD5041"/>
      </a:accent4>
      <a:accent5>
        <a:srgbClr val="DF653A"/>
      </a:accent5>
      <a:accent6>
        <a:srgbClr val="FFEB33"/>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TCS_Company_Presentation_template_standard - 2feb_Widescreen" id="{1F26B0B2-7F5C-40CF-9EAD-8EDD9811D29C}" vid="{941C66D4-73FC-49A8-B935-DC0DA833BC3B}"/>
    </a:ext>
  </a:extLst>
</a:theme>
</file>

<file path=ppt/theme/theme5.xml><?xml version="1.0" encoding="utf-8"?>
<a:theme xmlns:a="http://schemas.openxmlformats.org/drawingml/2006/main" name="1_Thank Slide_Black">
  <a:themeElements>
    <a:clrScheme name="TCS Theme Color">
      <a:dk1>
        <a:srgbClr val="000000"/>
      </a:dk1>
      <a:lt1>
        <a:srgbClr val="FFFFFF"/>
      </a:lt1>
      <a:dk2>
        <a:srgbClr val="1E2323"/>
      </a:dk2>
      <a:lt2>
        <a:srgbClr val="FFFFFF"/>
      </a:lt2>
      <a:accent1>
        <a:srgbClr val="4E84C4"/>
      </a:accent1>
      <a:accent2>
        <a:srgbClr val="6DB657"/>
      </a:accent2>
      <a:accent3>
        <a:srgbClr val="F0B34F"/>
      </a:accent3>
      <a:accent4>
        <a:srgbClr val="DD5041"/>
      </a:accent4>
      <a:accent5>
        <a:srgbClr val="DF653A"/>
      </a:accent5>
      <a:accent6>
        <a:srgbClr val="FFEB33"/>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TCS Blue">
      <a:srgbClr val="4E84C4"/>
    </a:custClr>
    <a:custClr name="TCS Green">
      <a:srgbClr val="6DB657"/>
    </a:custClr>
    <a:custClr name="TCS Yellow">
      <a:srgbClr val="F0B34F"/>
    </a:custClr>
    <a:custClr name="TCS Red">
      <a:srgbClr val="DD5041"/>
    </a:custClr>
    <a:custClr name="TCS Orange">
      <a:srgbClr val="DF653A"/>
    </a:custClr>
  </a:custClrLst>
  <a:extLst>
    <a:ext uri="{05A4C25C-085E-4340-85A3-A5531E510DB2}">
      <thm15:themeFamily xmlns:thm15="http://schemas.microsoft.com/office/thememl/2012/main" name="TCS_Company_Presentation_template_standard - 2feb_Widescreen" id="{1F26B0B2-7F5C-40CF-9EAD-8EDD9811D29C}" vid="{B39949ED-858E-4D87-8289-D6FBC3D1702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8C39E5AC85D1140BBB912D8C643EFD3" ma:contentTypeVersion="3" ma:contentTypeDescription="Create a new document." ma:contentTypeScope="" ma:versionID="60032f4ce94b1e89c2d5944e9ef2cca1">
  <xsd:schema xmlns:xsd="http://www.w3.org/2001/XMLSchema" xmlns:xs="http://www.w3.org/2001/XMLSchema" xmlns:p="http://schemas.microsoft.com/office/2006/metadata/properties" xmlns:ns2="d8efec8c-8363-40b0-badd-180b10b45c06" targetNamespace="http://schemas.microsoft.com/office/2006/metadata/properties" ma:root="true" ma:fieldsID="f7e124739eac6d864e1b7d03940059ee" ns2:_="">
    <xsd:import namespace="d8efec8c-8363-40b0-badd-180b10b45c0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efec8c-8363-40b0-badd-180b10b45c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AC37ED8-06D3-4BAF-925E-0E0C6BD526E8}">
  <ds:schemaRefs>
    <ds:schemaRef ds:uri="http://schemas.microsoft.com/sharepoint/v3/contenttype/forms"/>
  </ds:schemaRefs>
</ds:datastoreItem>
</file>

<file path=customXml/itemProps2.xml><?xml version="1.0" encoding="utf-8"?>
<ds:datastoreItem xmlns:ds="http://schemas.openxmlformats.org/officeDocument/2006/customXml" ds:itemID="{97FAD27B-74DC-49BC-86F1-7441763A4590}">
  <ds:schemaRefs>
    <ds:schemaRef ds:uri="d8efec8c-8363-40b0-badd-180b10b45c0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BB1B480-7C1E-4300-A913-41CAD33511F4}">
  <ds:schemaRefs>
    <ds:schemaRef ds:uri="d8efec8c-8363-40b0-badd-180b10b45c0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TCS_Company_Presentation_template_standard_16X9</Template>
  <TotalTime>287</TotalTime>
  <Words>785</Words>
  <Application>Microsoft Office PowerPoint</Application>
  <PresentationFormat>On-screen Show (16:9)</PresentationFormat>
  <Paragraphs>193</Paragraphs>
  <Slides>12</Slides>
  <Notes>1</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12</vt:i4>
      </vt:variant>
    </vt:vector>
  </HeadingPairs>
  <TitlesOfParts>
    <vt:vector size="24" baseType="lpstr">
      <vt:lpstr>Aptos</vt:lpstr>
      <vt:lpstr>Arial</vt:lpstr>
      <vt:lpstr>Calibri</vt:lpstr>
      <vt:lpstr>Courier New</vt:lpstr>
      <vt:lpstr>Houschka Rounded Alt DemiBold</vt:lpstr>
      <vt:lpstr>Symbol</vt:lpstr>
      <vt:lpstr>Wingdings</vt:lpstr>
      <vt:lpstr>Content Slide_White</vt:lpstr>
      <vt:lpstr>1_Title Slide_Black Blue_without image</vt:lpstr>
      <vt:lpstr>Content Slide_Black</vt:lpstr>
      <vt:lpstr>1_Blank Slide_Black</vt:lpstr>
      <vt:lpstr>1_Thank Slide_Black</vt:lpstr>
      <vt:lpstr>Business Analysis Requirements Clarification Agent</vt:lpstr>
      <vt:lpstr>Team Members (Team1)</vt:lpstr>
      <vt:lpstr>Problem Statement</vt:lpstr>
      <vt:lpstr>Our Understanding and Approach</vt:lpstr>
      <vt:lpstr>Development Approach</vt:lpstr>
      <vt:lpstr>Functional Architecture</vt:lpstr>
      <vt:lpstr>User Journey</vt:lpstr>
      <vt:lpstr>High-Level Architecture</vt:lpstr>
      <vt:lpstr>Innovation &amp; Creativity</vt:lpstr>
      <vt:lpstr>Business benefits</vt:lpstr>
      <vt:lpstr>Target State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SETUP, INSTALL, CONFIGURE, TEST AND COMMISSION NEXT GENERATION DATA PLATFORM - TENDER NO. 2025/ICP/CC/PSAC/4016821</dc:title>
  <dc:creator>simonthambi.s@tcs.com</dc:creator>
  <cp:lastModifiedBy>Dhinakaran Pandian</cp:lastModifiedBy>
  <cp:revision>14</cp:revision>
  <dcterms:created xsi:type="dcterms:W3CDTF">2025-04-16T12:47:19Z</dcterms:created>
  <dcterms:modified xsi:type="dcterms:W3CDTF">2026-02-28T11:00:08Z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0x01010068C39E5AC85D1140BBB912D8C643EFD3</vt:lpwstr>
  </property>
</Properties>
</file>