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4"/>
    <p:sldMasterId id="2147483871" r:id="rId5"/>
    <p:sldMasterId id="2147484138" r:id="rId6"/>
    <p:sldMasterId id="2147484142" r:id="rId7"/>
    <p:sldMasterId id="2147484147" r:id="rId8"/>
  </p:sldMasterIdLst>
  <p:notesMasterIdLst>
    <p:notesMasterId r:id="rId25"/>
  </p:notesMasterIdLst>
  <p:handoutMasterIdLst>
    <p:handoutMasterId r:id="rId26"/>
  </p:handoutMasterIdLst>
  <p:sldIdLst>
    <p:sldId id="2142532992" r:id="rId9"/>
    <p:sldId id="2147480675" r:id="rId10"/>
    <p:sldId id="2147481913" r:id="rId11"/>
    <p:sldId id="2147481919" r:id="rId12"/>
    <p:sldId id="2147481914" r:id="rId13"/>
    <p:sldId id="2147481928" r:id="rId14"/>
    <p:sldId id="2147481920" r:id="rId15"/>
    <p:sldId id="2147481922" r:id="rId16"/>
    <p:sldId id="2147481915" r:id="rId17"/>
    <p:sldId id="2147481923" r:id="rId18"/>
    <p:sldId id="2147481924" r:id="rId19"/>
    <p:sldId id="2147481927" r:id="rId20"/>
    <p:sldId id="2147481918" r:id="rId21"/>
    <p:sldId id="2147481911" r:id="rId22"/>
    <p:sldId id="2147481925" r:id="rId23"/>
    <p:sldId id="2147481926" r:id="rId24"/>
  </p:sldIdLst>
  <p:sldSz cx="9144000" cy="5143500" type="screen16x9"/>
  <p:notesSz cx="20104100" cy="11315700"/>
  <p:defaultTextStyle>
    <a:defPPr>
      <a:defRPr lang="en-US"/>
    </a:defPPr>
    <a:lvl1pPr marL="0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1pPr>
    <a:lvl2pPr marL="207763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2pPr>
    <a:lvl3pPr marL="415525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3pPr>
    <a:lvl4pPr marL="62328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4pPr>
    <a:lvl5pPr marL="83104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5pPr>
    <a:lvl6pPr marL="1038811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6pPr>
    <a:lvl7pPr marL="1246574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7pPr>
    <a:lvl8pPr marL="1454337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8pPr>
    <a:lvl9pPr marL="1662098" algn="l" defTabSz="415525" rtl="0" eaLnBrk="1" latinLnBrk="0" hangingPunct="1">
      <a:defRPr sz="818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3998BD-9FF1-4B9F-B325-2C64E2B00A47}" name="Ravishankar Balasubramaniam" initials="RB" userId="S::868685@TCS.com::8b79aca9-5af4-4d5f-ad18-e8d13dd77d1c" providerId="AD"/>
  <p188:author id="{3B2C66D6-9E61-6CB6-91AD-60008E5E0F71}" name="Anu Chandran" initials="AC" userId="S::1079964@TCS.com::4861b457-ad4c-4862-8c10-7f5daad80c7b" providerId="AD"/>
  <p188:author id="{E3C151F4-C4E6-E30D-DD00-D5248E79C44A}" name="Alex Mohan" initials="AM" userId="S::227889@TCS.com::b2839287-c6a2-4e09-99d6-04bbb33630e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5FD1"/>
    <a:srgbClr val="33629A"/>
    <a:srgbClr val="8DB0D9"/>
    <a:srgbClr val="F2F2F2"/>
    <a:srgbClr val="F03782"/>
    <a:srgbClr val="F47B54"/>
    <a:srgbClr val="F79C7F"/>
    <a:srgbClr val="913619"/>
    <a:srgbClr val="C14821"/>
    <a:srgbClr val="F15A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416AB-F206-4CD8-AEFD-ED87047270DB}" v="7" dt="2026-02-06T03:45:43.863"/>
    <p1510:client id="{43CA0BCE-8DCC-460D-BCD0-535B17A004A8}" v="732" dt="2026-02-06T08:03:46.8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microsoft.com/office/2018/10/relationships/authors" Target="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Thambi S" userId="03578a44-f3d8-4c09-b125-e5f3be6b71bb" providerId="ADAL" clId="{17B5B9A4-A3DB-4C0F-AB80-CEBE51C5C807}"/>
    <pc:docChg chg="undo redo custSel addSld delSld modSld sldOrd">
      <pc:chgData name="Simon Thambi S" userId="03578a44-f3d8-4c09-b125-e5f3be6b71bb" providerId="ADAL" clId="{17B5B9A4-A3DB-4C0F-AB80-CEBE51C5C807}" dt="2026-02-06T08:03:46.830" v="3274" actId="729"/>
      <pc:docMkLst>
        <pc:docMk/>
      </pc:docMkLst>
      <pc:sldChg chg="modSp mod">
        <pc:chgData name="Simon Thambi S" userId="03578a44-f3d8-4c09-b125-e5f3be6b71bb" providerId="ADAL" clId="{17B5B9A4-A3DB-4C0F-AB80-CEBE51C5C807}" dt="2026-02-06T07:18:33.897" v="3075" actId="113"/>
        <pc:sldMkLst>
          <pc:docMk/>
          <pc:sldMk cId="572474868" sldId="2142532992"/>
        </pc:sldMkLst>
        <pc:spChg chg="mod">
          <ac:chgData name="Simon Thambi S" userId="03578a44-f3d8-4c09-b125-e5f3be6b71bb" providerId="ADAL" clId="{17B5B9A4-A3DB-4C0F-AB80-CEBE51C5C807}" dt="2026-02-06T03:40:59.102" v="257" actId="14100"/>
          <ac:spMkLst>
            <pc:docMk/>
            <pc:sldMk cId="572474868" sldId="2142532992"/>
            <ac:spMk id="3" creationId="{CA92460C-D9DB-8B6E-76FF-8E863D7F7F5B}"/>
          </ac:spMkLst>
        </pc:spChg>
        <pc:spChg chg="mod">
          <ac:chgData name="Simon Thambi S" userId="03578a44-f3d8-4c09-b125-e5f3be6b71bb" providerId="ADAL" clId="{17B5B9A4-A3DB-4C0F-AB80-CEBE51C5C807}" dt="2026-02-06T03:37:47.932" v="91" actId="20577"/>
          <ac:spMkLst>
            <pc:docMk/>
            <pc:sldMk cId="572474868" sldId="2142532992"/>
            <ac:spMk id="5" creationId="{A0E72750-D516-A950-0CDF-048F0A1819D5}"/>
          </ac:spMkLst>
        </pc:spChg>
        <pc:spChg chg="mod">
          <ac:chgData name="Simon Thambi S" userId="03578a44-f3d8-4c09-b125-e5f3be6b71bb" providerId="ADAL" clId="{17B5B9A4-A3DB-4C0F-AB80-CEBE51C5C807}" dt="2026-02-06T07:18:33.897" v="3075" actId="113"/>
          <ac:spMkLst>
            <pc:docMk/>
            <pc:sldMk cId="572474868" sldId="2142532992"/>
            <ac:spMk id="7" creationId="{8674A964-E617-460A-94A6-E2CA9144DB51}"/>
          </ac:spMkLst>
        </pc:spChg>
      </pc:sldChg>
      <pc:sldChg chg="modSp mod modShow">
        <pc:chgData name="Simon Thambi S" userId="03578a44-f3d8-4c09-b125-e5f3be6b71bb" providerId="ADAL" clId="{17B5B9A4-A3DB-4C0F-AB80-CEBE51C5C807}" dt="2026-02-06T08:03:46.830" v="3274" actId="729"/>
        <pc:sldMkLst>
          <pc:docMk/>
          <pc:sldMk cId="696622967" sldId="2147480675"/>
        </pc:sldMkLst>
        <pc:graphicFrameChg chg="mod modGraphic">
          <ac:chgData name="Simon Thambi S" userId="03578a44-f3d8-4c09-b125-e5f3be6b71bb" providerId="ADAL" clId="{17B5B9A4-A3DB-4C0F-AB80-CEBE51C5C807}" dt="2026-02-06T03:48:40.314" v="440" actId="1076"/>
          <ac:graphicFrameMkLst>
            <pc:docMk/>
            <pc:sldMk cId="696622967" sldId="2147480675"/>
            <ac:graphicFrameMk id="3" creationId="{BAB092BC-9CEA-98A6-C531-D07A84AFB48A}"/>
          </ac:graphicFrameMkLst>
        </pc:graphicFrameChg>
      </pc:sldChg>
      <pc:sldChg chg="del">
        <pc:chgData name="Simon Thambi S" userId="03578a44-f3d8-4c09-b125-e5f3be6b71bb" providerId="ADAL" clId="{17B5B9A4-A3DB-4C0F-AB80-CEBE51C5C807}" dt="2026-02-06T03:37:06.330" v="0" actId="47"/>
        <pc:sldMkLst>
          <pc:docMk/>
          <pc:sldMk cId="714715927" sldId="2147481912"/>
        </pc:sldMkLst>
      </pc:sldChg>
      <pc:sldChg chg="addSp modSp mod">
        <pc:chgData name="Simon Thambi S" userId="03578a44-f3d8-4c09-b125-e5f3be6b71bb" providerId="ADAL" clId="{17B5B9A4-A3DB-4C0F-AB80-CEBE51C5C807}" dt="2026-02-06T03:55:55.206" v="1002" actId="2711"/>
        <pc:sldMkLst>
          <pc:docMk/>
          <pc:sldMk cId="2244131834" sldId="2147481913"/>
        </pc:sldMkLst>
        <pc:spChg chg="mod">
          <ac:chgData name="Simon Thambi S" userId="03578a44-f3d8-4c09-b125-e5f3be6b71bb" providerId="ADAL" clId="{17B5B9A4-A3DB-4C0F-AB80-CEBE51C5C807}" dt="2026-02-06T03:41:37.119" v="274" actId="20577"/>
          <ac:spMkLst>
            <pc:docMk/>
            <pc:sldMk cId="2244131834" sldId="2147481913"/>
            <ac:spMk id="2" creationId="{F617B3CB-718A-F671-5D5E-8A48D30668B8}"/>
          </ac:spMkLst>
        </pc:spChg>
        <pc:spChg chg="add mod">
          <ac:chgData name="Simon Thambi S" userId="03578a44-f3d8-4c09-b125-e5f3be6b71bb" providerId="ADAL" clId="{17B5B9A4-A3DB-4C0F-AB80-CEBE51C5C807}" dt="2026-02-06T03:55:55.206" v="1002" actId="2711"/>
          <ac:spMkLst>
            <pc:docMk/>
            <pc:sldMk cId="2244131834" sldId="2147481913"/>
            <ac:spMk id="5" creationId="{E4BC1865-044A-F498-0013-DB454681A91B}"/>
          </ac:spMkLst>
        </pc:spChg>
      </pc:sldChg>
      <pc:sldChg chg="addSp modSp add mod">
        <pc:chgData name="Simon Thambi S" userId="03578a44-f3d8-4c09-b125-e5f3be6b71bb" providerId="ADAL" clId="{17B5B9A4-A3DB-4C0F-AB80-CEBE51C5C807}" dt="2026-02-06T07:29:31.326" v="3157" actId="20577"/>
        <pc:sldMkLst>
          <pc:docMk/>
          <pc:sldMk cId="2701805101" sldId="2147481914"/>
        </pc:sldMkLst>
        <pc:spChg chg="mod">
          <ac:chgData name="Simon Thambi S" userId="03578a44-f3d8-4c09-b125-e5f3be6b71bb" providerId="ADAL" clId="{17B5B9A4-A3DB-4C0F-AB80-CEBE51C5C807}" dt="2026-02-06T04:40:49.945" v="1796" actId="1076"/>
          <ac:spMkLst>
            <pc:docMk/>
            <pc:sldMk cId="2701805101" sldId="2147481914"/>
            <ac:spMk id="2" creationId="{4DA03405-8DE5-5421-53B8-13E619E3B506}"/>
          </ac:spMkLst>
        </pc:spChg>
        <pc:spChg chg="add mod">
          <ac:chgData name="Simon Thambi S" userId="03578a44-f3d8-4c09-b125-e5f3be6b71bb" providerId="ADAL" clId="{17B5B9A4-A3DB-4C0F-AB80-CEBE51C5C807}" dt="2026-02-06T07:29:31.326" v="3157" actId="20577"/>
          <ac:spMkLst>
            <pc:docMk/>
            <pc:sldMk cId="2701805101" sldId="2147481914"/>
            <ac:spMk id="5" creationId="{F3AFC965-6BF8-CBDB-FBEA-79124A5BE145}"/>
          </ac:spMkLst>
        </pc:spChg>
        <pc:spChg chg="add mod">
          <ac:chgData name="Simon Thambi S" userId="03578a44-f3d8-4c09-b125-e5f3be6b71bb" providerId="ADAL" clId="{17B5B9A4-A3DB-4C0F-AB80-CEBE51C5C807}" dt="2026-02-06T04:43:16.056" v="1818" actId="2085"/>
          <ac:spMkLst>
            <pc:docMk/>
            <pc:sldMk cId="2701805101" sldId="2147481914"/>
            <ac:spMk id="6" creationId="{EB609D3D-51E1-05D4-2072-EFF6AD6C27BE}"/>
          </ac:spMkLst>
        </pc:spChg>
        <pc:spChg chg="add mod">
          <ac:chgData name="Simon Thambi S" userId="03578a44-f3d8-4c09-b125-e5f3be6b71bb" providerId="ADAL" clId="{17B5B9A4-A3DB-4C0F-AB80-CEBE51C5C807}" dt="2026-02-06T04:43:16.056" v="1818" actId="2085"/>
          <ac:spMkLst>
            <pc:docMk/>
            <pc:sldMk cId="2701805101" sldId="2147481914"/>
            <ac:spMk id="7" creationId="{6855391B-1D98-82C1-FDA6-951319995644}"/>
          </ac:spMkLst>
        </pc:spChg>
        <pc:spChg chg="add mod">
          <ac:chgData name="Simon Thambi S" userId="03578a44-f3d8-4c09-b125-e5f3be6b71bb" providerId="ADAL" clId="{17B5B9A4-A3DB-4C0F-AB80-CEBE51C5C807}" dt="2026-02-06T04:43:16.056" v="1818" actId="2085"/>
          <ac:spMkLst>
            <pc:docMk/>
            <pc:sldMk cId="2701805101" sldId="2147481914"/>
            <ac:spMk id="8" creationId="{94704CEF-9D31-6E23-4662-AB93BED082CE}"/>
          </ac:spMkLst>
        </pc:spChg>
        <pc:spChg chg="add mod">
          <ac:chgData name="Simon Thambi S" userId="03578a44-f3d8-4c09-b125-e5f3be6b71bb" providerId="ADAL" clId="{17B5B9A4-A3DB-4C0F-AB80-CEBE51C5C807}" dt="2026-02-06T04:43:16.056" v="1818" actId="2085"/>
          <ac:spMkLst>
            <pc:docMk/>
            <pc:sldMk cId="2701805101" sldId="2147481914"/>
            <ac:spMk id="9" creationId="{29F757DD-9B1F-59A2-05B2-D1FF51F3FFFF}"/>
          </ac:spMkLst>
        </pc:spChg>
        <pc:spChg chg="add mod">
          <ac:chgData name="Simon Thambi S" userId="03578a44-f3d8-4c09-b125-e5f3be6b71bb" providerId="ADAL" clId="{17B5B9A4-A3DB-4C0F-AB80-CEBE51C5C807}" dt="2026-02-06T04:43:16.056" v="1818" actId="2085"/>
          <ac:spMkLst>
            <pc:docMk/>
            <pc:sldMk cId="2701805101" sldId="2147481914"/>
            <ac:spMk id="10" creationId="{4229ACE7-ED88-9609-BED5-9A13DCB99529}"/>
          </ac:spMkLst>
        </pc:spChg>
        <pc:spChg chg="add mod">
          <ac:chgData name="Simon Thambi S" userId="03578a44-f3d8-4c09-b125-e5f3be6b71bb" providerId="ADAL" clId="{17B5B9A4-A3DB-4C0F-AB80-CEBE51C5C807}" dt="2026-02-06T04:43:16.056" v="1818" actId="2085"/>
          <ac:spMkLst>
            <pc:docMk/>
            <pc:sldMk cId="2701805101" sldId="2147481914"/>
            <ac:spMk id="11" creationId="{3D35DC77-3EC4-CA49-B008-F3E0E25F26E1}"/>
          </ac:spMkLst>
        </pc:spChg>
        <pc:spChg chg="add mod">
          <ac:chgData name="Simon Thambi S" userId="03578a44-f3d8-4c09-b125-e5f3be6b71bb" providerId="ADAL" clId="{17B5B9A4-A3DB-4C0F-AB80-CEBE51C5C807}" dt="2026-02-06T04:43:16.056" v="1818" actId="2085"/>
          <ac:spMkLst>
            <pc:docMk/>
            <pc:sldMk cId="2701805101" sldId="2147481914"/>
            <ac:spMk id="12" creationId="{0104FB51-BDED-F89C-5111-EF83E590732E}"/>
          </ac:spMkLst>
        </pc:spChg>
        <pc:spChg chg="add mod">
          <ac:chgData name="Simon Thambi S" userId="03578a44-f3d8-4c09-b125-e5f3be6b71bb" providerId="ADAL" clId="{17B5B9A4-A3DB-4C0F-AB80-CEBE51C5C807}" dt="2026-02-06T04:43:16.056" v="1818" actId="2085"/>
          <ac:spMkLst>
            <pc:docMk/>
            <pc:sldMk cId="2701805101" sldId="2147481914"/>
            <ac:spMk id="25" creationId="{EDFE0269-6EBE-F05C-4DD1-8B14811CA461}"/>
          </ac:spMkLst>
        </pc:spChg>
        <pc:spChg chg="add mod">
          <ac:chgData name="Simon Thambi S" userId="03578a44-f3d8-4c09-b125-e5f3be6b71bb" providerId="ADAL" clId="{17B5B9A4-A3DB-4C0F-AB80-CEBE51C5C807}" dt="2026-02-06T04:43:45.340" v="1826" actId="20577"/>
          <ac:spMkLst>
            <pc:docMk/>
            <pc:sldMk cId="2701805101" sldId="2147481914"/>
            <ac:spMk id="26" creationId="{8A459C98-A52F-F4DA-C450-7E325749E554}"/>
          </ac:spMkLst>
        </pc:spChg>
        <pc:cxnChg chg="add mod">
          <ac:chgData name="Simon Thambi S" userId="03578a44-f3d8-4c09-b125-e5f3be6b71bb" providerId="ADAL" clId="{17B5B9A4-A3DB-4C0F-AB80-CEBE51C5C807}" dt="2026-02-06T04:42:26.521" v="1817" actId="1076"/>
          <ac:cxnSpMkLst>
            <pc:docMk/>
            <pc:sldMk cId="2701805101" sldId="2147481914"/>
            <ac:cxnSpMk id="14" creationId="{4E47A8D3-FFAF-1C2E-59E7-1AAB3D3BC005}"/>
          </ac:cxnSpMkLst>
        </pc:cxnChg>
        <pc:cxnChg chg="add mod">
          <ac:chgData name="Simon Thambi S" userId="03578a44-f3d8-4c09-b125-e5f3be6b71bb" providerId="ADAL" clId="{17B5B9A4-A3DB-4C0F-AB80-CEBE51C5C807}" dt="2026-02-06T04:40:37.299" v="1790" actId="14100"/>
          <ac:cxnSpMkLst>
            <pc:docMk/>
            <pc:sldMk cId="2701805101" sldId="2147481914"/>
            <ac:cxnSpMk id="15" creationId="{FFC2DF0C-7C7B-9291-D48D-A9CB9B917CF1}"/>
          </ac:cxnSpMkLst>
        </pc:cxnChg>
        <pc:cxnChg chg="add mod">
          <ac:chgData name="Simon Thambi S" userId="03578a44-f3d8-4c09-b125-e5f3be6b71bb" providerId="ADAL" clId="{17B5B9A4-A3DB-4C0F-AB80-CEBE51C5C807}" dt="2026-02-06T04:43:16.056" v="1818" actId="2085"/>
          <ac:cxnSpMkLst>
            <pc:docMk/>
            <pc:sldMk cId="2701805101" sldId="2147481914"/>
            <ac:cxnSpMk id="16" creationId="{40C15783-FB7B-0D8D-1A1B-BC2608B0A9C4}"/>
          </ac:cxnSpMkLst>
        </pc:cxnChg>
        <pc:cxnChg chg="add mod">
          <ac:chgData name="Simon Thambi S" userId="03578a44-f3d8-4c09-b125-e5f3be6b71bb" providerId="ADAL" clId="{17B5B9A4-A3DB-4C0F-AB80-CEBE51C5C807}" dt="2026-02-06T04:40:58.915" v="1797" actId="1076"/>
          <ac:cxnSpMkLst>
            <pc:docMk/>
            <pc:sldMk cId="2701805101" sldId="2147481914"/>
            <ac:cxnSpMk id="17" creationId="{66DE2C49-AD6F-BCCC-0A6E-16BC7FD73B0E}"/>
          </ac:cxnSpMkLst>
        </pc:cxnChg>
      </pc:sldChg>
      <pc:sldChg chg="addSp delSp modSp add mod">
        <pc:chgData name="Simon Thambi S" userId="03578a44-f3d8-4c09-b125-e5f3be6b71bb" providerId="ADAL" clId="{17B5B9A4-A3DB-4C0F-AB80-CEBE51C5C807}" dt="2026-02-06T07:05:11.592" v="2686" actId="12100"/>
        <pc:sldMkLst>
          <pc:docMk/>
          <pc:sldMk cId="2670163591" sldId="2147481915"/>
        </pc:sldMkLst>
        <pc:spChg chg="mod">
          <ac:chgData name="Simon Thambi S" userId="03578a44-f3d8-4c09-b125-e5f3be6b71bb" providerId="ADAL" clId="{17B5B9A4-A3DB-4C0F-AB80-CEBE51C5C807}" dt="2026-02-06T06:50:07.888" v="2508" actId="20577"/>
          <ac:spMkLst>
            <pc:docMk/>
            <pc:sldMk cId="2670163591" sldId="2147481915"/>
            <ac:spMk id="2" creationId="{7449F2B3-DAD2-8A73-DDCA-5F0475CC13CE}"/>
          </ac:spMkLst>
        </pc:spChg>
        <pc:spChg chg="add mod">
          <ac:chgData name="Simon Thambi S" userId="03578a44-f3d8-4c09-b125-e5f3be6b71bb" providerId="ADAL" clId="{17B5B9A4-A3DB-4C0F-AB80-CEBE51C5C807}" dt="2026-02-06T04:46:53.722" v="1831"/>
          <ac:spMkLst>
            <pc:docMk/>
            <pc:sldMk cId="2670163591" sldId="2147481915"/>
            <ac:spMk id="6" creationId="{D7609A40-C419-495A-74AF-0B8108B43F58}"/>
          </ac:spMkLst>
        </pc:spChg>
        <pc:spChg chg="add del mod">
          <ac:chgData name="Simon Thambi S" userId="03578a44-f3d8-4c09-b125-e5f3be6b71bb" providerId="ADAL" clId="{17B5B9A4-A3DB-4C0F-AB80-CEBE51C5C807}" dt="2026-02-06T06:46:05.120" v="2444" actId="478"/>
          <ac:spMkLst>
            <pc:docMk/>
            <pc:sldMk cId="2670163591" sldId="2147481915"/>
            <ac:spMk id="7" creationId="{F5A12015-A5FA-0C00-12D9-3AB1F57F41B5}"/>
          </ac:spMkLst>
        </pc:spChg>
        <pc:spChg chg="add del mod">
          <ac:chgData name="Simon Thambi S" userId="03578a44-f3d8-4c09-b125-e5f3be6b71bb" providerId="ADAL" clId="{17B5B9A4-A3DB-4C0F-AB80-CEBE51C5C807}" dt="2026-02-06T06:50:09.891" v="2510"/>
          <ac:spMkLst>
            <pc:docMk/>
            <pc:sldMk cId="2670163591" sldId="2147481915"/>
            <ac:spMk id="9" creationId="{1825D8EA-83B6-6AAE-1D25-1BFF128EED2E}"/>
          </ac:spMkLst>
        </pc:spChg>
        <pc:graphicFrameChg chg="add del mod modGraphic">
          <ac:chgData name="Simon Thambi S" userId="03578a44-f3d8-4c09-b125-e5f3be6b71bb" providerId="ADAL" clId="{17B5B9A4-A3DB-4C0F-AB80-CEBE51C5C807}" dt="2026-02-06T04:48:14.541" v="1853" actId="478"/>
          <ac:graphicFrameMkLst>
            <pc:docMk/>
            <pc:sldMk cId="2670163591" sldId="2147481915"/>
            <ac:graphicFrameMk id="8" creationId="{8F3C955F-A332-F9A2-A072-24A91812B5F2}"/>
          </ac:graphicFrameMkLst>
        </pc:graphicFrameChg>
        <pc:graphicFrameChg chg="add mod modGraphic">
          <ac:chgData name="Simon Thambi S" userId="03578a44-f3d8-4c09-b125-e5f3be6b71bb" providerId="ADAL" clId="{17B5B9A4-A3DB-4C0F-AB80-CEBE51C5C807}" dt="2026-02-06T07:05:11.592" v="2686" actId="12100"/>
          <ac:graphicFrameMkLst>
            <pc:docMk/>
            <pc:sldMk cId="2670163591" sldId="2147481915"/>
            <ac:graphicFrameMk id="10" creationId="{B52F5CF5-6778-0711-EF9A-5E4D707FD3A1}"/>
          </ac:graphicFrameMkLst>
        </pc:graphicFrameChg>
        <pc:picChg chg="add">
          <ac:chgData name="Simon Thambi S" userId="03578a44-f3d8-4c09-b125-e5f3be6b71bb" providerId="ADAL" clId="{17B5B9A4-A3DB-4C0F-AB80-CEBE51C5C807}" dt="2026-02-06T04:47:18.794" v="1832"/>
          <ac:picMkLst>
            <pc:docMk/>
            <pc:sldMk cId="2670163591" sldId="2147481915"/>
            <ac:picMk id="5" creationId="{6BDDC572-8AD0-77F3-DAE5-BFE346E73EF1}"/>
          </ac:picMkLst>
        </pc:picChg>
      </pc:sldChg>
      <pc:sldChg chg="modSp add del mod modClrScheme chgLayout">
        <pc:chgData name="Simon Thambi S" userId="03578a44-f3d8-4c09-b125-e5f3be6b71bb" providerId="ADAL" clId="{17B5B9A4-A3DB-4C0F-AB80-CEBE51C5C807}" dt="2026-02-06T06:52:42.061" v="2531" actId="47"/>
        <pc:sldMkLst>
          <pc:docMk/>
          <pc:sldMk cId="2197900453" sldId="2147481916"/>
        </pc:sldMkLst>
        <pc:spChg chg="mod ord">
          <ac:chgData name="Simon Thambi S" userId="03578a44-f3d8-4c09-b125-e5f3be6b71bb" providerId="ADAL" clId="{17B5B9A4-A3DB-4C0F-AB80-CEBE51C5C807}" dt="2026-02-06T03:43:33.337" v="380" actId="1076"/>
          <ac:spMkLst>
            <pc:docMk/>
            <pc:sldMk cId="2197900453" sldId="2147481916"/>
            <ac:spMk id="2" creationId="{6CAD8868-A198-FE94-F850-2C45A48A0339}"/>
          </ac:spMkLst>
        </pc:spChg>
        <pc:spChg chg="mod ord">
          <ac:chgData name="Simon Thambi S" userId="03578a44-f3d8-4c09-b125-e5f3be6b71bb" providerId="ADAL" clId="{17B5B9A4-A3DB-4C0F-AB80-CEBE51C5C807}" dt="2026-02-06T03:42:59.513" v="359" actId="700"/>
          <ac:spMkLst>
            <pc:docMk/>
            <pc:sldMk cId="2197900453" sldId="2147481916"/>
            <ac:spMk id="3" creationId="{697F612E-AE9E-5950-FA04-D07CBF092FB2}"/>
          </ac:spMkLst>
        </pc:spChg>
        <pc:spChg chg="mod ord">
          <ac:chgData name="Simon Thambi S" userId="03578a44-f3d8-4c09-b125-e5f3be6b71bb" providerId="ADAL" clId="{17B5B9A4-A3DB-4C0F-AB80-CEBE51C5C807}" dt="2026-02-06T03:42:59.513" v="359" actId="700"/>
          <ac:spMkLst>
            <pc:docMk/>
            <pc:sldMk cId="2197900453" sldId="2147481916"/>
            <ac:spMk id="4" creationId="{6199CEF2-352E-17AF-8ECA-DBB7D46BA9FB}"/>
          </ac:spMkLst>
        </pc:spChg>
      </pc:sldChg>
      <pc:sldChg chg="addSp delSp modSp add del mod">
        <pc:chgData name="Simon Thambi S" userId="03578a44-f3d8-4c09-b125-e5f3be6b71bb" providerId="ADAL" clId="{17B5B9A4-A3DB-4C0F-AB80-CEBE51C5C807}" dt="2026-02-06T06:52:00.565" v="2522" actId="47"/>
        <pc:sldMkLst>
          <pc:docMk/>
          <pc:sldMk cId="2502382229" sldId="2147481917"/>
        </pc:sldMkLst>
        <pc:spChg chg="mod">
          <ac:chgData name="Simon Thambi S" userId="03578a44-f3d8-4c09-b125-e5f3be6b71bb" providerId="ADAL" clId="{17B5B9A4-A3DB-4C0F-AB80-CEBE51C5C807}" dt="2026-02-06T03:43:39.193" v="387" actId="20577"/>
          <ac:spMkLst>
            <pc:docMk/>
            <pc:sldMk cId="2502382229" sldId="2147481917"/>
            <ac:spMk id="2" creationId="{E82AB092-2F9E-9047-5922-3161AA0084E8}"/>
          </ac:spMkLst>
        </pc:spChg>
        <pc:spChg chg="add del mod">
          <ac:chgData name="Simon Thambi S" userId="03578a44-f3d8-4c09-b125-e5f3be6b71bb" providerId="ADAL" clId="{17B5B9A4-A3DB-4C0F-AB80-CEBE51C5C807}" dt="2026-02-06T04:46:51.700" v="1830" actId="21"/>
          <ac:spMkLst>
            <pc:docMk/>
            <pc:sldMk cId="2502382229" sldId="2147481917"/>
            <ac:spMk id="6" creationId="{D7609A40-C419-495A-74AF-0B8108B43F58}"/>
          </ac:spMkLst>
        </pc:spChg>
        <pc:spChg chg="add mod">
          <ac:chgData name="Simon Thambi S" userId="03578a44-f3d8-4c09-b125-e5f3be6b71bb" providerId="ADAL" clId="{17B5B9A4-A3DB-4C0F-AB80-CEBE51C5C807}" dt="2026-02-06T04:49:59.764" v="1879" actId="1076"/>
          <ac:spMkLst>
            <pc:docMk/>
            <pc:sldMk cId="2502382229" sldId="2147481917"/>
            <ac:spMk id="8" creationId="{D024F55C-37EE-DF06-8567-0F377466884B}"/>
          </ac:spMkLst>
        </pc:spChg>
      </pc:sldChg>
      <pc:sldChg chg="addSp modSp add mod">
        <pc:chgData name="Simon Thambi S" userId="03578a44-f3d8-4c09-b125-e5f3be6b71bb" providerId="ADAL" clId="{17B5B9A4-A3DB-4C0F-AB80-CEBE51C5C807}" dt="2026-02-06T07:28:23.465" v="3153" actId="20577"/>
        <pc:sldMkLst>
          <pc:docMk/>
          <pc:sldMk cId="1074604265" sldId="2147481918"/>
        </pc:sldMkLst>
        <pc:spChg chg="mod">
          <ac:chgData name="Simon Thambi S" userId="03578a44-f3d8-4c09-b125-e5f3be6b71bb" providerId="ADAL" clId="{17B5B9A4-A3DB-4C0F-AB80-CEBE51C5C807}" dt="2026-02-06T07:27:59.996" v="3146" actId="20577"/>
          <ac:spMkLst>
            <pc:docMk/>
            <pc:sldMk cId="1074604265" sldId="2147481918"/>
            <ac:spMk id="2" creationId="{517BDDEB-56CC-3A90-4463-80605E821D2E}"/>
          </ac:spMkLst>
        </pc:spChg>
        <pc:graphicFrameChg chg="add mod modGraphic">
          <ac:chgData name="Simon Thambi S" userId="03578a44-f3d8-4c09-b125-e5f3be6b71bb" providerId="ADAL" clId="{17B5B9A4-A3DB-4C0F-AB80-CEBE51C5C807}" dt="2026-02-06T07:28:23.465" v="3153" actId="20577"/>
          <ac:graphicFrameMkLst>
            <pc:docMk/>
            <pc:sldMk cId="1074604265" sldId="2147481918"/>
            <ac:graphicFrameMk id="5" creationId="{8E9715A3-D262-BBAE-A48B-2BA432E28A04}"/>
          </ac:graphicFrameMkLst>
        </pc:graphicFrameChg>
      </pc:sldChg>
      <pc:sldChg chg="addSp delSp modSp add mod">
        <pc:chgData name="Simon Thambi S" userId="03578a44-f3d8-4c09-b125-e5f3be6b71bb" providerId="ADAL" clId="{17B5B9A4-A3DB-4C0F-AB80-CEBE51C5C807}" dt="2026-02-06T07:21:37.737" v="3085" actId="20577"/>
        <pc:sldMkLst>
          <pc:docMk/>
          <pc:sldMk cId="3601670401" sldId="2147481919"/>
        </pc:sldMkLst>
        <pc:spChg chg="mod">
          <ac:chgData name="Simon Thambi S" userId="03578a44-f3d8-4c09-b125-e5f3be6b71bb" providerId="ADAL" clId="{17B5B9A4-A3DB-4C0F-AB80-CEBE51C5C807}" dt="2026-02-06T04:22:07.814" v="1557" actId="20577"/>
          <ac:spMkLst>
            <pc:docMk/>
            <pc:sldMk cId="3601670401" sldId="2147481919"/>
            <ac:spMk id="2" creationId="{2AE0D23E-3DD7-09E4-7B65-E1455D95E48E}"/>
          </ac:spMkLst>
        </pc:spChg>
        <pc:spChg chg="mod">
          <ac:chgData name="Simon Thambi S" userId="03578a44-f3d8-4c09-b125-e5f3be6b71bb" providerId="ADAL" clId="{17B5B9A4-A3DB-4C0F-AB80-CEBE51C5C807}" dt="2026-02-06T04:24:48.578" v="1627" actId="1076"/>
          <ac:spMkLst>
            <pc:docMk/>
            <pc:sldMk cId="3601670401" sldId="2147481919"/>
            <ac:spMk id="5" creationId="{DF5027E2-3D50-1B6F-A93D-7D78744A3EB3}"/>
          </ac:spMkLst>
        </pc:spChg>
        <pc:spChg chg="add mod">
          <ac:chgData name="Simon Thambi S" userId="03578a44-f3d8-4c09-b125-e5f3be6b71bb" providerId="ADAL" clId="{17B5B9A4-A3DB-4C0F-AB80-CEBE51C5C807}" dt="2026-02-06T04:13:23.214" v="1271" actId="1076"/>
          <ac:spMkLst>
            <pc:docMk/>
            <pc:sldMk cId="3601670401" sldId="2147481919"/>
            <ac:spMk id="6" creationId="{E25C3483-C619-227A-4C72-40E8622A0D08}"/>
          </ac:spMkLst>
        </pc:spChg>
        <pc:spChg chg="add del mod">
          <ac:chgData name="Simon Thambi S" userId="03578a44-f3d8-4c09-b125-e5f3be6b71bb" providerId="ADAL" clId="{17B5B9A4-A3DB-4C0F-AB80-CEBE51C5C807}" dt="2026-02-06T04:24:11.866" v="1609" actId="478"/>
          <ac:spMkLst>
            <pc:docMk/>
            <pc:sldMk cId="3601670401" sldId="2147481919"/>
            <ac:spMk id="7" creationId="{B6318DBF-320A-C630-D1C1-6D4B426F7372}"/>
          </ac:spMkLst>
        </pc:spChg>
        <pc:spChg chg="add mod">
          <ac:chgData name="Simon Thambi S" userId="03578a44-f3d8-4c09-b125-e5f3be6b71bb" providerId="ADAL" clId="{17B5B9A4-A3DB-4C0F-AB80-CEBE51C5C807}" dt="2026-02-06T04:11:09.761" v="1238" actId="164"/>
          <ac:spMkLst>
            <pc:docMk/>
            <pc:sldMk cId="3601670401" sldId="2147481919"/>
            <ac:spMk id="8" creationId="{4E533BE4-0181-23B4-ED4F-03AADF6B6EDB}"/>
          </ac:spMkLst>
        </pc:spChg>
        <pc:spChg chg="add mod">
          <ac:chgData name="Simon Thambi S" userId="03578a44-f3d8-4c09-b125-e5f3be6b71bb" providerId="ADAL" clId="{17B5B9A4-A3DB-4C0F-AB80-CEBE51C5C807}" dt="2026-02-06T04:11:09.761" v="1238" actId="164"/>
          <ac:spMkLst>
            <pc:docMk/>
            <pc:sldMk cId="3601670401" sldId="2147481919"/>
            <ac:spMk id="9" creationId="{93B6984A-8174-4231-BCC6-2830934534BF}"/>
          </ac:spMkLst>
        </pc:spChg>
        <pc:spChg chg="add mod">
          <ac:chgData name="Simon Thambi S" userId="03578a44-f3d8-4c09-b125-e5f3be6b71bb" providerId="ADAL" clId="{17B5B9A4-A3DB-4C0F-AB80-CEBE51C5C807}" dt="2026-02-06T04:11:09.761" v="1238" actId="164"/>
          <ac:spMkLst>
            <pc:docMk/>
            <pc:sldMk cId="3601670401" sldId="2147481919"/>
            <ac:spMk id="10" creationId="{E89FB55B-B3B6-772F-2ADC-BA28E4B027F5}"/>
          </ac:spMkLst>
        </pc:spChg>
        <pc:spChg chg="add mod">
          <ac:chgData name="Simon Thambi S" userId="03578a44-f3d8-4c09-b125-e5f3be6b71bb" providerId="ADAL" clId="{17B5B9A4-A3DB-4C0F-AB80-CEBE51C5C807}" dt="2026-02-06T04:11:14.492" v="1239" actId="164"/>
          <ac:spMkLst>
            <pc:docMk/>
            <pc:sldMk cId="3601670401" sldId="2147481919"/>
            <ac:spMk id="11" creationId="{554448CF-5EB8-8938-60DE-F70678327958}"/>
          </ac:spMkLst>
        </pc:spChg>
        <pc:spChg chg="add mod">
          <ac:chgData name="Simon Thambi S" userId="03578a44-f3d8-4c09-b125-e5f3be6b71bb" providerId="ADAL" clId="{17B5B9A4-A3DB-4C0F-AB80-CEBE51C5C807}" dt="2026-02-06T04:11:14.492" v="1239" actId="164"/>
          <ac:spMkLst>
            <pc:docMk/>
            <pc:sldMk cId="3601670401" sldId="2147481919"/>
            <ac:spMk id="12" creationId="{C46AF697-AA6D-E00E-6FD6-B20C63D8F412}"/>
          </ac:spMkLst>
        </pc:spChg>
        <pc:spChg chg="add mod">
          <ac:chgData name="Simon Thambi S" userId="03578a44-f3d8-4c09-b125-e5f3be6b71bb" providerId="ADAL" clId="{17B5B9A4-A3DB-4C0F-AB80-CEBE51C5C807}" dt="2026-02-06T07:21:37.737" v="3085" actId="20577"/>
          <ac:spMkLst>
            <pc:docMk/>
            <pc:sldMk cId="3601670401" sldId="2147481919"/>
            <ac:spMk id="13" creationId="{95F6152B-AA70-23F1-3864-CAA27157B118}"/>
          </ac:spMkLst>
        </pc:spChg>
        <pc:spChg chg="add mod">
          <ac:chgData name="Simon Thambi S" userId="03578a44-f3d8-4c09-b125-e5f3be6b71bb" providerId="ADAL" clId="{17B5B9A4-A3DB-4C0F-AB80-CEBE51C5C807}" dt="2026-02-06T04:11:18.427" v="1240" actId="164"/>
          <ac:spMkLst>
            <pc:docMk/>
            <pc:sldMk cId="3601670401" sldId="2147481919"/>
            <ac:spMk id="14" creationId="{42A35B12-5D21-139D-5B70-35CBD2CD8D7D}"/>
          </ac:spMkLst>
        </pc:spChg>
        <pc:spChg chg="add mod">
          <ac:chgData name="Simon Thambi S" userId="03578a44-f3d8-4c09-b125-e5f3be6b71bb" providerId="ADAL" clId="{17B5B9A4-A3DB-4C0F-AB80-CEBE51C5C807}" dt="2026-02-06T04:11:18.427" v="1240" actId="164"/>
          <ac:spMkLst>
            <pc:docMk/>
            <pc:sldMk cId="3601670401" sldId="2147481919"/>
            <ac:spMk id="15" creationId="{57B83D2E-FBB4-4A65-6622-990828743A48}"/>
          </ac:spMkLst>
        </pc:spChg>
        <pc:spChg chg="add mod">
          <ac:chgData name="Simon Thambi S" userId="03578a44-f3d8-4c09-b125-e5f3be6b71bb" providerId="ADAL" clId="{17B5B9A4-A3DB-4C0F-AB80-CEBE51C5C807}" dt="2026-02-06T04:11:18.427" v="1240" actId="164"/>
          <ac:spMkLst>
            <pc:docMk/>
            <pc:sldMk cId="3601670401" sldId="2147481919"/>
            <ac:spMk id="16" creationId="{2BB61C13-CE22-203D-5FBB-A73EFC7F36D1}"/>
          </ac:spMkLst>
        </pc:spChg>
        <pc:spChg chg="add mod">
          <ac:chgData name="Simon Thambi S" userId="03578a44-f3d8-4c09-b125-e5f3be6b71bb" providerId="ADAL" clId="{17B5B9A4-A3DB-4C0F-AB80-CEBE51C5C807}" dt="2026-02-06T04:11:22.508" v="1241" actId="164"/>
          <ac:spMkLst>
            <pc:docMk/>
            <pc:sldMk cId="3601670401" sldId="2147481919"/>
            <ac:spMk id="17" creationId="{6E039702-E5D7-1708-640E-D030DF3B71BE}"/>
          </ac:spMkLst>
        </pc:spChg>
        <pc:spChg chg="add mod">
          <ac:chgData name="Simon Thambi S" userId="03578a44-f3d8-4c09-b125-e5f3be6b71bb" providerId="ADAL" clId="{17B5B9A4-A3DB-4C0F-AB80-CEBE51C5C807}" dt="2026-02-06T04:11:22.508" v="1241" actId="164"/>
          <ac:spMkLst>
            <pc:docMk/>
            <pc:sldMk cId="3601670401" sldId="2147481919"/>
            <ac:spMk id="18" creationId="{3B79DDFA-5B87-38CB-9559-EEF98095EA58}"/>
          </ac:spMkLst>
        </pc:spChg>
        <pc:spChg chg="add mod">
          <ac:chgData name="Simon Thambi S" userId="03578a44-f3d8-4c09-b125-e5f3be6b71bb" providerId="ADAL" clId="{17B5B9A4-A3DB-4C0F-AB80-CEBE51C5C807}" dt="2026-02-06T04:11:22.508" v="1241" actId="164"/>
          <ac:spMkLst>
            <pc:docMk/>
            <pc:sldMk cId="3601670401" sldId="2147481919"/>
            <ac:spMk id="19" creationId="{3DA4DAF5-7EB6-7333-83F3-25FF8E50EFF5}"/>
          </ac:spMkLst>
        </pc:spChg>
        <pc:spChg chg="add del mod">
          <ac:chgData name="Simon Thambi S" userId="03578a44-f3d8-4c09-b125-e5f3be6b71bb" providerId="ADAL" clId="{17B5B9A4-A3DB-4C0F-AB80-CEBE51C5C807}" dt="2026-02-06T04:10:36.270" v="1206" actId="478"/>
          <ac:spMkLst>
            <pc:docMk/>
            <pc:sldMk cId="3601670401" sldId="2147481919"/>
            <ac:spMk id="20" creationId="{396582A4-4EA6-6ACB-633B-B1AB5DD137A3}"/>
          </ac:spMkLst>
        </pc:spChg>
        <pc:spChg chg="add mod">
          <ac:chgData name="Simon Thambi S" userId="03578a44-f3d8-4c09-b125-e5f3be6b71bb" providerId="ADAL" clId="{17B5B9A4-A3DB-4C0F-AB80-CEBE51C5C807}" dt="2026-02-06T04:23:18.301" v="1560" actId="1076"/>
          <ac:spMkLst>
            <pc:docMk/>
            <pc:sldMk cId="3601670401" sldId="2147481919"/>
            <ac:spMk id="21" creationId="{593B3F02-1DB9-E6C0-D267-F8B816B93D95}"/>
          </ac:spMkLst>
        </pc:spChg>
        <pc:spChg chg="add mod">
          <ac:chgData name="Simon Thambi S" userId="03578a44-f3d8-4c09-b125-e5f3be6b71bb" providerId="ADAL" clId="{17B5B9A4-A3DB-4C0F-AB80-CEBE51C5C807}" dt="2026-02-06T04:24:31.424" v="1624" actId="1076"/>
          <ac:spMkLst>
            <pc:docMk/>
            <pc:sldMk cId="3601670401" sldId="2147481919"/>
            <ac:spMk id="26" creationId="{A527450A-15F2-A85F-B273-34C6B93FE94F}"/>
          </ac:spMkLst>
        </pc:spChg>
        <pc:spChg chg="add mod">
          <ac:chgData name="Simon Thambi S" userId="03578a44-f3d8-4c09-b125-e5f3be6b71bb" providerId="ADAL" clId="{17B5B9A4-A3DB-4C0F-AB80-CEBE51C5C807}" dt="2026-02-06T04:24:31.424" v="1624" actId="1076"/>
          <ac:spMkLst>
            <pc:docMk/>
            <pc:sldMk cId="3601670401" sldId="2147481919"/>
            <ac:spMk id="27" creationId="{A544FF9A-165B-A264-4CFA-5ECCF84A1771}"/>
          </ac:spMkLst>
        </pc:spChg>
        <pc:spChg chg="add mod">
          <ac:chgData name="Simon Thambi S" userId="03578a44-f3d8-4c09-b125-e5f3be6b71bb" providerId="ADAL" clId="{17B5B9A4-A3DB-4C0F-AB80-CEBE51C5C807}" dt="2026-02-06T04:24:31.424" v="1624" actId="1076"/>
          <ac:spMkLst>
            <pc:docMk/>
            <pc:sldMk cId="3601670401" sldId="2147481919"/>
            <ac:spMk id="28" creationId="{24653A3C-1730-7AE4-B404-858EFC70A590}"/>
          </ac:spMkLst>
        </pc:spChg>
        <pc:spChg chg="add mod">
          <ac:chgData name="Simon Thambi S" userId="03578a44-f3d8-4c09-b125-e5f3be6b71bb" providerId="ADAL" clId="{17B5B9A4-A3DB-4C0F-AB80-CEBE51C5C807}" dt="2026-02-06T04:24:43.824" v="1626" actId="20577"/>
          <ac:spMkLst>
            <pc:docMk/>
            <pc:sldMk cId="3601670401" sldId="2147481919"/>
            <ac:spMk id="29" creationId="{F32404BE-C46E-A52D-1583-52631209678A}"/>
          </ac:spMkLst>
        </pc:spChg>
        <pc:spChg chg="add mod">
          <ac:chgData name="Simon Thambi S" userId="03578a44-f3d8-4c09-b125-e5f3be6b71bb" providerId="ADAL" clId="{17B5B9A4-A3DB-4C0F-AB80-CEBE51C5C807}" dt="2026-02-06T04:24:31.424" v="1624" actId="1076"/>
          <ac:spMkLst>
            <pc:docMk/>
            <pc:sldMk cId="3601670401" sldId="2147481919"/>
            <ac:spMk id="30" creationId="{C4976041-01A8-01A9-ACD9-EBD6BD6B41C8}"/>
          </ac:spMkLst>
        </pc:spChg>
        <pc:spChg chg="add mod">
          <ac:chgData name="Simon Thambi S" userId="03578a44-f3d8-4c09-b125-e5f3be6b71bb" providerId="ADAL" clId="{17B5B9A4-A3DB-4C0F-AB80-CEBE51C5C807}" dt="2026-02-06T04:24:31.424" v="1624" actId="1076"/>
          <ac:spMkLst>
            <pc:docMk/>
            <pc:sldMk cId="3601670401" sldId="2147481919"/>
            <ac:spMk id="31" creationId="{4F504BBB-10E0-1C67-632F-8160C7541041}"/>
          </ac:spMkLst>
        </pc:spChg>
        <pc:grpChg chg="add mod">
          <ac:chgData name="Simon Thambi S" userId="03578a44-f3d8-4c09-b125-e5f3be6b71bb" providerId="ADAL" clId="{17B5B9A4-A3DB-4C0F-AB80-CEBE51C5C807}" dt="2026-02-06T04:13:27.767" v="1272" actId="1076"/>
          <ac:grpSpMkLst>
            <pc:docMk/>
            <pc:sldMk cId="3601670401" sldId="2147481919"/>
            <ac:grpSpMk id="22" creationId="{597E41EC-4EE6-3E00-B78B-0EA2E8D9E9C3}"/>
          </ac:grpSpMkLst>
        </pc:grpChg>
        <pc:grpChg chg="add mod">
          <ac:chgData name="Simon Thambi S" userId="03578a44-f3d8-4c09-b125-e5f3be6b71bb" providerId="ADAL" clId="{17B5B9A4-A3DB-4C0F-AB80-CEBE51C5C807}" dt="2026-02-06T04:13:27.767" v="1272" actId="1076"/>
          <ac:grpSpMkLst>
            <pc:docMk/>
            <pc:sldMk cId="3601670401" sldId="2147481919"/>
            <ac:grpSpMk id="23" creationId="{72CD8246-DD45-F6D5-4B6C-12732E3E68FA}"/>
          </ac:grpSpMkLst>
        </pc:grpChg>
        <pc:grpChg chg="add mod">
          <ac:chgData name="Simon Thambi S" userId="03578a44-f3d8-4c09-b125-e5f3be6b71bb" providerId="ADAL" clId="{17B5B9A4-A3DB-4C0F-AB80-CEBE51C5C807}" dt="2026-02-06T04:13:27.767" v="1272" actId="1076"/>
          <ac:grpSpMkLst>
            <pc:docMk/>
            <pc:sldMk cId="3601670401" sldId="2147481919"/>
            <ac:grpSpMk id="24" creationId="{4A718D2F-D547-A480-EEA4-3D2F1B295244}"/>
          </ac:grpSpMkLst>
        </pc:grpChg>
        <pc:grpChg chg="add mod">
          <ac:chgData name="Simon Thambi S" userId="03578a44-f3d8-4c09-b125-e5f3be6b71bb" providerId="ADAL" clId="{17B5B9A4-A3DB-4C0F-AB80-CEBE51C5C807}" dt="2026-02-06T04:13:27.767" v="1272" actId="1076"/>
          <ac:grpSpMkLst>
            <pc:docMk/>
            <pc:sldMk cId="3601670401" sldId="2147481919"/>
            <ac:grpSpMk id="25" creationId="{4BE25C24-67C0-AC19-8597-7AFF9CE6A005}"/>
          </ac:grpSpMkLst>
        </pc:grpChg>
      </pc:sldChg>
      <pc:sldChg chg="addSp delSp modSp new mod">
        <pc:chgData name="Simon Thambi S" userId="03578a44-f3d8-4c09-b125-e5f3be6b71bb" providerId="ADAL" clId="{17B5B9A4-A3DB-4C0F-AB80-CEBE51C5C807}" dt="2026-02-06T07:04:53.493" v="2684"/>
        <pc:sldMkLst>
          <pc:docMk/>
          <pc:sldMk cId="3727315987" sldId="2147481920"/>
        </pc:sldMkLst>
        <pc:spChg chg="mod">
          <ac:chgData name="Simon Thambi S" userId="03578a44-f3d8-4c09-b125-e5f3be6b71bb" providerId="ADAL" clId="{17B5B9A4-A3DB-4C0F-AB80-CEBE51C5C807}" dt="2026-02-06T07:04:53.493" v="2684"/>
          <ac:spMkLst>
            <pc:docMk/>
            <pc:sldMk cId="3727315987" sldId="2147481920"/>
            <ac:spMk id="2" creationId="{CCC116B2-AC1E-8B41-97D0-A7F5514F07ED}"/>
          </ac:spMkLst>
        </pc:spChg>
        <pc:spChg chg="add del">
          <ac:chgData name="Simon Thambi S" userId="03578a44-f3d8-4c09-b125-e5f3be6b71bb" providerId="ADAL" clId="{17B5B9A4-A3DB-4C0F-AB80-CEBE51C5C807}" dt="2026-02-06T06:21:02.704" v="1963" actId="22"/>
          <ac:spMkLst>
            <pc:docMk/>
            <pc:sldMk cId="3727315987" sldId="2147481920"/>
            <ac:spMk id="6" creationId="{65A2A461-4F51-B396-A16A-BFC004281150}"/>
          </ac:spMkLst>
        </pc:spChg>
        <pc:spChg chg="add mod">
          <ac:chgData name="Simon Thambi S" userId="03578a44-f3d8-4c09-b125-e5f3be6b71bb" providerId="ADAL" clId="{17B5B9A4-A3DB-4C0F-AB80-CEBE51C5C807}" dt="2026-02-06T06:37:30.124" v="2241" actId="20577"/>
          <ac:spMkLst>
            <pc:docMk/>
            <pc:sldMk cId="3727315987" sldId="2147481920"/>
            <ac:spMk id="7" creationId="{DE67036E-116D-5E78-9956-675E022BFA67}"/>
          </ac:spMkLst>
        </pc:spChg>
        <pc:spChg chg="add del mod">
          <ac:chgData name="Simon Thambi S" userId="03578a44-f3d8-4c09-b125-e5f3be6b71bb" providerId="ADAL" clId="{17B5B9A4-A3DB-4C0F-AB80-CEBE51C5C807}" dt="2026-02-06T06:24:32.493" v="1985"/>
          <ac:spMkLst>
            <pc:docMk/>
            <pc:sldMk cId="3727315987" sldId="2147481920"/>
            <ac:spMk id="9" creationId="{05664682-F29A-8C25-FD66-B0BB0D798A32}"/>
          </ac:spMkLst>
        </pc:spChg>
        <pc:spChg chg="add mod">
          <ac:chgData name="Simon Thambi S" userId="03578a44-f3d8-4c09-b125-e5f3be6b71bb" providerId="ADAL" clId="{17B5B9A4-A3DB-4C0F-AB80-CEBE51C5C807}" dt="2026-02-06T06:39:51.377" v="2242" actId="207"/>
          <ac:spMkLst>
            <pc:docMk/>
            <pc:sldMk cId="3727315987" sldId="2147481920"/>
            <ac:spMk id="10" creationId="{7152707C-125F-E4CA-D6F6-445638CC647F}"/>
          </ac:spMkLst>
        </pc:spChg>
        <pc:spChg chg="add mod">
          <ac:chgData name="Simon Thambi S" userId="03578a44-f3d8-4c09-b125-e5f3be6b71bb" providerId="ADAL" clId="{17B5B9A4-A3DB-4C0F-AB80-CEBE51C5C807}" dt="2026-02-06T06:36:26.044" v="2239" actId="207"/>
          <ac:spMkLst>
            <pc:docMk/>
            <pc:sldMk cId="3727315987" sldId="2147481920"/>
            <ac:spMk id="11" creationId="{8C385F74-A7D1-F8BC-4017-ED1AEDECE847}"/>
          </ac:spMkLst>
        </pc:spChg>
        <pc:spChg chg="add mod">
          <ac:chgData name="Simon Thambi S" userId="03578a44-f3d8-4c09-b125-e5f3be6b71bb" providerId="ADAL" clId="{17B5B9A4-A3DB-4C0F-AB80-CEBE51C5C807}" dt="2026-02-06T06:35:42.167" v="2235" actId="207"/>
          <ac:spMkLst>
            <pc:docMk/>
            <pc:sldMk cId="3727315987" sldId="2147481920"/>
            <ac:spMk id="12" creationId="{3957419F-F3A4-963F-32F1-91530972C479}"/>
          </ac:spMkLst>
        </pc:spChg>
        <pc:spChg chg="add mod">
          <ac:chgData name="Simon Thambi S" userId="03578a44-f3d8-4c09-b125-e5f3be6b71bb" providerId="ADAL" clId="{17B5B9A4-A3DB-4C0F-AB80-CEBE51C5C807}" dt="2026-02-06T06:35:47.015" v="2236" actId="207"/>
          <ac:spMkLst>
            <pc:docMk/>
            <pc:sldMk cId="3727315987" sldId="2147481920"/>
            <ac:spMk id="13" creationId="{DBDF3221-2799-399B-BB39-85CD6B77DC49}"/>
          </ac:spMkLst>
        </pc:spChg>
        <pc:spChg chg="add mod">
          <ac:chgData name="Simon Thambi S" userId="03578a44-f3d8-4c09-b125-e5f3be6b71bb" providerId="ADAL" clId="{17B5B9A4-A3DB-4C0F-AB80-CEBE51C5C807}" dt="2026-02-06T06:36:00.611" v="2238" actId="207"/>
          <ac:spMkLst>
            <pc:docMk/>
            <pc:sldMk cId="3727315987" sldId="2147481920"/>
            <ac:spMk id="14" creationId="{6C2CF67E-3BEC-97A7-5FBF-0ECD8E9672BA}"/>
          </ac:spMkLst>
        </pc:spChg>
        <pc:spChg chg="add mod">
          <ac:chgData name="Simon Thambi S" userId="03578a44-f3d8-4c09-b125-e5f3be6b71bb" providerId="ADAL" clId="{17B5B9A4-A3DB-4C0F-AB80-CEBE51C5C807}" dt="2026-02-06T06:34:14.038" v="2153" actId="255"/>
          <ac:spMkLst>
            <pc:docMk/>
            <pc:sldMk cId="3727315987" sldId="2147481920"/>
            <ac:spMk id="32" creationId="{B5297A7E-5DBD-8EB3-7ED9-25BB18A720C3}"/>
          </ac:spMkLst>
        </pc:spChg>
        <pc:cxnChg chg="add del mod">
          <ac:chgData name="Simon Thambi S" userId="03578a44-f3d8-4c09-b125-e5f3be6b71bb" providerId="ADAL" clId="{17B5B9A4-A3DB-4C0F-AB80-CEBE51C5C807}" dt="2026-02-06T06:32:37.960" v="2119" actId="478"/>
          <ac:cxnSpMkLst>
            <pc:docMk/>
            <pc:sldMk cId="3727315987" sldId="2147481920"/>
            <ac:cxnSpMk id="16" creationId="{561C1758-1619-2F6C-0468-0A69B3AC199A}"/>
          </ac:cxnSpMkLst>
        </pc:cxnChg>
        <pc:cxnChg chg="add del mod">
          <ac:chgData name="Simon Thambi S" userId="03578a44-f3d8-4c09-b125-e5f3be6b71bb" providerId="ADAL" clId="{17B5B9A4-A3DB-4C0F-AB80-CEBE51C5C807}" dt="2026-02-06T06:31:33.356" v="2106" actId="11529"/>
          <ac:cxnSpMkLst>
            <pc:docMk/>
            <pc:sldMk cId="3727315987" sldId="2147481920"/>
            <ac:cxnSpMk id="18" creationId="{14A7C095-4209-E922-7F52-4D6A46F3771C}"/>
          </ac:cxnSpMkLst>
        </pc:cxnChg>
        <pc:cxnChg chg="add del mod">
          <ac:chgData name="Simon Thambi S" userId="03578a44-f3d8-4c09-b125-e5f3be6b71bb" providerId="ADAL" clId="{17B5B9A4-A3DB-4C0F-AB80-CEBE51C5C807}" dt="2026-02-06T06:31:44.111" v="2109" actId="478"/>
          <ac:cxnSpMkLst>
            <pc:docMk/>
            <pc:sldMk cId="3727315987" sldId="2147481920"/>
            <ac:cxnSpMk id="20" creationId="{71D83AC6-011E-BA01-2695-DB3B8A726A1C}"/>
          </ac:cxnSpMkLst>
        </pc:cxnChg>
        <pc:cxnChg chg="add mod">
          <ac:chgData name="Simon Thambi S" userId="03578a44-f3d8-4c09-b125-e5f3be6b71bb" providerId="ADAL" clId="{17B5B9A4-A3DB-4C0F-AB80-CEBE51C5C807}" dt="2026-02-06T06:33:40.762" v="2147" actId="1076"/>
          <ac:cxnSpMkLst>
            <pc:docMk/>
            <pc:sldMk cId="3727315987" sldId="2147481920"/>
            <ac:cxnSpMk id="23" creationId="{D7D1F5D5-7CAB-F8CB-8B01-389DC81FC911}"/>
          </ac:cxnSpMkLst>
        </pc:cxnChg>
        <pc:cxnChg chg="add mod">
          <ac:chgData name="Simon Thambi S" userId="03578a44-f3d8-4c09-b125-e5f3be6b71bb" providerId="ADAL" clId="{17B5B9A4-A3DB-4C0F-AB80-CEBE51C5C807}" dt="2026-02-06T06:33:49.522" v="2148" actId="1076"/>
          <ac:cxnSpMkLst>
            <pc:docMk/>
            <pc:sldMk cId="3727315987" sldId="2147481920"/>
            <ac:cxnSpMk id="27" creationId="{1C65143C-7B16-73DF-CD96-0B9ADEED67EE}"/>
          </ac:cxnSpMkLst>
        </pc:cxnChg>
        <pc:cxnChg chg="add mod">
          <ac:chgData name="Simon Thambi S" userId="03578a44-f3d8-4c09-b125-e5f3be6b71bb" providerId="ADAL" clId="{17B5B9A4-A3DB-4C0F-AB80-CEBE51C5C807}" dt="2026-02-06T06:33:09.363" v="2127" actId="1076"/>
          <ac:cxnSpMkLst>
            <pc:docMk/>
            <pc:sldMk cId="3727315987" sldId="2147481920"/>
            <ac:cxnSpMk id="28" creationId="{3E964925-05EB-A35E-7C70-42535AAACEFE}"/>
          </ac:cxnSpMkLst>
        </pc:cxnChg>
        <pc:cxnChg chg="add mod">
          <ac:chgData name="Simon Thambi S" userId="03578a44-f3d8-4c09-b125-e5f3be6b71bb" providerId="ADAL" clId="{17B5B9A4-A3DB-4C0F-AB80-CEBE51C5C807}" dt="2026-02-06T06:33:04.385" v="2126" actId="1076"/>
          <ac:cxnSpMkLst>
            <pc:docMk/>
            <pc:sldMk cId="3727315987" sldId="2147481920"/>
            <ac:cxnSpMk id="29" creationId="{98EF4094-C533-4B01-B0FB-65793DC8F403}"/>
          </ac:cxnSpMkLst>
        </pc:cxnChg>
        <pc:cxnChg chg="add mod">
          <ac:chgData name="Simon Thambi S" userId="03578a44-f3d8-4c09-b125-e5f3be6b71bb" providerId="ADAL" clId="{17B5B9A4-A3DB-4C0F-AB80-CEBE51C5C807}" dt="2026-02-06T06:33:00.860" v="2125" actId="1076"/>
          <ac:cxnSpMkLst>
            <pc:docMk/>
            <pc:sldMk cId="3727315987" sldId="2147481920"/>
            <ac:cxnSpMk id="30" creationId="{177DC833-85B8-B882-1514-ED41BE92C883}"/>
          </ac:cxnSpMkLst>
        </pc:cxnChg>
      </pc:sldChg>
      <pc:sldChg chg="modSp new del mod">
        <pc:chgData name="Simon Thambi S" userId="03578a44-f3d8-4c09-b125-e5f3be6b71bb" providerId="ADAL" clId="{17B5B9A4-A3DB-4C0F-AB80-CEBE51C5C807}" dt="2026-02-06T06:51:47.582" v="2521" actId="47"/>
        <pc:sldMkLst>
          <pc:docMk/>
          <pc:sldMk cId="2680901846" sldId="2147481921"/>
        </pc:sldMkLst>
        <pc:spChg chg="mod">
          <ac:chgData name="Simon Thambi S" userId="03578a44-f3d8-4c09-b125-e5f3be6b71bb" providerId="ADAL" clId="{17B5B9A4-A3DB-4C0F-AB80-CEBE51C5C807}" dt="2026-02-06T06:19:11.682" v="1961" actId="20577"/>
          <ac:spMkLst>
            <pc:docMk/>
            <pc:sldMk cId="2680901846" sldId="2147481921"/>
            <ac:spMk id="2" creationId="{6E3C4CE4-5593-D153-8590-3560EC311C1A}"/>
          </ac:spMkLst>
        </pc:spChg>
      </pc:sldChg>
      <pc:sldChg chg="addSp delSp modSp new mod">
        <pc:chgData name="Simon Thambi S" userId="03578a44-f3d8-4c09-b125-e5f3be6b71bb" providerId="ADAL" clId="{17B5B9A4-A3DB-4C0F-AB80-CEBE51C5C807}" dt="2026-02-06T07:05:20.945" v="2688" actId="12100"/>
        <pc:sldMkLst>
          <pc:docMk/>
          <pc:sldMk cId="2778140486" sldId="2147481922"/>
        </pc:sldMkLst>
        <pc:spChg chg="mod">
          <ac:chgData name="Simon Thambi S" userId="03578a44-f3d8-4c09-b125-e5f3be6b71bb" providerId="ADAL" clId="{17B5B9A4-A3DB-4C0F-AB80-CEBE51C5C807}" dt="2026-02-06T07:02:10.492" v="2638" actId="20577"/>
          <ac:spMkLst>
            <pc:docMk/>
            <pc:sldMk cId="2778140486" sldId="2147481922"/>
            <ac:spMk id="2" creationId="{582F619E-83C2-B3FF-687D-F1745D49FFDC}"/>
          </ac:spMkLst>
        </pc:spChg>
        <pc:spChg chg="add del mod">
          <ac:chgData name="Simon Thambi S" userId="03578a44-f3d8-4c09-b125-e5f3be6b71bb" providerId="ADAL" clId="{17B5B9A4-A3DB-4C0F-AB80-CEBE51C5C807}" dt="2026-02-06T06:41:00.706" v="2270" actId="478"/>
          <ac:spMkLst>
            <pc:docMk/>
            <pc:sldMk cId="2778140486" sldId="2147481922"/>
            <ac:spMk id="5" creationId="{445F08B7-8DD3-7967-4CBF-659D6AB07D94}"/>
          </ac:spMkLst>
        </pc:spChg>
        <pc:spChg chg="add del mod">
          <ac:chgData name="Simon Thambi S" userId="03578a44-f3d8-4c09-b125-e5f3be6b71bb" providerId="ADAL" clId="{17B5B9A4-A3DB-4C0F-AB80-CEBE51C5C807}" dt="2026-02-06T07:02:15.391" v="2641"/>
          <ac:spMkLst>
            <pc:docMk/>
            <pc:sldMk cId="2778140486" sldId="2147481922"/>
            <ac:spMk id="7" creationId="{34660792-744F-C285-C337-E5C85A7CBEE3}"/>
          </ac:spMkLst>
        </pc:spChg>
        <pc:graphicFrameChg chg="add mod modGraphic">
          <ac:chgData name="Simon Thambi S" userId="03578a44-f3d8-4c09-b125-e5f3be6b71bb" providerId="ADAL" clId="{17B5B9A4-A3DB-4C0F-AB80-CEBE51C5C807}" dt="2026-02-06T07:05:16.271" v="2687" actId="12100"/>
          <ac:graphicFrameMkLst>
            <pc:docMk/>
            <pc:sldMk cId="2778140486" sldId="2147481922"/>
            <ac:graphicFrameMk id="6" creationId="{3B6BBFD9-B9E4-D5C2-652A-8178FE9577AE}"/>
          </ac:graphicFrameMkLst>
        </pc:graphicFrameChg>
        <pc:graphicFrameChg chg="add mod modGraphic">
          <ac:chgData name="Simon Thambi S" userId="03578a44-f3d8-4c09-b125-e5f3be6b71bb" providerId="ADAL" clId="{17B5B9A4-A3DB-4C0F-AB80-CEBE51C5C807}" dt="2026-02-06T07:05:20.945" v="2688" actId="12100"/>
          <ac:graphicFrameMkLst>
            <pc:docMk/>
            <pc:sldMk cId="2778140486" sldId="2147481922"/>
            <ac:graphicFrameMk id="8" creationId="{0F5906F0-4748-209A-4AAC-5C718676768A}"/>
          </ac:graphicFrameMkLst>
        </pc:graphicFrameChg>
      </pc:sldChg>
      <pc:sldChg chg="new del">
        <pc:chgData name="Simon Thambi S" userId="03578a44-f3d8-4c09-b125-e5f3be6b71bb" providerId="ADAL" clId="{17B5B9A4-A3DB-4C0F-AB80-CEBE51C5C807}" dt="2026-02-06T06:52:39.843" v="2530" actId="47"/>
        <pc:sldMkLst>
          <pc:docMk/>
          <pc:sldMk cId="274001462" sldId="2147481923"/>
        </pc:sldMkLst>
      </pc:sldChg>
      <pc:sldChg chg="addSp modSp new mod">
        <pc:chgData name="Simon Thambi S" userId="03578a44-f3d8-4c09-b125-e5f3be6b71bb" providerId="ADAL" clId="{17B5B9A4-A3DB-4C0F-AB80-CEBE51C5C807}" dt="2026-02-06T07:05:29.932" v="2689" actId="12100"/>
        <pc:sldMkLst>
          <pc:docMk/>
          <pc:sldMk cId="865960515" sldId="2147481923"/>
        </pc:sldMkLst>
        <pc:spChg chg="mod">
          <ac:chgData name="Simon Thambi S" userId="03578a44-f3d8-4c09-b125-e5f3be6b71bb" providerId="ADAL" clId="{17B5B9A4-A3DB-4C0F-AB80-CEBE51C5C807}" dt="2026-02-06T06:54:01.420" v="2537"/>
          <ac:spMkLst>
            <pc:docMk/>
            <pc:sldMk cId="865960515" sldId="2147481923"/>
            <ac:spMk id="2" creationId="{E7ED8416-C7A1-8C6A-331A-686ECC64F7BF}"/>
          </ac:spMkLst>
        </pc:spChg>
        <pc:graphicFrameChg chg="add mod modGraphic">
          <ac:chgData name="Simon Thambi S" userId="03578a44-f3d8-4c09-b125-e5f3be6b71bb" providerId="ADAL" clId="{17B5B9A4-A3DB-4C0F-AB80-CEBE51C5C807}" dt="2026-02-06T07:05:29.932" v="2689" actId="12100"/>
          <ac:graphicFrameMkLst>
            <pc:docMk/>
            <pc:sldMk cId="865960515" sldId="2147481923"/>
            <ac:graphicFrameMk id="5" creationId="{CF72B6F1-6330-0573-2E11-2D61B77AD661}"/>
          </ac:graphicFrameMkLst>
        </pc:graphicFrameChg>
      </pc:sldChg>
      <pc:sldChg chg="modSp add del">
        <pc:chgData name="Simon Thambi S" userId="03578a44-f3d8-4c09-b125-e5f3be6b71bb" providerId="ADAL" clId="{17B5B9A4-A3DB-4C0F-AB80-CEBE51C5C807}" dt="2026-02-06T06:52:27.558" v="2526" actId="47"/>
        <pc:sldMkLst>
          <pc:docMk/>
          <pc:sldMk cId="1819120590" sldId="2147481923"/>
        </pc:sldMkLst>
        <pc:spChg chg="mod">
          <ac:chgData name="Simon Thambi S" userId="03578a44-f3d8-4c09-b125-e5f3be6b71bb" providerId="ADAL" clId="{17B5B9A4-A3DB-4C0F-AB80-CEBE51C5C807}" dt="2026-02-06T06:52:25.578" v="2525"/>
          <ac:spMkLst>
            <pc:docMk/>
            <pc:sldMk cId="1819120590" sldId="2147481923"/>
            <ac:spMk id="3" creationId="{F53EECC1-918C-E2EE-EDB3-C58584B31DB3}"/>
          </ac:spMkLst>
        </pc:spChg>
        <pc:spChg chg="mod">
          <ac:chgData name="Simon Thambi S" userId="03578a44-f3d8-4c09-b125-e5f3be6b71bb" providerId="ADAL" clId="{17B5B9A4-A3DB-4C0F-AB80-CEBE51C5C807}" dt="2026-02-06T06:52:25.578" v="2525"/>
          <ac:spMkLst>
            <pc:docMk/>
            <pc:sldMk cId="1819120590" sldId="2147481923"/>
            <ac:spMk id="4" creationId="{046084E8-4465-953C-6313-F081D0FDA9C9}"/>
          </ac:spMkLst>
        </pc:spChg>
      </pc:sldChg>
      <pc:sldChg chg="modSp add del">
        <pc:chgData name="Simon Thambi S" userId="03578a44-f3d8-4c09-b125-e5f3be6b71bb" providerId="ADAL" clId="{17B5B9A4-A3DB-4C0F-AB80-CEBE51C5C807}" dt="2026-02-06T06:52:33.455" v="2528"/>
        <pc:sldMkLst>
          <pc:docMk/>
          <pc:sldMk cId="1855411712" sldId="2147481923"/>
        </pc:sldMkLst>
        <pc:spChg chg="mod">
          <ac:chgData name="Simon Thambi S" userId="03578a44-f3d8-4c09-b125-e5f3be6b71bb" providerId="ADAL" clId="{17B5B9A4-A3DB-4C0F-AB80-CEBE51C5C807}" dt="2026-02-06T06:52:31.780" v="2527"/>
          <ac:spMkLst>
            <pc:docMk/>
            <pc:sldMk cId="1855411712" sldId="2147481923"/>
            <ac:spMk id="3" creationId="{D1094C98-41D9-F6A1-B377-71C22C83833A}"/>
          </ac:spMkLst>
        </pc:spChg>
        <pc:spChg chg="mod">
          <ac:chgData name="Simon Thambi S" userId="03578a44-f3d8-4c09-b125-e5f3be6b71bb" providerId="ADAL" clId="{17B5B9A4-A3DB-4C0F-AB80-CEBE51C5C807}" dt="2026-02-06T06:52:31.780" v="2527"/>
          <ac:spMkLst>
            <pc:docMk/>
            <pc:sldMk cId="1855411712" sldId="2147481923"/>
            <ac:spMk id="4" creationId="{BC3F36D2-8704-B4B1-8B63-A14757862491}"/>
          </ac:spMkLst>
        </pc:spChg>
      </pc:sldChg>
      <pc:sldChg chg="new del">
        <pc:chgData name="Simon Thambi S" userId="03578a44-f3d8-4c09-b125-e5f3be6b71bb" providerId="ADAL" clId="{17B5B9A4-A3DB-4C0F-AB80-CEBE51C5C807}" dt="2026-02-06T06:52:22.464" v="2524" actId="47"/>
        <pc:sldMkLst>
          <pc:docMk/>
          <pc:sldMk cId="3142984616" sldId="2147481923"/>
        </pc:sldMkLst>
      </pc:sldChg>
      <pc:sldChg chg="addSp modSp new mod">
        <pc:chgData name="Simon Thambi S" userId="03578a44-f3d8-4c09-b125-e5f3be6b71bb" providerId="ADAL" clId="{17B5B9A4-A3DB-4C0F-AB80-CEBE51C5C807}" dt="2026-02-06T07:52:44.923" v="3221" actId="1076"/>
        <pc:sldMkLst>
          <pc:docMk/>
          <pc:sldMk cId="512321030" sldId="2147481924"/>
        </pc:sldMkLst>
        <pc:spChg chg="mod">
          <ac:chgData name="Simon Thambi S" userId="03578a44-f3d8-4c09-b125-e5f3be6b71bb" providerId="ADAL" clId="{17B5B9A4-A3DB-4C0F-AB80-CEBE51C5C807}" dt="2026-02-06T07:48:08.857" v="3166" actId="20577"/>
          <ac:spMkLst>
            <pc:docMk/>
            <pc:sldMk cId="512321030" sldId="2147481924"/>
            <ac:spMk id="2" creationId="{948B5028-FBAB-7833-C4CD-26ADE2B62DCA}"/>
          </ac:spMkLst>
        </pc:spChg>
        <pc:spChg chg="add mod">
          <ac:chgData name="Simon Thambi S" userId="03578a44-f3d8-4c09-b125-e5f3be6b71bb" providerId="ADAL" clId="{17B5B9A4-A3DB-4C0F-AB80-CEBE51C5C807}" dt="2026-02-06T07:52:44.923" v="3221" actId="1076"/>
          <ac:spMkLst>
            <pc:docMk/>
            <pc:sldMk cId="512321030" sldId="2147481924"/>
            <ac:spMk id="5" creationId="{1E54521D-D7D8-A702-2E7A-25198490F8A4}"/>
          </ac:spMkLst>
        </pc:spChg>
      </pc:sldChg>
      <pc:sldChg chg="addSp delSp modSp new mod ord modShow">
        <pc:chgData name="Simon Thambi S" userId="03578a44-f3d8-4c09-b125-e5f3be6b71bb" providerId="ADAL" clId="{17B5B9A4-A3DB-4C0F-AB80-CEBE51C5C807}" dt="2026-02-06T07:29:14.264" v="3155"/>
        <pc:sldMkLst>
          <pc:docMk/>
          <pc:sldMk cId="1720811976" sldId="2147481925"/>
        </pc:sldMkLst>
        <pc:spChg chg="mod">
          <ac:chgData name="Simon Thambi S" userId="03578a44-f3d8-4c09-b125-e5f3be6b71bb" providerId="ADAL" clId="{17B5B9A4-A3DB-4C0F-AB80-CEBE51C5C807}" dt="2026-02-06T07:07:08.668" v="2735" actId="20577"/>
          <ac:spMkLst>
            <pc:docMk/>
            <pc:sldMk cId="1720811976" sldId="2147481925"/>
            <ac:spMk id="2" creationId="{177346C6-5038-8A53-4508-99D58AB248DA}"/>
          </ac:spMkLst>
        </pc:spChg>
        <pc:spChg chg="add del mod">
          <ac:chgData name="Simon Thambi S" userId="03578a44-f3d8-4c09-b125-e5f3be6b71bb" providerId="ADAL" clId="{17B5B9A4-A3DB-4C0F-AB80-CEBE51C5C807}" dt="2026-02-06T07:07:00.897" v="2718"/>
          <ac:spMkLst>
            <pc:docMk/>
            <pc:sldMk cId="1720811976" sldId="2147481925"/>
            <ac:spMk id="6" creationId="{6C025F97-D1B2-B2AB-4337-2A793AF3723D}"/>
          </ac:spMkLst>
        </pc:spChg>
        <pc:graphicFrameChg chg="add mod modGraphic">
          <ac:chgData name="Simon Thambi S" userId="03578a44-f3d8-4c09-b125-e5f3be6b71bb" providerId="ADAL" clId="{17B5B9A4-A3DB-4C0F-AB80-CEBE51C5C807}" dt="2026-02-06T07:16:45.578" v="3057" actId="14100"/>
          <ac:graphicFrameMkLst>
            <pc:docMk/>
            <pc:sldMk cId="1720811976" sldId="2147481925"/>
            <ac:graphicFrameMk id="5" creationId="{13B85E2B-6F22-3049-0B5E-CEAE6C6F692A}"/>
          </ac:graphicFrameMkLst>
        </pc:graphicFrameChg>
      </pc:sldChg>
      <pc:sldChg chg="modSp add mod ord">
        <pc:chgData name="Simon Thambi S" userId="03578a44-f3d8-4c09-b125-e5f3be6b71bb" providerId="ADAL" clId="{17B5B9A4-A3DB-4C0F-AB80-CEBE51C5C807}" dt="2026-02-06T07:29:14.264" v="3155"/>
        <pc:sldMkLst>
          <pc:docMk/>
          <pc:sldMk cId="3291816073" sldId="2147481926"/>
        </pc:sldMkLst>
        <pc:spChg chg="mod">
          <ac:chgData name="Simon Thambi S" userId="03578a44-f3d8-4c09-b125-e5f3be6b71bb" providerId="ADAL" clId="{17B5B9A4-A3DB-4C0F-AB80-CEBE51C5C807}" dt="2026-02-06T07:12:53.759" v="2949" actId="20577"/>
          <ac:spMkLst>
            <pc:docMk/>
            <pc:sldMk cId="3291816073" sldId="2147481926"/>
            <ac:spMk id="2" creationId="{4E16E713-5E36-F3B5-0BD1-017D60936C9B}"/>
          </ac:spMkLst>
        </pc:spChg>
        <pc:graphicFrameChg chg="mod modGraphic">
          <ac:chgData name="Simon Thambi S" userId="03578a44-f3d8-4c09-b125-e5f3be6b71bb" providerId="ADAL" clId="{17B5B9A4-A3DB-4C0F-AB80-CEBE51C5C807}" dt="2026-02-06T07:16:19.054" v="3054" actId="255"/>
          <ac:graphicFrameMkLst>
            <pc:docMk/>
            <pc:sldMk cId="3291816073" sldId="2147481926"/>
            <ac:graphicFrameMk id="5" creationId="{A7698244-EDFB-5BF0-48EC-541272EAC485}"/>
          </ac:graphicFrameMkLst>
        </pc:graphicFrameChg>
      </pc:sldChg>
      <pc:sldChg chg="add">
        <pc:chgData name="Simon Thambi S" userId="03578a44-f3d8-4c09-b125-e5f3be6b71bb" providerId="ADAL" clId="{17B5B9A4-A3DB-4C0F-AB80-CEBE51C5C807}" dt="2026-02-06T07:48:00.828" v="3158" actId="2890"/>
        <pc:sldMkLst>
          <pc:docMk/>
          <pc:sldMk cId="407881090" sldId="2147481927"/>
        </pc:sldMkLst>
      </pc:sldChg>
      <pc:sldChg chg="addSp delSp modSp add mod">
        <pc:chgData name="Simon Thambi S" userId="03578a44-f3d8-4c09-b125-e5f3be6b71bb" providerId="ADAL" clId="{17B5B9A4-A3DB-4C0F-AB80-CEBE51C5C807}" dt="2026-02-06T08:02:45.912" v="3273" actId="14100"/>
        <pc:sldMkLst>
          <pc:docMk/>
          <pc:sldMk cId="321343016" sldId="2147481928"/>
        </pc:sldMkLst>
        <pc:spChg chg="mod">
          <ac:chgData name="Simon Thambi S" userId="03578a44-f3d8-4c09-b125-e5f3be6b71bb" providerId="ADAL" clId="{17B5B9A4-A3DB-4C0F-AB80-CEBE51C5C807}" dt="2026-02-06T08:00:57.585" v="3250" actId="20577"/>
          <ac:spMkLst>
            <pc:docMk/>
            <pc:sldMk cId="321343016" sldId="2147481928"/>
            <ac:spMk id="2" creationId="{0366A6AB-CF17-09EF-61C5-68B0DAAC5389}"/>
          </ac:spMkLst>
        </pc:spChg>
        <pc:spChg chg="del">
          <ac:chgData name="Simon Thambi S" userId="03578a44-f3d8-4c09-b125-e5f3be6b71bb" providerId="ADAL" clId="{17B5B9A4-A3DB-4C0F-AB80-CEBE51C5C807}" dt="2026-02-06T08:00:23.300" v="3223" actId="478"/>
          <ac:spMkLst>
            <pc:docMk/>
            <pc:sldMk cId="321343016" sldId="2147481928"/>
            <ac:spMk id="5" creationId="{F7E7AEEA-2761-859E-B505-2182C10929C2}"/>
          </ac:spMkLst>
        </pc:spChg>
        <pc:spChg chg="del">
          <ac:chgData name="Simon Thambi S" userId="03578a44-f3d8-4c09-b125-e5f3be6b71bb" providerId="ADAL" clId="{17B5B9A4-A3DB-4C0F-AB80-CEBE51C5C807}" dt="2026-02-06T08:00:26.161" v="3225" actId="478"/>
          <ac:spMkLst>
            <pc:docMk/>
            <pc:sldMk cId="321343016" sldId="2147481928"/>
            <ac:spMk id="6" creationId="{07C704AC-0EBA-69CC-2325-CDC56ECBD4F8}"/>
          </ac:spMkLst>
        </pc:spChg>
        <pc:spChg chg="del">
          <ac:chgData name="Simon Thambi S" userId="03578a44-f3d8-4c09-b125-e5f3be6b71bb" providerId="ADAL" clId="{17B5B9A4-A3DB-4C0F-AB80-CEBE51C5C807}" dt="2026-02-06T08:00:28.452" v="3226" actId="478"/>
          <ac:spMkLst>
            <pc:docMk/>
            <pc:sldMk cId="321343016" sldId="2147481928"/>
            <ac:spMk id="7" creationId="{007E59AA-6191-247C-7A2D-41B86C392E43}"/>
          </ac:spMkLst>
        </pc:spChg>
        <pc:spChg chg="del">
          <ac:chgData name="Simon Thambi S" userId="03578a44-f3d8-4c09-b125-e5f3be6b71bb" providerId="ADAL" clId="{17B5B9A4-A3DB-4C0F-AB80-CEBE51C5C807}" dt="2026-02-06T08:00:28.452" v="3226" actId="478"/>
          <ac:spMkLst>
            <pc:docMk/>
            <pc:sldMk cId="321343016" sldId="2147481928"/>
            <ac:spMk id="8" creationId="{752562DB-421E-8E32-6B8A-73DF2001E253}"/>
          </ac:spMkLst>
        </pc:spChg>
        <pc:spChg chg="del">
          <ac:chgData name="Simon Thambi S" userId="03578a44-f3d8-4c09-b125-e5f3be6b71bb" providerId="ADAL" clId="{17B5B9A4-A3DB-4C0F-AB80-CEBE51C5C807}" dt="2026-02-06T08:00:28.452" v="3226" actId="478"/>
          <ac:spMkLst>
            <pc:docMk/>
            <pc:sldMk cId="321343016" sldId="2147481928"/>
            <ac:spMk id="9" creationId="{A49AB74A-FD68-CC64-F522-260E740ADBCF}"/>
          </ac:spMkLst>
        </pc:spChg>
        <pc:spChg chg="del">
          <ac:chgData name="Simon Thambi S" userId="03578a44-f3d8-4c09-b125-e5f3be6b71bb" providerId="ADAL" clId="{17B5B9A4-A3DB-4C0F-AB80-CEBE51C5C807}" dt="2026-02-06T08:00:28.452" v="3226" actId="478"/>
          <ac:spMkLst>
            <pc:docMk/>
            <pc:sldMk cId="321343016" sldId="2147481928"/>
            <ac:spMk id="10" creationId="{85F17ECB-394E-841D-CF05-4B593F819258}"/>
          </ac:spMkLst>
        </pc:spChg>
        <pc:spChg chg="del">
          <ac:chgData name="Simon Thambi S" userId="03578a44-f3d8-4c09-b125-e5f3be6b71bb" providerId="ADAL" clId="{17B5B9A4-A3DB-4C0F-AB80-CEBE51C5C807}" dt="2026-02-06T08:00:28.452" v="3226" actId="478"/>
          <ac:spMkLst>
            <pc:docMk/>
            <pc:sldMk cId="321343016" sldId="2147481928"/>
            <ac:spMk id="11" creationId="{543C6AD0-E1AB-4BBC-05C0-697C8046B5F2}"/>
          </ac:spMkLst>
        </pc:spChg>
        <pc:spChg chg="del">
          <ac:chgData name="Simon Thambi S" userId="03578a44-f3d8-4c09-b125-e5f3be6b71bb" providerId="ADAL" clId="{17B5B9A4-A3DB-4C0F-AB80-CEBE51C5C807}" dt="2026-02-06T08:00:28.452" v="3226" actId="478"/>
          <ac:spMkLst>
            <pc:docMk/>
            <pc:sldMk cId="321343016" sldId="2147481928"/>
            <ac:spMk id="12" creationId="{296BE014-0F86-AAED-B4A5-6367762F2AEF}"/>
          </ac:spMkLst>
        </pc:spChg>
        <pc:spChg chg="del">
          <ac:chgData name="Simon Thambi S" userId="03578a44-f3d8-4c09-b125-e5f3be6b71bb" providerId="ADAL" clId="{17B5B9A4-A3DB-4C0F-AB80-CEBE51C5C807}" dt="2026-02-06T08:00:28.452" v="3226" actId="478"/>
          <ac:spMkLst>
            <pc:docMk/>
            <pc:sldMk cId="321343016" sldId="2147481928"/>
            <ac:spMk id="25" creationId="{7BE39BB6-3E93-BE0C-45CC-B8C66F0EA058}"/>
          </ac:spMkLst>
        </pc:spChg>
        <pc:spChg chg="del">
          <ac:chgData name="Simon Thambi S" userId="03578a44-f3d8-4c09-b125-e5f3be6b71bb" providerId="ADAL" clId="{17B5B9A4-A3DB-4C0F-AB80-CEBE51C5C807}" dt="2026-02-06T08:00:28.452" v="3226" actId="478"/>
          <ac:spMkLst>
            <pc:docMk/>
            <pc:sldMk cId="321343016" sldId="2147481928"/>
            <ac:spMk id="26" creationId="{B4DE6AD6-68D2-88E4-16FC-EA99ED18E85F}"/>
          </ac:spMkLst>
        </pc:spChg>
        <pc:picChg chg="add mod">
          <ac:chgData name="Simon Thambi S" userId="03578a44-f3d8-4c09-b125-e5f3be6b71bb" providerId="ADAL" clId="{17B5B9A4-A3DB-4C0F-AB80-CEBE51C5C807}" dt="2026-02-06T08:01:11.583" v="3253" actId="1076"/>
          <ac:picMkLst>
            <pc:docMk/>
            <pc:sldMk cId="321343016" sldId="2147481928"/>
            <ac:picMk id="18" creationId="{FAC81975-B01A-A002-8FD7-BBF704076804}"/>
          </ac:picMkLst>
        </pc:picChg>
        <pc:picChg chg="add mod">
          <ac:chgData name="Simon Thambi S" userId="03578a44-f3d8-4c09-b125-e5f3be6b71bb" providerId="ADAL" clId="{17B5B9A4-A3DB-4C0F-AB80-CEBE51C5C807}" dt="2026-02-06T08:02:45.912" v="3273" actId="14100"/>
          <ac:picMkLst>
            <pc:docMk/>
            <pc:sldMk cId="321343016" sldId="2147481928"/>
            <ac:picMk id="20" creationId="{E5198148-22F0-B1BD-85D0-846EB4F948B3}"/>
          </ac:picMkLst>
        </pc:picChg>
        <pc:picChg chg="add del mod">
          <ac:chgData name="Simon Thambi S" userId="03578a44-f3d8-4c09-b125-e5f3be6b71bb" providerId="ADAL" clId="{17B5B9A4-A3DB-4C0F-AB80-CEBE51C5C807}" dt="2026-02-06T08:02:32.706" v="3270" actId="478"/>
          <ac:picMkLst>
            <pc:docMk/>
            <pc:sldMk cId="321343016" sldId="2147481928"/>
            <ac:picMk id="22" creationId="{2150276B-37B0-8C9B-933E-2873883C1427}"/>
          </ac:picMkLst>
        </pc:picChg>
        <pc:picChg chg="add mod">
          <ac:chgData name="Simon Thambi S" userId="03578a44-f3d8-4c09-b125-e5f3be6b71bb" providerId="ADAL" clId="{17B5B9A4-A3DB-4C0F-AB80-CEBE51C5C807}" dt="2026-02-06T08:02:11.147" v="3266" actId="1076"/>
          <ac:picMkLst>
            <pc:docMk/>
            <pc:sldMk cId="321343016" sldId="2147481928"/>
            <ac:picMk id="24" creationId="{C5B8A8D7-10F4-302F-BD8F-9D07015C4104}"/>
          </ac:picMkLst>
        </pc:picChg>
        <pc:picChg chg="add mod">
          <ac:chgData name="Simon Thambi S" userId="03578a44-f3d8-4c09-b125-e5f3be6b71bb" providerId="ADAL" clId="{17B5B9A4-A3DB-4C0F-AB80-CEBE51C5C807}" dt="2026-02-06T08:02:40.136" v="3272" actId="14100"/>
          <ac:picMkLst>
            <pc:docMk/>
            <pc:sldMk cId="321343016" sldId="2147481928"/>
            <ac:picMk id="28" creationId="{72CE3B24-6D5F-5580-949A-B123128FB6BF}"/>
          </ac:picMkLst>
        </pc:picChg>
        <pc:cxnChg chg="del">
          <ac:chgData name="Simon Thambi S" userId="03578a44-f3d8-4c09-b125-e5f3be6b71bb" providerId="ADAL" clId="{17B5B9A4-A3DB-4C0F-AB80-CEBE51C5C807}" dt="2026-02-06T08:00:25.323" v="3224" actId="478"/>
          <ac:cxnSpMkLst>
            <pc:docMk/>
            <pc:sldMk cId="321343016" sldId="2147481928"/>
            <ac:cxnSpMk id="14" creationId="{E353C828-7445-CA74-B2EF-D4F41239170C}"/>
          </ac:cxnSpMkLst>
        </pc:cxnChg>
        <pc:cxnChg chg="del mod">
          <ac:chgData name="Simon Thambi S" userId="03578a44-f3d8-4c09-b125-e5f3be6b71bb" providerId="ADAL" clId="{17B5B9A4-A3DB-4C0F-AB80-CEBE51C5C807}" dt="2026-02-06T08:00:28.452" v="3226" actId="478"/>
          <ac:cxnSpMkLst>
            <pc:docMk/>
            <pc:sldMk cId="321343016" sldId="2147481928"/>
            <ac:cxnSpMk id="15" creationId="{12623B7D-5572-E346-95E2-384577D74641}"/>
          </ac:cxnSpMkLst>
        </pc:cxnChg>
        <pc:cxnChg chg="del mod">
          <ac:chgData name="Simon Thambi S" userId="03578a44-f3d8-4c09-b125-e5f3be6b71bb" providerId="ADAL" clId="{17B5B9A4-A3DB-4C0F-AB80-CEBE51C5C807}" dt="2026-02-06T08:00:28.452" v="3226" actId="478"/>
          <ac:cxnSpMkLst>
            <pc:docMk/>
            <pc:sldMk cId="321343016" sldId="2147481928"/>
            <ac:cxnSpMk id="17" creationId="{F037AB8B-1009-82CA-C199-F245FF8CBF20}"/>
          </ac:cxnSpMkLst>
        </pc:cxnChg>
      </pc:sldChg>
    </pc:docChg>
  </pc:docChgLst>
  <pc:docChgLst>
    <pc:chgData name="Ravishankar Balasubramaniam" userId="8b79aca9-5af4-4d5f-ad18-e8d13dd77d1c" providerId="ADAL" clId="{D3050D76-6077-4DC5-B4CD-4FD608A38272}"/>
    <pc:docChg chg="undo custSel addSld delSld modSld delMainMaster modMainMaster">
      <pc:chgData name="Ravishankar Balasubramaniam" userId="8b79aca9-5af4-4d5f-ad18-e8d13dd77d1c" providerId="ADAL" clId="{D3050D76-6077-4DC5-B4CD-4FD608A38272}" dt="2026-02-05T05:18:01.795" v="456" actId="20577"/>
      <pc:docMkLst>
        <pc:docMk/>
      </pc:docMkLst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2117277233" sldId="301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401955248" sldId="302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577414812" sldId="304"/>
        </pc:sldMkLst>
      </pc:sldChg>
      <pc:sldChg chg="modSp mod">
        <pc:chgData name="Ravishankar Balasubramaniam" userId="8b79aca9-5af4-4d5f-ad18-e8d13dd77d1c" providerId="ADAL" clId="{D3050D76-6077-4DC5-B4CD-4FD608A38272}" dt="2026-02-05T04:33:12.633" v="82" actId="20577"/>
        <pc:sldMkLst>
          <pc:docMk/>
          <pc:sldMk cId="572474868" sldId="2142532992"/>
        </pc:sldMkLst>
        <pc:spChg chg="mod">
          <ac:chgData name="Ravishankar Balasubramaniam" userId="8b79aca9-5af4-4d5f-ad18-e8d13dd77d1c" providerId="ADAL" clId="{D3050D76-6077-4DC5-B4CD-4FD608A38272}" dt="2026-02-05T04:33:12.633" v="82" actId="20577"/>
          <ac:spMkLst>
            <pc:docMk/>
            <pc:sldMk cId="572474868" sldId="2142532992"/>
            <ac:spMk id="3" creationId="{CA92460C-D9DB-8B6E-76FF-8E863D7F7F5B}"/>
          </ac:spMkLst>
        </pc:spChg>
        <pc:spChg chg="mod">
          <ac:chgData name="Ravishankar Balasubramaniam" userId="8b79aca9-5af4-4d5f-ad18-e8d13dd77d1c" providerId="ADAL" clId="{D3050D76-6077-4DC5-B4CD-4FD608A38272}" dt="2026-02-05T04:31:45.264" v="6" actId="20577"/>
          <ac:spMkLst>
            <pc:docMk/>
            <pc:sldMk cId="572474868" sldId="2142532992"/>
            <ac:spMk id="5" creationId="{A0E72750-D516-A950-0CDF-048F0A1819D5}"/>
          </ac:spMkLst>
        </pc:spChg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410624332" sldId="2142532993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1241175508" sldId="2142533000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642968724" sldId="2142533001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1887641226" sldId="2142533012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1789757815" sldId="2142533105"/>
        </pc:sldMkLst>
      </pc:sldChg>
      <pc:sldChg chg="del">
        <pc:chgData name="Ravishankar Balasubramaniam" userId="8b79aca9-5af4-4d5f-ad18-e8d13dd77d1c" providerId="ADAL" clId="{D3050D76-6077-4DC5-B4CD-4FD608A38272}" dt="2026-02-05T05:16:56.685" v="446" actId="47"/>
        <pc:sldMkLst>
          <pc:docMk/>
          <pc:sldMk cId="3050241214" sldId="2147349311"/>
        </pc:sldMkLst>
      </pc:sldChg>
      <pc:sldChg chg="addSp delSp modSp del">
        <pc:chgData name="Ravishankar Balasubramaniam" userId="8b79aca9-5af4-4d5f-ad18-e8d13dd77d1c" providerId="ADAL" clId="{D3050D76-6077-4DC5-B4CD-4FD608A38272}" dt="2026-02-05T05:16:28.581" v="443" actId="47"/>
        <pc:sldMkLst>
          <pc:docMk/>
          <pc:sldMk cId="1451282223" sldId="2147375663"/>
        </pc:sldMkLst>
        <pc:spChg chg="mod">
          <ac:chgData name="Ravishankar Balasubramaniam" userId="8b79aca9-5af4-4d5f-ad18-e8d13dd77d1c" providerId="ADAL" clId="{D3050D76-6077-4DC5-B4CD-4FD608A38272}" dt="2026-02-05T05:15:00.790" v="433"/>
          <ac:spMkLst>
            <pc:docMk/>
            <pc:sldMk cId="1451282223" sldId="2147375663"/>
            <ac:spMk id="4" creationId="{7ECB8407-812D-D6BB-DA42-C1DF79B6BD5B}"/>
          </ac:spMkLst>
        </pc:spChg>
        <pc:spChg chg="del">
          <ac:chgData name="Ravishankar Balasubramaniam" userId="8b79aca9-5af4-4d5f-ad18-e8d13dd77d1c" providerId="ADAL" clId="{D3050D76-6077-4DC5-B4CD-4FD608A38272}" dt="2026-02-05T05:16:09.675" v="438" actId="21"/>
          <ac:spMkLst>
            <pc:docMk/>
            <pc:sldMk cId="1451282223" sldId="2147375663"/>
            <ac:spMk id="7" creationId="{E244E342-84BD-12AA-57F2-D957BCF110F8}"/>
          </ac:spMkLst>
        </pc:spChg>
        <pc:spChg chg="del">
          <ac:chgData name="Ravishankar Balasubramaniam" userId="8b79aca9-5af4-4d5f-ad18-e8d13dd77d1c" providerId="ADAL" clId="{D3050D76-6077-4DC5-B4CD-4FD608A38272}" dt="2026-02-05T05:16:09.675" v="438" actId="21"/>
          <ac:spMkLst>
            <pc:docMk/>
            <pc:sldMk cId="1451282223" sldId="2147375663"/>
            <ac:spMk id="8" creationId="{3922068B-2F8F-AFD5-CD74-CC298E8C60C1}"/>
          </ac:spMkLst>
        </pc:spChg>
        <pc:spChg chg="mod">
          <ac:chgData name="Ravishankar Balasubramaniam" userId="8b79aca9-5af4-4d5f-ad18-e8d13dd77d1c" providerId="ADAL" clId="{D3050D76-6077-4DC5-B4CD-4FD608A38272}" dt="2026-02-05T05:15:00.790" v="433"/>
          <ac:spMkLst>
            <pc:docMk/>
            <pc:sldMk cId="1451282223" sldId="2147375663"/>
            <ac:spMk id="21" creationId="{7CAD8354-0E34-37A3-28D6-836839575331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28" creationId="{B8712A8B-4130-2899-F342-E88DB7DF5DDD}"/>
          </ac:spMkLst>
        </pc:spChg>
        <pc:spChg chg="del">
          <ac:chgData name="Ravishankar Balasubramaniam" userId="8b79aca9-5af4-4d5f-ad18-e8d13dd77d1c" providerId="ADAL" clId="{D3050D76-6077-4DC5-B4CD-4FD608A38272}" dt="2026-02-05T05:16:09.675" v="438" actId="21"/>
          <ac:spMkLst>
            <pc:docMk/>
            <pc:sldMk cId="1451282223" sldId="2147375663"/>
            <ac:spMk id="30" creationId="{6A09892E-33F5-97C6-C324-885970620D74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36" creationId="{C4791EEE-9F79-193F-C147-491DCA458C38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81" creationId="{5BB7F0EE-965A-C60E-5574-9FA23045AD22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87" creationId="{4BA341D9-BEAE-AC50-F9E1-CC6C9556EAC4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88" creationId="{AD79FC02-ED76-7C0B-DEC4-BD1C824C88F7}"/>
          </ac:spMkLst>
        </pc:spChg>
        <pc:spChg chg="del">
          <ac:chgData name="Ravishankar Balasubramaniam" userId="8b79aca9-5af4-4d5f-ad18-e8d13dd77d1c" providerId="ADAL" clId="{D3050D76-6077-4DC5-B4CD-4FD608A38272}" dt="2026-02-05T05:16:09.675" v="438" actId="21"/>
          <ac:spMkLst>
            <pc:docMk/>
            <pc:sldMk cId="1451282223" sldId="2147375663"/>
            <ac:spMk id="90" creationId="{D4AD9644-750B-62B1-2C34-29736D2F48F8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91" creationId="{84853893-BA22-6397-014C-8BFFAA45250F}"/>
          </ac:spMkLst>
        </pc:spChg>
        <pc:spChg chg="del">
          <ac:chgData name="Ravishankar Balasubramaniam" userId="8b79aca9-5af4-4d5f-ad18-e8d13dd77d1c" providerId="ADAL" clId="{D3050D76-6077-4DC5-B4CD-4FD608A38272}" dt="2026-02-05T05:16:09.675" v="438" actId="21"/>
          <ac:spMkLst>
            <pc:docMk/>
            <pc:sldMk cId="1451282223" sldId="2147375663"/>
            <ac:spMk id="92" creationId="{86A66298-53BC-47B9-483C-591C4B4155DA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93" creationId="{2A5B8FFC-E27C-2BD0-63BB-7909F45E7AB0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95" creationId="{F5E2D5A2-A9D4-013B-F5CD-F6B4E61CED5E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97" creationId="{8C4A30A0-54CD-58D0-B299-F7F758BC5358}"/>
          </ac:spMkLst>
        </pc:spChg>
        <pc:spChg chg="add del">
          <ac:chgData name="Ravishankar Balasubramaniam" userId="8b79aca9-5af4-4d5f-ad18-e8d13dd77d1c" providerId="ADAL" clId="{D3050D76-6077-4DC5-B4CD-4FD608A38272}" dt="2026-02-05T05:16:16.618" v="440" actId="21"/>
          <ac:spMkLst>
            <pc:docMk/>
            <pc:sldMk cId="1451282223" sldId="2147375663"/>
            <ac:spMk id="98" creationId="{A1ABC71D-501A-9D1C-8C45-6AFCE8C77F1F}"/>
          </ac:spMkLst>
        </pc:spChg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962238914" sldId="2147478525"/>
        </pc:sldMkLst>
      </pc:sldChg>
      <pc:sldChg chg="modSp mod">
        <pc:chgData name="Ravishankar Balasubramaniam" userId="8b79aca9-5af4-4d5f-ad18-e8d13dd77d1c" providerId="ADAL" clId="{D3050D76-6077-4DC5-B4CD-4FD608A38272}" dt="2026-02-05T05:18:01.795" v="456" actId="20577"/>
        <pc:sldMkLst>
          <pc:docMk/>
          <pc:sldMk cId="696622967" sldId="2147480675"/>
        </pc:sldMkLst>
        <pc:spChg chg="mod">
          <ac:chgData name="Ravishankar Balasubramaniam" userId="8b79aca9-5af4-4d5f-ad18-e8d13dd77d1c" providerId="ADAL" clId="{D3050D76-6077-4DC5-B4CD-4FD608A38272}" dt="2026-02-05T05:18:01.795" v="456" actId="20577"/>
          <ac:spMkLst>
            <pc:docMk/>
            <pc:sldMk cId="696622967" sldId="2147480675"/>
            <ac:spMk id="2" creationId="{68737E8C-7601-EEA0-3518-8672E6C20BF8}"/>
          </ac:spMkLst>
        </pc:spChg>
        <pc:graphicFrameChg chg="modGraphic">
          <ac:chgData name="Ravishankar Balasubramaniam" userId="8b79aca9-5af4-4d5f-ad18-e8d13dd77d1c" providerId="ADAL" clId="{D3050D76-6077-4DC5-B4CD-4FD608A38272}" dt="2026-02-05T05:12:14.914" v="419" actId="20577"/>
          <ac:graphicFrameMkLst>
            <pc:docMk/>
            <pc:sldMk cId="696622967" sldId="2147480675"/>
            <ac:graphicFrameMk id="3" creationId="{BAB092BC-9CEA-98A6-C531-D07A84AFB48A}"/>
          </ac:graphicFrameMkLst>
        </pc:graphicFrameChg>
      </pc:sldChg>
      <pc:sldChg chg="addSp delSp modSp new mod">
        <pc:chgData name="Ravishankar Balasubramaniam" userId="8b79aca9-5af4-4d5f-ad18-e8d13dd77d1c" providerId="ADAL" clId="{D3050D76-6077-4DC5-B4CD-4FD608A38272}" dt="2026-02-05T05:16:22.344" v="442"/>
        <pc:sldMkLst>
          <pc:docMk/>
          <pc:sldMk cId="714715927" sldId="2147481912"/>
        </pc:sldMkLst>
        <pc:spChg chg="del">
          <ac:chgData name="Ravishankar Balasubramaniam" userId="8b79aca9-5af4-4d5f-ad18-e8d13dd77d1c" providerId="ADAL" clId="{D3050D76-6077-4DC5-B4CD-4FD608A38272}" dt="2026-02-05T05:16:21.156" v="441" actId="478"/>
          <ac:spMkLst>
            <pc:docMk/>
            <pc:sldMk cId="714715927" sldId="2147481912"/>
            <ac:spMk id="2" creationId="{F3816FCB-7A6B-E7B6-63EF-E1C85B1FB391}"/>
          </ac:spMkLst>
        </pc:spChg>
        <pc:spChg chg="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13" creationId="{2EACC52C-45AC-B2DD-5365-6637BECEE890}"/>
          </ac:spMkLst>
        </pc:spChg>
        <pc:spChg chg="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18" creationId="{1EB4A902-5701-694B-998A-B9A70EE925B3}"/>
          </ac:spMkLst>
        </pc:spChg>
        <pc:spChg chg="add 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30" creationId="{6A09892E-33F5-97C6-C324-885970620D74}"/>
          </ac:spMkLst>
        </pc:spChg>
        <pc:spChg chg="add 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36" creationId="{C4791EEE-9F79-193F-C147-491DCA458C38}"/>
          </ac:spMkLst>
        </pc:spChg>
        <pc:spChg chg="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50" creationId="{BFDB61AE-4D70-A336-68A3-7105A7526F8A}"/>
          </ac:spMkLst>
        </pc:spChg>
        <pc:spChg chg="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62" creationId="{3E53666A-268A-C667-88B5-FE1BAC117396}"/>
          </ac:spMkLst>
        </pc:spChg>
        <pc:spChg chg="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63" creationId="{F42B5DC1-9B49-1244-C853-AAB41729C82E}"/>
          </ac:spMkLst>
        </pc:spChg>
        <pc:spChg chg="add 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89" creationId="{8E10B352-48D6-D4D7-9CE1-317BDB62DEF4}"/>
          </ac:spMkLst>
        </pc:spChg>
        <pc:spChg chg="add 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96" creationId="{E3DC03D2-8D3E-1E91-818E-8D1228400352}"/>
          </ac:spMkLst>
        </pc:spChg>
        <pc:spChg chg="add mod">
          <ac:chgData name="Ravishankar Balasubramaniam" userId="8b79aca9-5af4-4d5f-ad18-e8d13dd77d1c" providerId="ADAL" clId="{D3050D76-6077-4DC5-B4CD-4FD608A38272}" dt="2026-02-05T05:16:22.344" v="442"/>
          <ac:spMkLst>
            <pc:docMk/>
            <pc:sldMk cId="714715927" sldId="2147481912"/>
            <ac:spMk id="97" creationId="{8C4A30A0-54CD-58D0-B299-F7F758BC5358}"/>
          </ac:spMkLst>
        </pc:spChg>
      </pc:sldChg>
      <pc:sldChg chg="new del">
        <pc:chgData name="Ravishankar Balasubramaniam" userId="8b79aca9-5af4-4d5f-ad18-e8d13dd77d1c" providerId="ADAL" clId="{D3050D76-6077-4DC5-B4CD-4FD608A38272}" dt="2026-02-05T05:13:49.882" v="425" actId="680"/>
        <pc:sldMkLst>
          <pc:docMk/>
          <pc:sldMk cId="3241999481" sldId="2147481912"/>
        </pc:sldMkLst>
      </pc:sldChg>
      <pc:sldChg chg="modSp new">
        <pc:chgData name="Ravishankar Balasubramaniam" userId="8b79aca9-5af4-4d5f-ad18-e8d13dd77d1c" providerId="ADAL" clId="{D3050D76-6077-4DC5-B4CD-4FD608A38272}" dt="2026-02-05T05:16:45.442" v="445"/>
        <pc:sldMkLst>
          <pc:docMk/>
          <pc:sldMk cId="2244131834" sldId="2147481913"/>
        </pc:sldMkLst>
        <pc:spChg chg="mod">
          <ac:chgData name="Ravishankar Balasubramaniam" userId="8b79aca9-5af4-4d5f-ad18-e8d13dd77d1c" providerId="ADAL" clId="{D3050D76-6077-4DC5-B4CD-4FD608A38272}" dt="2026-02-05T05:16:45.442" v="445"/>
          <ac:spMkLst>
            <pc:docMk/>
            <pc:sldMk cId="2244131834" sldId="2147481913"/>
            <ac:spMk id="2" creationId="{F617B3CB-718A-F671-5D5E-8A48D30668B8}"/>
          </ac:spMkLst>
        </pc:spChg>
      </pc:sldChg>
      <pc:sldChg chg="new del">
        <pc:chgData name="Ravishankar Balasubramaniam" userId="8b79aca9-5af4-4d5f-ad18-e8d13dd77d1c" providerId="ADAL" clId="{D3050D76-6077-4DC5-B4CD-4FD608A38272}" dt="2026-02-05T05:17:55.250" v="452" actId="680"/>
        <pc:sldMkLst>
          <pc:docMk/>
          <pc:sldMk cId="3138771179" sldId="2147481914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1433541504" sldId="2147481934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3242406970" sldId="2147481937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3505086348" sldId="2147481943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2220769932" sldId="2147481945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2609741511" sldId="2147481946"/>
        </pc:sldMkLst>
      </pc:sldChg>
      <pc:sldChg chg="del">
        <pc:chgData name="Ravishankar Balasubramaniam" userId="8b79aca9-5af4-4d5f-ad18-e8d13dd77d1c" providerId="ADAL" clId="{D3050D76-6077-4DC5-B4CD-4FD608A38272}" dt="2026-02-05T05:11:53.492" v="394" actId="47"/>
        <pc:sldMkLst>
          <pc:docMk/>
          <pc:sldMk cId="3653307578" sldId="2147481947"/>
        </pc:sldMkLst>
      </pc:sldChg>
      <pc:sldMasterChg chg="modSp mod delSldLayout modSldLayout">
        <pc:chgData name="Ravishankar Balasubramaniam" userId="8b79aca9-5af4-4d5f-ad18-e8d13dd77d1c" providerId="ADAL" clId="{D3050D76-6077-4DC5-B4CD-4FD608A38272}" dt="2026-02-05T05:15:28.808" v="436" actId="20577"/>
        <pc:sldMasterMkLst>
          <pc:docMk/>
          <pc:sldMasterMk cId="2109098090" sldId="2147483886"/>
        </pc:sldMasterMkLst>
        <pc:spChg chg="mod">
          <ac:chgData name="Ravishankar Balasubramaniam" userId="8b79aca9-5af4-4d5f-ad18-e8d13dd77d1c" providerId="ADAL" clId="{D3050D76-6077-4DC5-B4CD-4FD608A38272}" dt="2026-02-05T05:13:08.994" v="423" actId="20577"/>
          <ac:spMkLst>
            <pc:docMk/>
            <pc:sldMasterMk cId="2109098090" sldId="2147483886"/>
            <ac:spMk id="5" creationId="{304D14DC-BF94-9E10-B09A-E89A386DEB11}"/>
          </ac:spMkLst>
        </pc:spChg>
        <pc:sldLayoutChg chg="modSp mod">
          <pc:chgData name="Ravishankar Balasubramaniam" userId="8b79aca9-5af4-4d5f-ad18-e8d13dd77d1c" providerId="ADAL" clId="{D3050D76-6077-4DC5-B4CD-4FD608A38272}" dt="2026-02-05T05:15:28.808" v="436" actId="20577"/>
          <pc:sldLayoutMkLst>
            <pc:docMk/>
            <pc:sldMasterMk cId="2109098090" sldId="2147483886"/>
            <pc:sldLayoutMk cId="48314057" sldId="2147483892"/>
          </pc:sldLayoutMkLst>
          <pc:spChg chg="mod">
            <ac:chgData name="Ravishankar Balasubramaniam" userId="8b79aca9-5af4-4d5f-ad18-e8d13dd77d1c" providerId="ADAL" clId="{D3050D76-6077-4DC5-B4CD-4FD608A38272}" dt="2026-02-05T05:15:28.808" v="436" actId="20577"/>
            <ac:spMkLst>
              <pc:docMk/>
              <pc:sldMasterMk cId="2109098090" sldId="2147483886"/>
              <pc:sldLayoutMk cId="48314057" sldId="2147483892"/>
              <ac:spMk id="4" creationId="{F727FC30-A017-62AC-416F-FE4B67D8E730}"/>
            </ac:spMkLst>
          </pc:spChg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2109098090" sldId="2147483886"/>
            <pc:sldLayoutMk cId="1259675900" sldId="2147484164"/>
          </pc:sldLayoutMkLst>
        </pc:sldLayoutChg>
      </pc:sldMasterChg>
      <pc:sldMasterChg chg="modSp mod">
        <pc:chgData name="Ravishankar Balasubramaniam" userId="8b79aca9-5af4-4d5f-ad18-e8d13dd77d1c" providerId="ADAL" clId="{D3050D76-6077-4DC5-B4CD-4FD608A38272}" dt="2026-02-05T05:17:35.275" v="450" actId="20577"/>
        <pc:sldMasterMkLst>
          <pc:docMk/>
          <pc:sldMasterMk cId="798161704" sldId="2147484138"/>
        </pc:sldMasterMkLst>
        <pc:spChg chg="mod">
          <ac:chgData name="Ravishankar Balasubramaniam" userId="8b79aca9-5af4-4d5f-ad18-e8d13dd77d1c" providerId="ADAL" clId="{D3050D76-6077-4DC5-B4CD-4FD608A38272}" dt="2026-02-05T05:17:35.275" v="450" actId="20577"/>
          <ac:spMkLst>
            <pc:docMk/>
            <pc:sldMasterMk cId="798161704" sldId="2147484138"/>
            <ac:spMk id="26" creationId="{6AC0F397-9BF6-4594-946F-74C8A8FA0175}"/>
          </ac:spMkLst>
        </pc:spChg>
      </pc:sldMasterChg>
      <pc:sldMasterChg chg="del">
        <pc:chgData name="Ravishankar Balasubramaniam" userId="8b79aca9-5af4-4d5f-ad18-e8d13dd77d1c" providerId="ADAL" clId="{D3050D76-6077-4DC5-B4CD-4FD608A38272}" dt="2026-02-05T05:14:49.921" v="429" actId="2696"/>
        <pc:sldMasterMkLst>
          <pc:docMk/>
          <pc:sldMasterMk cId="2670815840" sldId="2147484165"/>
        </pc:sldMasterMkLst>
      </pc:sldMasterChg>
      <pc:sldMasterChg chg="modSp del mod">
        <pc:chgData name="Ravishankar Balasubramaniam" userId="8b79aca9-5af4-4d5f-ad18-e8d13dd77d1c" providerId="ADAL" clId="{D3050D76-6077-4DC5-B4CD-4FD608A38272}" dt="2026-02-05T05:14:59.809" v="430" actId="2696"/>
        <pc:sldMasterMkLst>
          <pc:docMk/>
          <pc:sldMasterMk cId="1279141822" sldId="2147484173"/>
        </pc:sldMasterMkLst>
        <pc:spChg chg="mod">
          <ac:chgData name="Ravishankar Balasubramaniam" userId="8b79aca9-5af4-4d5f-ad18-e8d13dd77d1c" providerId="ADAL" clId="{D3050D76-6077-4DC5-B4CD-4FD608A38272}" dt="2026-02-05T05:14:27.923" v="428" actId="20577"/>
          <ac:spMkLst>
            <pc:docMk/>
            <pc:sldMasterMk cId="1279141822" sldId="2147484173"/>
            <ac:spMk id="26" creationId="{6AC0F397-9BF6-4594-946F-74C8A8FA0175}"/>
          </ac:spMkLst>
        </pc:spChg>
      </pc:sldMasterChg>
      <pc:sldMasterChg chg="del">
        <pc:chgData name="Ravishankar Balasubramaniam" userId="8b79aca9-5af4-4d5f-ad18-e8d13dd77d1c" providerId="ADAL" clId="{D3050D76-6077-4DC5-B4CD-4FD608A38272}" dt="2026-02-05T05:15:00.174" v="431" actId="2696"/>
        <pc:sldMasterMkLst>
          <pc:docMk/>
          <pc:sldMasterMk cId="3511717977" sldId="2147484181"/>
        </pc:sldMasterMkLst>
      </pc:sldMasterChg>
      <pc:sldMasterChg chg="del">
        <pc:chgData name="Ravishankar Balasubramaniam" userId="8b79aca9-5af4-4d5f-ad18-e8d13dd77d1c" providerId="ADAL" clId="{D3050D76-6077-4DC5-B4CD-4FD608A38272}" dt="2026-02-05T05:15:00.413" v="432" actId="2696"/>
        <pc:sldMasterMkLst>
          <pc:docMk/>
          <pc:sldMasterMk cId="2970272784" sldId="2147484190"/>
        </pc:sldMasterMkLst>
      </pc:sldMasterChg>
      <pc:sldMasterChg chg="del delSldLayout">
        <pc:chgData name="Ravishankar Balasubramaniam" userId="8b79aca9-5af4-4d5f-ad18-e8d13dd77d1c" providerId="ADAL" clId="{D3050D76-6077-4DC5-B4CD-4FD608A38272}" dt="2026-02-05T05:11:53.492" v="394" actId="47"/>
        <pc:sldMasterMkLst>
          <pc:docMk/>
          <pc:sldMasterMk cId="193291407" sldId="2147484198"/>
        </pc:sldMasterMkLst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1800159603" sldId="2147484199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627256914" sldId="2147484200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75675757" sldId="2147484201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1718958457" sldId="2147484202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3909921796" sldId="2147484203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78309166" sldId="2147484204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2003847199" sldId="2147484205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956839143" sldId="2147484206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2314034723" sldId="2147484207"/>
          </pc:sldLayoutMkLst>
        </pc:sldLayoutChg>
        <pc:sldLayoutChg chg="del">
          <pc:chgData name="Ravishankar Balasubramaniam" userId="8b79aca9-5af4-4d5f-ad18-e8d13dd77d1c" providerId="ADAL" clId="{D3050D76-6077-4DC5-B4CD-4FD608A38272}" dt="2026-02-05T05:11:53.492" v="394" actId="47"/>
          <pc:sldLayoutMkLst>
            <pc:docMk/>
            <pc:sldMasterMk cId="193291407" sldId="2147484198"/>
            <pc:sldLayoutMk cId="2985413820" sldId="2147484208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3BA408-307D-403C-B63E-77C908A1091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7018443A-F787-4445-974B-150AC6B69BCF}">
      <dgm:prSet phldrT="[Text]" phldr="0"/>
      <dgm:spPr/>
      <dgm:t>
        <a:bodyPr/>
        <a:lstStyle/>
        <a:p>
          <a:r>
            <a:rPr lang="en-GB"/>
            <a:t>PDF Upload</a:t>
          </a:r>
          <a:endParaRPr lang="en-SG"/>
        </a:p>
      </dgm:t>
    </dgm:pt>
    <dgm:pt modelId="{1AC4BB24-35EF-4463-B75F-D574E5534146}" type="parTrans" cxnId="{24DC74C5-9D6F-4F4B-AF09-F368F5401988}">
      <dgm:prSet/>
      <dgm:spPr/>
      <dgm:t>
        <a:bodyPr/>
        <a:lstStyle/>
        <a:p>
          <a:endParaRPr lang="en-SG"/>
        </a:p>
      </dgm:t>
    </dgm:pt>
    <dgm:pt modelId="{4FAD76B1-D0C7-44D1-86E8-3C73CB39D7D4}" type="sibTrans" cxnId="{24DC74C5-9D6F-4F4B-AF09-F368F5401988}">
      <dgm:prSet/>
      <dgm:spPr/>
      <dgm:t>
        <a:bodyPr/>
        <a:lstStyle/>
        <a:p>
          <a:endParaRPr lang="en-SG"/>
        </a:p>
      </dgm:t>
    </dgm:pt>
    <dgm:pt modelId="{706333E4-82D2-43A5-8F9D-E3A0534A7582}">
      <dgm:prSet phldrT="[Text]" phldr="0"/>
      <dgm:spPr/>
      <dgm:t>
        <a:bodyPr/>
        <a:lstStyle/>
        <a:p>
          <a:r>
            <a:rPr lang="en-GB"/>
            <a:t>Parse</a:t>
          </a:r>
          <a:endParaRPr lang="en-SG"/>
        </a:p>
      </dgm:t>
    </dgm:pt>
    <dgm:pt modelId="{55BDCCB4-8157-4D7B-9B3B-FFF00931DB8D}" type="parTrans" cxnId="{BDC06558-779F-4FFF-95D7-15451606E0D3}">
      <dgm:prSet/>
      <dgm:spPr/>
      <dgm:t>
        <a:bodyPr/>
        <a:lstStyle/>
        <a:p>
          <a:endParaRPr lang="en-SG"/>
        </a:p>
      </dgm:t>
    </dgm:pt>
    <dgm:pt modelId="{6CA71FC9-81E0-4767-B756-D2B5FC3F5383}" type="sibTrans" cxnId="{BDC06558-779F-4FFF-95D7-15451606E0D3}">
      <dgm:prSet/>
      <dgm:spPr/>
      <dgm:t>
        <a:bodyPr/>
        <a:lstStyle/>
        <a:p>
          <a:endParaRPr lang="en-SG"/>
        </a:p>
      </dgm:t>
    </dgm:pt>
    <dgm:pt modelId="{4115D7F9-3356-4F10-81F8-B1C510200B07}">
      <dgm:prSet phldrT="[Text]" phldr="0"/>
      <dgm:spPr/>
      <dgm:t>
        <a:bodyPr/>
        <a:lstStyle/>
        <a:p>
          <a:r>
            <a:rPr lang="en-GB"/>
            <a:t>Chunk</a:t>
          </a:r>
          <a:endParaRPr lang="en-SG"/>
        </a:p>
      </dgm:t>
    </dgm:pt>
    <dgm:pt modelId="{AC3178D7-3DA5-472E-8A47-A0FE70799B19}" type="parTrans" cxnId="{23D62E97-79B7-4583-A758-F9449CC5F9CF}">
      <dgm:prSet/>
      <dgm:spPr/>
      <dgm:t>
        <a:bodyPr/>
        <a:lstStyle/>
        <a:p>
          <a:endParaRPr lang="en-SG"/>
        </a:p>
      </dgm:t>
    </dgm:pt>
    <dgm:pt modelId="{6CB02A7D-5485-4D0E-82E5-4B3CD7FFFEAC}" type="sibTrans" cxnId="{23D62E97-79B7-4583-A758-F9449CC5F9CF}">
      <dgm:prSet/>
      <dgm:spPr/>
      <dgm:t>
        <a:bodyPr/>
        <a:lstStyle/>
        <a:p>
          <a:endParaRPr lang="en-SG"/>
        </a:p>
      </dgm:t>
    </dgm:pt>
    <dgm:pt modelId="{FB012A34-DBF7-4CE0-8353-4A6779547FD6}">
      <dgm:prSet phldrT="[Text]" phldr="0"/>
      <dgm:spPr/>
      <dgm:t>
        <a:bodyPr/>
        <a:lstStyle/>
        <a:p>
          <a:r>
            <a:rPr lang="en-GB"/>
            <a:t>Embed</a:t>
          </a:r>
          <a:endParaRPr lang="en-SG"/>
        </a:p>
      </dgm:t>
    </dgm:pt>
    <dgm:pt modelId="{8E140A16-769A-4287-A654-90C8E384A52E}" type="parTrans" cxnId="{98DB8C6A-2E24-41F1-B6EB-A91849F307B8}">
      <dgm:prSet/>
      <dgm:spPr/>
      <dgm:t>
        <a:bodyPr/>
        <a:lstStyle/>
        <a:p>
          <a:endParaRPr lang="en-SG"/>
        </a:p>
      </dgm:t>
    </dgm:pt>
    <dgm:pt modelId="{273FFA11-B542-4C7B-8B90-AFFCE5510291}" type="sibTrans" cxnId="{98DB8C6A-2E24-41F1-B6EB-A91849F307B8}">
      <dgm:prSet/>
      <dgm:spPr/>
      <dgm:t>
        <a:bodyPr/>
        <a:lstStyle/>
        <a:p>
          <a:endParaRPr lang="en-SG"/>
        </a:p>
      </dgm:t>
    </dgm:pt>
    <dgm:pt modelId="{1D42A4CD-409B-4643-AE9D-CE82D5DAB3D2}">
      <dgm:prSet phldrT="[Text]" phldr="0"/>
      <dgm:spPr/>
      <dgm:t>
        <a:bodyPr/>
        <a:lstStyle/>
        <a:p>
          <a:r>
            <a:rPr lang="en-GB"/>
            <a:t>Store in </a:t>
          </a:r>
          <a:r>
            <a:rPr lang="en-GB" err="1"/>
            <a:t>ChromaDB</a:t>
          </a:r>
          <a:endParaRPr lang="en-SG"/>
        </a:p>
      </dgm:t>
    </dgm:pt>
    <dgm:pt modelId="{3AC8D4B6-6238-4269-BCCC-613ABE35FDFB}" type="parTrans" cxnId="{02B00872-BE69-4418-9329-F43C747F9E74}">
      <dgm:prSet/>
      <dgm:spPr/>
      <dgm:t>
        <a:bodyPr/>
        <a:lstStyle/>
        <a:p>
          <a:endParaRPr lang="en-SG"/>
        </a:p>
      </dgm:t>
    </dgm:pt>
    <dgm:pt modelId="{200888FE-31E5-4532-B614-EE13D1315E4D}" type="sibTrans" cxnId="{02B00872-BE69-4418-9329-F43C747F9E74}">
      <dgm:prSet/>
      <dgm:spPr/>
      <dgm:t>
        <a:bodyPr/>
        <a:lstStyle/>
        <a:p>
          <a:endParaRPr lang="en-SG"/>
        </a:p>
      </dgm:t>
    </dgm:pt>
    <dgm:pt modelId="{9DFC1A85-F350-4270-B4F3-FEE7ADC1F178}" type="pres">
      <dgm:prSet presAssocID="{4B3BA408-307D-403C-B63E-77C908A1091E}" presName="Name0" presStyleCnt="0">
        <dgm:presLayoutVars>
          <dgm:dir/>
          <dgm:animLvl val="lvl"/>
          <dgm:resizeHandles val="exact"/>
        </dgm:presLayoutVars>
      </dgm:prSet>
      <dgm:spPr/>
    </dgm:pt>
    <dgm:pt modelId="{C0BF88B8-E44C-44F6-AA99-3C9D8100FD85}" type="pres">
      <dgm:prSet presAssocID="{7018443A-F787-4445-974B-150AC6B69BC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C5B9B1F8-F90B-4951-9541-807247EDBAD5}" type="pres">
      <dgm:prSet presAssocID="{4FAD76B1-D0C7-44D1-86E8-3C73CB39D7D4}" presName="parTxOnlySpace" presStyleCnt="0"/>
      <dgm:spPr/>
    </dgm:pt>
    <dgm:pt modelId="{C6A86BB9-4A9C-42F2-B7F9-39D1AAF251E9}" type="pres">
      <dgm:prSet presAssocID="{706333E4-82D2-43A5-8F9D-E3A0534A7582}" presName="parTxOnly" presStyleLbl="node1" presStyleIdx="1" presStyleCnt="5" custLinFactNeighborY="-3557">
        <dgm:presLayoutVars>
          <dgm:chMax val="0"/>
          <dgm:chPref val="0"/>
          <dgm:bulletEnabled val="1"/>
        </dgm:presLayoutVars>
      </dgm:prSet>
      <dgm:spPr/>
    </dgm:pt>
    <dgm:pt modelId="{B2E26B91-106E-4FEE-B3C4-578BF01C7DF2}" type="pres">
      <dgm:prSet presAssocID="{6CA71FC9-81E0-4767-B756-D2B5FC3F5383}" presName="parTxOnlySpace" presStyleCnt="0"/>
      <dgm:spPr/>
    </dgm:pt>
    <dgm:pt modelId="{21F7E92B-7F2F-4D75-B260-9C2BD470DBBE}" type="pres">
      <dgm:prSet presAssocID="{4115D7F9-3356-4F10-81F8-B1C510200B0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5631B02-9465-460A-96B1-90E4AE460272}" type="pres">
      <dgm:prSet presAssocID="{6CB02A7D-5485-4D0E-82E5-4B3CD7FFFEAC}" presName="parTxOnlySpace" presStyleCnt="0"/>
      <dgm:spPr/>
    </dgm:pt>
    <dgm:pt modelId="{5677AE70-AC70-4303-91E0-F6E03A5AFB99}" type="pres">
      <dgm:prSet presAssocID="{FB012A34-DBF7-4CE0-8353-4A6779547FD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4041A26-4A52-43A6-BCFE-46C4E0439844}" type="pres">
      <dgm:prSet presAssocID="{273FFA11-B542-4C7B-8B90-AFFCE5510291}" presName="parTxOnlySpace" presStyleCnt="0"/>
      <dgm:spPr/>
    </dgm:pt>
    <dgm:pt modelId="{FAEC971A-2CB2-4E83-ABB4-ED5CA9B972F9}" type="pres">
      <dgm:prSet presAssocID="{1D42A4CD-409B-4643-AE9D-CE82D5DAB3D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224D80C-AE79-4096-8E22-D01F40D9AD6B}" type="presOf" srcId="{4B3BA408-307D-403C-B63E-77C908A1091E}" destId="{9DFC1A85-F350-4270-B4F3-FEE7ADC1F178}" srcOrd="0" destOrd="0" presId="urn:microsoft.com/office/officeart/2005/8/layout/chevron1"/>
    <dgm:cxn modelId="{81A3801B-27F2-4573-827C-B32B76FC7DC9}" type="presOf" srcId="{706333E4-82D2-43A5-8F9D-E3A0534A7582}" destId="{C6A86BB9-4A9C-42F2-B7F9-39D1AAF251E9}" srcOrd="0" destOrd="0" presId="urn:microsoft.com/office/officeart/2005/8/layout/chevron1"/>
    <dgm:cxn modelId="{4DFA092A-F3AB-451D-8B41-B4E555FF5877}" type="presOf" srcId="{4115D7F9-3356-4F10-81F8-B1C510200B07}" destId="{21F7E92B-7F2F-4D75-B260-9C2BD470DBBE}" srcOrd="0" destOrd="0" presId="urn:microsoft.com/office/officeart/2005/8/layout/chevron1"/>
    <dgm:cxn modelId="{98DB8C6A-2E24-41F1-B6EB-A91849F307B8}" srcId="{4B3BA408-307D-403C-B63E-77C908A1091E}" destId="{FB012A34-DBF7-4CE0-8353-4A6779547FD6}" srcOrd="3" destOrd="0" parTransId="{8E140A16-769A-4287-A654-90C8E384A52E}" sibTransId="{273FFA11-B542-4C7B-8B90-AFFCE5510291}"/>
    <dgm:cxn modelId="{02B00872-BE69-4418-9329-F43C747F9E74}" srcId="{4B3BA408-307D-403C-B63E-77C908A1091E}" destId="{1D42A4CD-409B-4643-AE9D-CE82D5DAB3D2}" srcOrd="4" destOrd="0" parTransId="{3AC8D4B6-6238-4269-BCCC-613ABE35FDFB}" sibTransId="{200888FE-31E5-4532-B614-EE13D1315E4D}"/>
    <dgm:cxn modelId="{0530AA73-5A39-450A-904F-20AA9D9D9512}" type="presOf" srcId="{7018443A-F787-4445-974B-150AC6B69BCF}" destId="{C0BF88B8-E44C-44F6-AA99-3C9D8100FD85}" srcOrd="0" destOrd="0" presId="urn:microsoft.com/office/officeart/2005/8/layout/chevron1"/>
    <dgm:cxn modelId="{BDC06558-779F-4FFF-95D7-15451606E0D3}" srcId="{4B3BA408-307D-403C-B63E-77C908A1091E}" destId="{706333E4-82D2-43A5-8F9D-E3A0534A7582}" srcOrd="1" destOrd="0" parTransId="{55BDCCB4-8157-4D7B-9B3B-FFF00931DB8D}" sibTransId="{6CA71FC9-81E0-4767-B756-D2B5FC3F5383}"/>
    <dgm:cxn modelId="{23D62E97-79B7-4583-A758-F9449CC5F9CF}" srcId="{4B3BA408-307D-403C-B63E-77C908A1091E}" destId="{4115D7F9-3356-4F10-81F8-B1C510200B07}" srcOrd="2" destOrd="0" parTransId="{AC3178D7-3DA5-472E-8A47-A0FE70799B19}" sibTransId="{6CB02A7D-5485-4D0E-82E5-4B3CD7FFFEAC}"/>
    <dgm:cxn modelId="{212C21BD-9150-455D-914F-4AF90557E944}" type="presOf" srcId="{1D42A4CD-409B-4643-AE9D-CE82D5DAB3D2}" destId="{FAEC971A-2CB2-4E83-ABB4-ED5CA9B972F9}" srcOrd="0" destOrd="0" presId="urn:microsoft.com/office/officeart/2005/8/layout/chevron1"/>
    <dgm:cxn modelId="{24DC74C5-9D6F-4F4B-AF09-F368F5401988}" srcId="{4B3BA408-307D-403C-B63E-77C908A1091E}" destId="{7018443A-F787-4445-974B-150AC6B69BCF}" srcOrd="0" destOrd="0" parTransId="{1AC4BB24-35EF-4463-B75F-D574E5534146}" sibTransId="{4FAD76B1-D0C7-44D1-86E8-3C73CB39D7D4}"/>
    <dgm:cxn modelId="{AE36DEF2-AB6A-4F32-95F1-83AC0D802A98}" type="presOf" srcId="{FB012A34-DBF7-4CE0-8353-4A6779547FD6}" destId="{5677AE70-AC70-4303-91E0-F6E03A5AFB99}" srcOrd="0" destOrd="0" presId="urn:microsoft.com/office/officeart/2005/8/layout/chevron1"/>
    <dgm:cxn modelId="{89C7826A-7B2F-4DD9-BD92-646CB362EDC8}" type="presParOf" srcId="{9DFC1A85-F350-4270-B4F3-FEE7ADC1F178}" destId="{C0BF88B8-E44C-44F6-AA99-3C9D8100FD85}" srcOrd="0" destOrd="0" presId="urn:microsoft.com/office/officeart/2005/8/layout/chevron1"/>
    <dgm:cxn modelId="{D659915C-B398-4869-9545-646813359269}" type="presParOf" srcId="{9DFC1A85-F350-4270-B4F3-FEE7ADC1F178}" destId="{C5B9B1F8-F90B-4951-9541-807247EDBAD5}" srcOrd="1" destOrd="0" presId="urn:microsoft.com/office/officeart/2005/8/layout/chevron1"/>
    <dgm:cxn modelId="{52FFBC42-084E-45DF-81D3-D1F9BF4E06D5}" type="presParOf" srcId="{9DFC1A85-F350-4270-B4F3-FEE7ADC1F178}" destId="{C6A86BB9-4A9C-42F2-B7F9-39D1AAF251E9}" srcOrd="2" destOrd="0" presId="urn:microsoft.com/office/officeart/2005/8/layout/chevron1"/>
    <dgm:cxn modelId="{52FC3116-0543-4A36-9B2D-E10C6F924060}" type="presParOf" srcId="{9DFC1A85-F350-4270-B4F3-FEE7ADC1F178}" destId="{B2E26B91-106E-4FEE-B3C4-578BF01C7DF2}" srcOrd="3" destOrd="0" presId="urn:microsoft.com/office/officeart/2005/8/layout/chevron1"/>
    <dgm:cxn modelId="{3985B12D-ED5C-4FBD-B00F-6A16A129972B}" type="presParOf" srcId="{9DFC1A85-F350-4270-B4F3-FEE7ADC1F178}" destId="{21F7E92B-7F2F-4D75-B260-9C2BD470DBBE}" srcOrd="4" destOrd="0" presId="urn:microsoft.com/office/officeart/2005/8/layout/chevron1"/>
    <dgm:cxn modelId="{4FF726A7-9298-4681-AC60-14FAE0D49502}" type="presParOf" srcId="{9DFC1A85-F350-4270-B4F3-FEE7ADC1F178}" destId="{55631B02-9465-460A-96B1-90E4AE460272}" srcOrd="5" destOrd="0" presId="urn:microsoft.com/office/officeart/2005/8/layout/chevron1"/>
    <dgm:cxn modelId="{4EF78FF7-0878-4923-80D2-8DA5F0DDA34A}" type="presParOf" srcId="{9DFC1A85-F350-4270-B4F3-FEE7ADC1F178}" destId="{5677AE70-AC70-4303-91E0-F6E03A5AFB99}" srcOrd="6" destOrd="0" presId="urn:microsoft.com/office/officeart/2005/8/layout/chevron1"/>
    <dgm:cxn modelId="{780E0AD9-F263-493A-9C6C-653E16E51FB8}" type="presParOf" srcId="{9DFC1A85-F350-4270-B4F3-FEE7ADC1F178}" destId="{54041A26-4A52-43A6-BCFE-46C4E0439844}" srcOrd="7" destOrd="0" presId="urn:microsoft.com/office/officeart/2005/8/layout/chevron1"/>
    <dgm:cxn modelId="{94417767-2C7D-4D05-ACF2-E6542C837289}" type="presParOf" srcId="{9DFC1A85-F350-4270-B4F3-FEE7ADC1F178}" destId="{FAEC971A-2CB2-4E83-ABB4-ED5CA9B972F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3BA408-307D-403C-B63E-77C908A1091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7018443A-F787-4445-974B-150AC6B69BCF}">
      <dgm:prSet phldrT="[Text]" phldr="0"/>
      <dgm:spPr/>
      <dgm:t>
        <a:bodyPr/>
        <a:lstStyle/>
        <a:p>
          <a:r>
            <a:rPr lang="en-SG" b="0"/>
            <a:t>User Query</a:t>
          </a:r>
          <a:endParaRPr lang="en-SG"/>
        </a:p>
      </dgm:t>
    </dgm:pt>
    <dgm:pt modelId="{1AC4BB24-35EF-4463-B75F-D574E5534146}" type="parTrans" cxnId="{24DC74C5-9D6F-4F4B-AF09-F368F5401988}">
      <dgm:prSet/>
      <dgm:spPr/>
      <dgm:t>
        <a:bodyPr/>
        <a:lstStyle/>
        <a:p>
          <a:endParaRPr lang="en-SG"/>
        </a:p>
      </dgm:t>
    </dgm:pt>
    <dgm:pt modelId="{4FAD76B1-D0C7-44D1-86E8-3C73CB39D7D4}" type="sibTrans" cxnId="{24DC74C5-9D6F-4F4B-AF09-F368F5401988}">
      <dgm:prSet/>
      <dgm:spPr/>
      <dgm:t>
        <a:bodyPr/>
        <a:lstStyle/>
        <a:p>
          <a:endParaRPr lang="en-SG"/>
        </a:p>
      </dgm:t>
    </dgm:pt>
    <dgm:pt modelId="{706333E4-82D2-43A5-8F9D-E3A0534A7582}">
      <dgm:prSet phldrT="[Text]" phldr="0"/>
      <dgm:spPr/>
      <dgm:t>
        <a:bodyPr/>
        <a:lstStyle/>
        <a:p>
          <a:r>
            <a:rPr lang="en-SG" b="0"/>
            <a:t>Embed query</a:t>
          </a:r>
          <a:endParaRPr lang="en-SG"/>
        </a:p>
      </dgm:t>
    </dgm:pt>
    <dgm:pt modelId="{55BDCCB4-8157-4D7B-9B3B-FFF00931DB8D}" type="parTrans" cxnId="{BDC06558-779F-4FFF-95D7-15451606E0D3}">
      <dgm:prSet/>
      <dgm:spPr/>
      <dgm:t>
        <a:bodyPr/>
        <a:lstStyle/>
        <a:p>
          <a:endParaRPr lang="en-SG"/>
        </a:p>
      </dgm:t>
    </dgm:pt>
    <dgm:pt modelId="{6CA71FC9-81E0-4767-B756-D2B5FC3F5383}" type="sibTrans" cxnId="{BDC06558-779F-4FFF-95D7-15451606E0D3}">
      <dgm:prSet/>
      <dgm:spPr/>
      <dgm:t>
        <a:bodyPr/>
        <a:lstStyle/>
        <a:p>
          <a:endParaRPr lang="en-SG"/>
        </a:p>
      </dgm:t>
    </dgm:pt>
    <dgm:pt modelId="{4115D7F9-3356-4F10-81F8-B1C510200B07}">
      <dgm:prSet phldrT="[Text]" phldr="0"/>
      <dgm:spPr/>
      <dgm:t>
        <a:bodyPr/>
        <a:lstStyle/>
        <a:p>
          <a:r>
            <a:rPr lang="en-GB" b="0"/>
            <a:t>Cosine similarity search</a:t>
          </a:r>
          <a:endParaRPr lang="en-SG"/>
        </a:p>
      </dgm:t>
    </dgm:pt>
    <dgm:pt modelId="{AC3178D7-3DA5-472E-8A47-A0FE70799B19}" type="parTrans" cxnId="{23D62E97-79B7-4583-A758-F9449CC5F9CF}">
      <dgm:prSet/>
      <dgm:spPr/>
      <dgm:t>
        <a:bodyPr/>
        <a:lstStyle/>
        <a:p>
          <a:endParaRPr lang="en-SG"/>
        </a:p>
      </dgm:t>
    </dgm:pt>
    <dgm:pt modelId="{6CB02A7D-5485-4D0E-82E5-4B3CD7FFFEAC}" type="sibTrans" cxnId="{23D62E97-79B7-4583-A758-F9449CC5F9CF}">
      <dgm:prSet/>
      <dgm:spPr/>
      <dgm:t>
        <a:bodyPr/>
        <a:lstStyle/>
        <a:p>
          <a:endParaRPr lang="en-SG"/>
        </a:p>
      </dgm:t>
    </dgm:pt>
    <dgm:pt modelId="{FB012A34-DBF7-4CE0-8353-4A6779547FD6}">
      <dgm:prSet phldrT="[Text]" phldr="0"/>
      <dgm:spPr/>
      <dgm:t>
        <a:bodyPr/>
        <a:lstStyle/>
        <a:p>
          <a:r>
            <a:rPr lang="en-GB" b="0"/>
            <a:t>Assemble prompt with retrieved context</a:t>
          </a:r>
          <a:endParaRPr lang="en-SG"/>
        </a:p>
      </dgm:t>
    </dgm:pt>
    <dgm:pt modelId="{8E140A16-769A-4287-A654-90C8E384A52E}" type="parTrans" cxnId="{98DB8C6A-2E24-41F1-B6EB-A91849F307B8}">
      <dgm:prSet/>
      <dgm:spPr/>
      <dgm:t>
        <a:bodyPr/>
        <a:lstStyle/>
        <a:p>
          <a:endParaRPr lang="en-SG"/>
        </a:p>
      </dgm:t>
    </dgm:pt>
    <dgm:pt modelId="{273FFA11-B542-4C7B-8B90-AFFCE5510291}" type="sibTrans" cxnId="{98DB8C6A-2E24-41F1-B6EB-A91849F307B8}">
      <dgm:prSet/>
      <dgm:spPr/>
      <dgm:t>
        <a:bodyPr/>
        <a:lstStyle/>
        <a:p>
          <a:endParaRPr lang="en-SG"/>
        </a:p>
      </dgm:t>
    </dgm:pt>
    <dgm:pt modelId="{1D42A4CD-409B-4643-AE9D-CE82D5DAB3D2}">
      <dgm:prSet phldrT="[Text]" phldr="0"/>
      <dgm:spPr/>
      <dgm:t>
        <a:bodyPr/>
        <a:lstStyle/>
        <a:p>
          <a:r>
            <a:rPr lang="en-SG" b="0"/>
            <a:t>LLM generates cited answer</a:t>
          </a:r>
          <a:endParaRPr lang="en-SG"/>
        </a:p>
      </dgm:t>
    </dgm:pt>
    <dgm:pt modelId="{3AC8D4B6-6238-4269-BCCC-613ABE35FDFB}" type="parTrans" cxnId="{02B00872-BE69-4418-9329-F43C747F9E74}">
      <dgm:prSet/>
      <dgm:spPr/>
      <dgm:t>
        <a:bodyPr/>
        <a:lstStyle/>
        <a:p>
          <a:endParaRPr lang="en-SG"/>
        </a:p>
      </dgm:t>
    </dgm:pt>
    <dgm:pt modelId="{200888FE-31E5-4532-B614-EE13D1315E4D}" type="sibTrans" cxnId="{02B00872-BE69-4418-9329-F43C747F9E74}">
      <dgm:prSet/>
      <dgm:spPr/>
      <dgm:t>
        <a:bodyPr/>
        <a:lstStyle/>
        <a:p>
          <a:endParaRPr lang="en-SG"/>
        </a:p>
      </dgm:t>
    </dgm:pt>
    <dgm:pt modelId="{9DFC1A85-F350-4270-B4F3-FEE7ADC1F178}" type="pres">
      <dgm:prSet presAssocID="{4B3BA408-307D-403C-B63E-77C908A1091E}" presName="Name0" presStyleCnt="0">
        <dgm:presLayoutVars>
          <dgm:dir/>
          <dgm:animLvl val="lvl"/>
          <dgm:resizeHandles val="exact"/>
        </dgm:presLayoutVars>
      </dgm:prSet>
      <dgm:spPr/>
    </dgm:pt>
    <dgm:pt modelId="{C0BF88B8-E44C-44F6-AA99-3C9D8100FD85}" type="pres">
      <dgm:prSet presAssocID="{7018443A-F787-4445-974B-150AC6B69BCF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C5B9B1F8-F90B-4951-9541-807247EDBAD5}" type="pres">
      <dgm:prSet presAssocID="{4FAD76B1-D0C7-44D1-86E8-3C73CB39D7D4}" presName="parTxOnlySpace" presStyleCnt="0"/>
      <dgm:spPr/>
    </dgm:pt>
    <dgm:pt modelId="{C6A86BB9-4A9C-42F2-B7F9-39D1AAF251E9}" type="pres">
      <dgm:prSet presAssocID="{706333E4-82D2-43A5-8F9D-E3A0534A758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B2E26B91-106E-4FEE-B3C4-578BF01C7DF2}" type="pres">
      <dgm:prSet presAssocID="{6CA71FC9-81E0-4767-B756-D2B5FC3F5383}" presName="parTxOnlySpace" presStyleCnt="0"/>
      <dgm:spPr/>
    </dgm:pt>
    <dgm:pt modelId="{21F7E92B-7F2F-4D75-B260-9C2BD470DBBE}" type="pres">
      <dgm:prSet presAssocID="{4115D7F9-3356-4F10-81F8-B1C510200B0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5631B02-9465-460A-96B1-90E4AE460272}" type="pres">
      <dgm:prSet presAssocID="{6CB02A7D-5485-4D0E-82E5-4B3CD7FFFEAC}" presName="parTxOnlySpace" presStyleCnt="0"/>
      <dgm:spPr/>
    </dgm:pt>
    <dgm:pt modelId="{5677AE70-AC70-4303-91E0-F6E03A5AFB99}" type="pres">
      <dgm:prSet presAssocID="{FB012A34-DBF7-4CE0-8353-4A6779547FD6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4041A26-4A52-43A6-BCFE-46C4E0439844}" type="pres">
      <dgm:prSet presAssocID="{273FFA11-B542-4C7B-8B90-AFFCE5510291}" presName="parTxOnlySpace" presStyleCnt="0"/>
      <dgm:spPr/>
    </dgm:pt>
    <dgm:pt modelId="{FAEC971A-2CB2-4E83-ABB4-ED5CA9B972F9}" type="pres">
      <dgm:prSet presAssocID="{1D42A4CD-409B-4643-AE9D-CE82D5DAB3D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F224D80C-AE79-4096-8E22-D01F40D9AD6B}" type="presOf" srcId="{4B3BA408-307D-403C-B63E-77C908A1091E}" destId="{9DFC1A85-F350-4270-B4F3-FEE7ADC1F178}" srcOrd="0" destOrd="0" presId="urn:microsoft.com/office/officeart/2005/8/layout/chevron1"/>
    <dgm:cxn modelId="{81A3801B-27F2-4573-827C-B32B76FC7DC9}" type="presOf" srcId="{706333E4-82D2-43A5-8F9D-E3A0534A7582}" destId="{C6A86BB9-4A9C-42F2-B7F9-39D1AAF251E9}" srcOrd="0" destOrd="0" presId="urn:microsoft.com/office/officeart/2005/8/layout/chevron1"/>
    <dgm:cxn modelId="{4DFA092A-F3AB-451D-8B41-B4E555FF5877}" type="presOf" srcId="{4115D7F9-3356-4F10-81F8-B1C510200B07}" destId="{21F7E92B-7F2F-4D75-B260-9C2BD470DBBE}" srcOrd="0" destOrd="0" presId="urn:microsoft.com/office/officeart/2005/8/layout/chevron1"/>
    <dgm:cxn modelId="{98DB8C6A-2E24-41F1-B6EB-A91849F307B8}" srcId="{4B3BA408-307D-403C-B63E-77C908A1091E}" destId="{FB012A34-DBF7-4CE0-8353-4A6779547FD6}" srcOrd="3" destOrd="0" parTransId="{8E140A16-769A-4287-A654-90C8E384A52E}" sibTransId="{273FFA11-B542-4C7B-8B90-AFFCE5510291}"/>
    <dgm:cxn modelId="{02B00872-BE69-4418-9329-F43C747F9E74}" srcId="{4B3BA408-307D-403C-B63E-77C908A1091E}" destId="{1D42A4CD-409B-4643-AE9D-CE82D5DAB3D2}" srcOrd="4" destOrd="0" parTransId="{3AC8D4B6-6238-4269-BCCC-613ABE35FDFB}" sibTransId="{200888FE-31E5-4532-B614-EE13D1315E4D}"/>
    <dgm:cxn modelId="{0530AA73-5A39-450A-904F-20AA9D9D9512}" type="presOf" srcId="{7018443A-F787-4445-974B-150AC6B69BCF}" destId="{C0BF88B8-E44C-44F6-AA99-3C9D8100FD85}" srcOrd="0" destOrd="0" presId="urn:microsoft.com/office/officeart/2005/8/layout/chevron1"/>
    <dgm:cxn modelId="{BDC06558-779F-4FFF-95D7-15451606E0D3}" srcId="{4B3BA408-307D-403C-B63E-77C908A1091E}" destId="{706333E4-82D2-43A5-8F9D-E3A0534A7582}" srcOrd="1" destOrd="0" parTransId="{55BDCCB4-8157-4D7B-9B3B-FFF00931DB8D}" sibTransId="{6CA71FC9-81E0-4767-B756-D2B5FC3F5383}"/>
    <dgm:cxn modelId="{23D62E97-79B7-4583-A758-F9449CC5F9CF}" srcId="{4B3BA408-307D-403C-B63E-77C908A1091E}" destId="{4115D7F9-3356-4F10-81F8-B1C510200B07}" srcOrd="2" destOrd="0" parTransId="{AC3178D7-3DA5-472E-8A47-A0FE70799B19}" sibTransId="{6CB02A7D-5485-4D0E-82E5-4B3CD7FFFEAC}"/>
    <dgm:cxn modelId="{212C21BD-9150-455D-914F-4AF90557E944}" type="presOf" srcId="{1D42A4CD-409B-4643-AE9D-CE82D5DAB3D2}" destId="{FAEC971A-2CB2-4E83-ABB4-ED5CA9B972F9}" srcOrd="0" destOrd="0" presId="urn:microsoft.com/office/officeart/2005/8/layout/chevron1"/>
    <dgm:cxn modelId="{24DC74C5-9D6F-4F4B-AF09-F368F5401988}" srcId="{4B3BA408-307D-403C-B63E-77C908A1091E}" destId="{7018443A-F787-4445-974B-150AC6B69BCF}" srcOrd="0" destOrd="0" parTransId="{1AC4BB24-35EF-4463-B75F-D574E5534146}" sibTransId="{4FAD76B1-D0C7-44D1-86E8-3C73CB39D7D4}"/>
    <dgm:cxn modelId="{AE36DEF2-AB6A-4F32-95F1-83AC0D802A98}" type="presOf" srcId="{FB012A34-DBF7-4CE0-8353-4A6779547FD6}" destId="{5677AE70-AC70-4303-91E0-F6E03A5AFB99}" srcOrd="0" destOrd="0" presId="urn:microsoft.com/office/officeart/2005/8/layout/chevron1"/>
    <dgm:cxn modelId="{89C7826A-7B2F-4DD9-BD92-646CB362EDC8}" type="presParOf" srcId="{9DFC1A85-F350-4270-B4F3-FEE7ADC1F178}" destId="{C0BF88B8-E44C-44F6-AA99-3C9D8100FD85}" srcOrd="0" destOrd="0" presId="urn:microsoft.com/office/officeart/2005/8/layout/chevron1"/>
    <dgm:cxn modelId="{D659915C-B398-4869-9545-646813359269}" type="presParOf" srcId="{9DFC1A85-F350-4270-B4F3-FEE7ADC1F178}" destId="{C5B9B1F8-F90B-4951-9541-807247EDBAD5}" srcOrd="1" destOrd="0" presId="urn:microsoft.com/office/officeart/2005/8/layout/chevron1"/>
    <dgm:cxn modelId="{52FFBC42-084E-45DF-81D3-D1F9BF4E06D5}" type="presParOf" srcId="{9DFC1A85-F350-4270-B4F3-FEE7ADC1F178}" destId="{C6A86BB9-4A9C-42F2-B7F9-39D1AAF251E9}" srcOrd="2" destOrd="0" presId="urn:microsoft.com/office/officeart/2005/8/layout/chevron1"/>
    <dgm:cxn modelId="{52FC3116-0543-4A36-9B2D-E10C6F924060}" type="presParOf" srcId="{9DFC1A85-F350-4270-B4F3-FEE7ADC1F178}" destId="{B2E26B91-106E-4FEE-B3C4-578BF01C7DF2}" srcOrd="3" destOrd="0" presId="urn:microsoft.com/office/officeart/2005/8/layout/chevron1"/>
    <dgm:cxn modelId="{3985B12D-ED5C-4FBD-B00F-6A16A129972B}" type="presParOf" srcId="{9DFC1A85-F350-4270-B4F3-FEE7ADC1F178}" destId="{21F7E92B-7F2F-4D75-B260-9C2BD470DBBE}" srcOrd="4" destOrd="0" presId="urn:microsoft.com/office/officeart/2005/8/layout/chevron1"/>
    <dgm:cxn modelId="{4FF726A7-9298-4681-AC60-14FAE0D49502}" type="presParOf" srcId="{9DFC1A85-F350-4270-B4F3-FEE7ADC1F178}" destId="{55631B02-9465-460A-96B1-90E4AE460272}" srcOrd="5" destOrd="0" presId="urn:microsoft.com/office/officeart/2005/8/layout/chevron1"/>
    <dgm:cxn modelId="{4EF78FF7-0878-4923-80D2-8DA5F0DDA34A}" type="presParOf" srcId="{9DFC1A85-F350-4270-B4F3-FEE7ADC1F178}" destId="{5677AE70-AC70-4303-91E0-F6E03A5AFB99}" srcOrd="6" destOrd="0" presId="urn:microsoft.com/office/officeart/2005/8/layout/chevron1"/>
    <dgm:cxn modelId="{780E0AD9-F263-493A-9C6C-653E16E51FB8}" type="presParOf" srcId="{9DFC1A85-F350-4270-B4F3-FEE7ADC1F178}" destId="{54041A26-4A52-43A6-BCFE-46C4E0439844}" srcOrd="7" destOrd="0" presId="urn:microsoft.com/office/officeart/2005/8/layout/chevron1"/>
    <dgm:cxn modelId="{94417767-2C7D-4D05-ACF2-E6542C837289}" type="presParOf" srcId="{9DFC1A85-F350-4270-B4F3-FEE7ADC1F178}" destId="{FAEC971A-2CB2-4E83-ABB4-ED5CA9B972F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0251EB-A4AF-4F34-957E-C71443AE2110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77BD0245-7496-4508-A378-4A126B5F6574}">
      <dgm:prSet phldrT="[Text]"/>
      <dgm:spPr/>
      <dgm:t>
        <a:bodyPr/>
        <a:lstStyle/>
        <a:p>
          <a:pPr>
            <a:buNone/>
          </a:pPr>
          <a:r>
            <a:rPr lang="en-SG" b="0"/>
            <a:t>RAG</a:t>
          </a:r>
          <a:endParaRPr lang="en-SG"/>
        </a:p>
      </dgm:t>
    </dgm:pt>
    <dgm:pt modelId="{9E5F6BAB-E0D4-4036-8FCD-627146F099F7}" type="parTrans" cxnId="{8E2A46EC-33E1-4DD6-A87F-883B1F1B43FE}">
      <dgm:prSet/>
      <dgm:spPr/>
      <dgm:t>
        <a:bodyPr/>
        <a:lstStyle/>
        <a:p>
          <a:endParaRPr lang="en-SG"/>
        </a:p>
      </dgm:t>
    </dgm:pt>
    <dgm:pt modelId="{E252C6E8-42F0-4D3C-96FA-14EE31C3B727}" type="sibTrans" cxnId="{8E2A46EC-33E1-4DD6-A87F-883B1F1B43FE}">
      <dgm:prSet/>
      <dgm:spPr/>
      <dgm:t>
        <a:bodyPr/>
        <a:lstStyle/>
        <a:p>
          <a:endParaRPr lang="en-SG"/>
        </a:p>
      </dgm:t>
    </dgm:pt>
    <dgm:pt modelId="{561E2793-6229-4938-B6D2-9B1AC4276AAF}">
      <dgm:prSet phldrT="[Text]"/>
      <dgm:spPr/>
      <dgm:t>
        <a:bodyPr/>
        <a:lstStyle/>
        <a:p>
          <a:pPr>
            <a:buNone/>
          </a:pPr>
          <a:r>
            <a:rPr lang="en-SG" b="0"/>
            <a:t>Semantic Search</a:t>
          </a:r>
          <a:endParaRPr lang="en-SG"/>
        </a:p>
      </dgm:t>
    </dgm:pt>
    <dgm:pt modelId="{EF1C52E8-3E85-4C71-8BDC-0FD0A501E3C2}" type="parTrans" cxnId="{FE7485D9-A8CE-4A4D-B42A-727229F3C2E0}">
      <dgm:prSet/>
      <dgm:spPr/>
      <dgm:t>
        <a:bodyPr/>
        <a:lstStyle/>
        <a:p>
          <a:endParaRPr lang="en-SG"/>
        </a:p>
      </dgm:t>
    </dgm:pt>
    <dgm:pt modelId="{6AB86F1B-3996-44A2-A110-BE51209FBDEA}" type="sibTrans" cxnId="{FE7485D9-A8CE-4A4D-B42A-727229F3C2E0}">
      <dgm:prSet/>
      <dgm:spPr/>
      <dgm:t>
        <a:bodyPr/>
        <a:lstStyle/>
        <a:p>
          <a:endParaRPr lang="en-SG"/>
        </a:p>
      </dgm:t>
    </dgm:pt>
    <dgm:pt modelId="{55487A50-4144-4B55-B3A3-C365E17C46E7}">
      <dgm:prSet phldrT="[Text]"/>
      <dgm:spPr/>
      <dgm:t>
        <a:bodyPr/>
        <a:lstStyle/>
        <a:p>
          <a:pPr>
            <a:buNone/>
          </a:pPr>
          <a:r>
            <a:rPr lang="en-SG" b="0"/>
            <a:t>Recursive Text Chunking</a:t>
          </a:r>
          <a:endParaRPr lang="en-SG"/>
        </a:p>
      </dgm:t>
    </dgm:pt>
    <dgm:pt modelId="{23EEDD38-CF3D-4DD1-9940-1FC7100AE73E}" type="parTrans" cxnId="{8EC73760-6174-441E-A824-963D913C17F0}">
      <dgm:prSet/>
      <dgm:spPr/>
      <dgm:t>
        <a:bodyPr/>
        <a:lstStyle/>
        <a:p>
          <a:endParaRPr lang="en-SG"/>
        </a:p>
      </dgm:t>
    </dgm:pt>
    <dgm:pt modelId="{9D680F6A-7D5D-4AB8-A0E5-136F0CBB59F2}" type="sibTrans" cxnId="{8EC73760-6174-441E-A824-963D913C17F0}">
      <dgm:prSet/>
      <dgm:spPr/>
      <dgm:t>
        <a:bodyPr/>
        <a:lstStyle/>
        <a:p>
          <a:endParaRPr lang="en-SG"/>
        </a:p>
      </dgm:t>
    </dgm:pt>
    <dgm:pt modelId="{FB1DAE1D-204C-4DDF-9105-30F7B8A316C5}">
      <dgm:prSet phldrT="[Text]"/>
      <dgm:spPr/>
      <dgm:t>
        <a:bodyPr/>
        <a:lstStyle/>
        <a:p>
          <a:pPr>
            <a:buNone/>
          </a:pPr>
          <a:r>
            <a:rPr lang="en-GB" b="0"/>
            <a:t>Ground LLM responses in actual regulatory text and reduces hallucination</a:t>
          </a:r>
          <a:endParaRPr lang="en-SG"/>
        </a:p>
      </dgm:t>
    </dgm:pt>
    <dgm:pt modelId="{6E9E3904-A7CD-4378-BFFC-8FBD283F9C3C}" type="parTrans" cxnId="{F43D0ECF-9815-4401-88BE-57716C13EB7F}">
      <dgm:prSet/>
      <dgm:spPr/>
      <dgm:t>
        <a:bodyPr/>
        <a:lstStyle/>
        <a:p>
          <a:endParaRPr lang="en-SG"/>
        </a:p>
      </dgm:t>
    </dgm:pt>
    <dgm:pt modelId="{C75DE23F-886D-49E3-A8A0-2DF1891E7616}" type="sibTrans" cxnId="{F43D0ECF-9815-4401-88BE-57716C13EB7F}">
      <dgm:prSet/>
      <dgm:spPr/>
      <dgm:t>
        <a:bodyPr/>
        <a:lstStyle/>
        <a:p>
          <a:endParaRPr lang="en-SG"/>
        </a:p>
      </dgm:t>
    </dgm:pt>
    <dgm:pt modelId="{3A42FFC5-6AF2-4D39-A6E8-007D28BDA648}">
      <dgm:prSet phldrT="[Text]"/>
      <dgm:spPr/>
      <dgm:t>
        <a:bodyPr/>
        <a:lstStyle/>
        <a:p>
          <a:pPr>
            <a:buNone/>
          </a:pPr>
          <a:r>
            <a:rPr lang="en-SG" b="0"/>
            <a:t>Vector similarity over 384-dim embeddings for relevant chunk retrieval</a:t>
          </a:r>
          <a:endParaRPr lang="en-SG"/>
        </a:p>
      </dgm:t>
    </dgm:pt>
    <dgm:pt modelId="{A9266DEB-8157-491A-AECB-A90672D07977}" type="parTrans" cxnId="{8FBE9442-2B08-4D49-9233-771A5708F6C9}">
      <dgm:prSet/>
      <dgm:spPr/>
      <dgm:t>
        <a:bodyPr/>
        <a:lstStyle/>
        <a:p>
          <a:endParaRPr lang="en-SG"/>
        </a:p>
      </dgm:t>
    </dgm:pt>
    <dgm:pt modelId="{8A853DD8-8A0F-4A93-BFFF-09CD85CA3B19}" type="sibTrans" cxnId="{8FBE9442-2B08-4D49-9233-771A5708F6C9}">
      <dgm:prSet/>
      <dgm:spPr/>
      <dgm:t>
        <a:bodyPr/>
        <a:lstStyle/>
        <a:p>
          <a:endParaRPr lang="en-SG"/>
        </a:p>
      </dgm:t>
    </dgm:pt>
    <dgm:pt modelId="{DC8E1DEB-6796-491B-A779-DAD12B514255}">
      <dgm:prSet phldrT="[Text]"/>
      <dgm:spPr/>
      <dgm:t>
        <a:bodyPr/>
        <a:lstStyle/>
        <a:p>
          <a:pPr>
            <a:buNone/>
          </a:pPr>
          <a:r>
            <a:rPr lang="en-GB" b="0"/>
            <a:t>Smart splitting respecting sentence boundaries, ~400 chars to fit MiniLM's 256 word-piece limit</a:t>
          </a:r>
          <a:endParaRPr lang="en-SG"/>
        </a:p>
      </dgm:t>
    </dgm:pt>
    <dgm:pt modelId="{D3634498-38CA-4114-A3FF-5BA15C8EABAD}" type="parTrans" cxnId="{21538326-8C5B-4F28-9236-0D0D2549D73C}">
      <dgm:prSet/>
      <dgm:spPr/>
      <dgm:t>
        <a:bodyPr/>
        <a:lstStyle/>
        <a:p>
          <a:endParaRPr lang="en-SG"/>
        </a:p>
      </dgm:t>
    </dgm:pt>
    <dgm:pt modelId="{A06A589F-AD93-44B0-83F5-741250B62406}" type="sibTrans" cxnId="{21538326-8C5B-4F28-9236-0D0D2549D73C}">
      <dgm:prSet/>
      <dgm:spPr/>
      <dgm:t>
        <a:bodyPr/>
        <a:lstStyle/>
        <a:p>
          <a:endParaRPr lang="en-SG"/>
        </a:p>
      </dgm:t>
    </dgm:pt>
    <dgm:pt modelId="{10C4030D-A175-41BB-9E23-AE0CE7495CDD}">
      <dgm:prSet phldrT="[Text]"/>
      <dgm:spPr/>
      <dgm:t>
        <a:bodyPr/>
        <a:lstStyle/>
        <a:p>
          <a:pPr>
            <a:buNone/>
          </a:pPr>
          <a:r>
            <a:rPr lang="en-SG" b="0"/>
            <a:t>Auto-Classification</a:t>
          </a:r>
          <a:endParaRPr lang="en-SG"/>
        </a:p>
      </dgm:t>
    </dgm:pt>
    <dgm:pt modelId="{F71F642B-F2AA-4B5C-AAB5-32465473E4C7}" type="parTrans" cxnId="{2ECA76DF-95AC-448F-B80E-27537E49089E}">
      <dgm:prSet/>
      <dgm:spPr/>
      <dgm:t>
        <a:bodyPr/>
        <a:lstStyle/>
        <a:p>
          <a:endParaRPr lang="en-SG"/>
        </a:p>
      </dgm:t>
    </dgm:pt>
    <dgm:pt modelId="{8C6045FE-CC15-4D62-B243-08624BA4DD3D}" type="sibTrans" cxnId="{2ECA76DF-95AC-448F-B80E-27537E49089E}">
      <dgm:prSet/>
      <dgm:spPr/>
      <dgm:t>
        <a:bodyPr/>
        <a:lstStyle/>
        <a:p>
          <a:endParaRPr lang="en-SG"/>
        </a:p>
      </dgm:t>
    </dgm:pt>
    <dgm:pt modelId="{22885B00-396F-4C85-BCDC-FCEBFB3454A1}">
      <dgm:prSet phldrT="[Text]"/>
      <dgm:spPr/>
      <dgm:t>
        <a:bodyPr/>
        <a:lstStyle/>
        <a:p>
          <a:pPr>
            <a:buNone/>
          </a:pPr>
          <a:r>
            <a:rPr lang="en-GB" b="0"/>
            <a:t>LLM classifies uploaded documents into regulatory categories (AML/CFT, Securities, Fund Mgmt, etc.)</a:t>
          </a:r>
          <a:endParaRPr lang="en-SG"/>
        </a:p>
      </dgm:t>
    </dgm:pt>
    <dgm:pt modelId="{119F3B5E-81F2-4708-95DC-837024B63E6D}" type="parTrans" cxnId="{55BDED39-B74A-411B-9FBD-EC8E1C476E5A}">
      <dgm:prSet/>
      <dgm:spPr/>
      <dgm:t>
        <a:bodyPr/>
        <a:lstStyle/>
        <a:p>
          <a:endParaRPr lang="en-SG"/>
        </a:p>
      </dgm:t>
    </dgm:pt>
    <dgm:pt modelId="{FD1B1F40-18DD-439D-B227-8FCC8E04E2A5}" type="sibTrans" cxnId="{55BDED39-B74A-411B-9FBD-EC8E1C476E5A}">
      <dgm:prSet/>
      <dgm:spPr/>
      <dgm:t>
        <a:bodyPr/>
        <a:lstStyle/>
        <a:p>
          <a:endParaRPr lang="en-SG"/>
        </a:p>
      </dgm:t>
    </dgm:pt>
    <dgm:pt modelId="{E2E141EB-5CE5-42D3-B9EE-4C806B04BB50}">
      <dgm:prSet phldrT="[Text]"/>
      <dgm:spPr/>
      <dgm:t>
        <a:bodyPr/>
        <a:lstStyle/>
        <a:p>
          <a:pPr>
            <a:buNone/>
          </a:pPr>
          <a:r>
            <a:rPr lang="en-SG" b="0"/>
            <a:t>Structured Output</a:t>
          </a:r>
          <a:endParaRPr lang="en-SG"/>
        </a:p>
      </dgm:t>
    </dgm:pt>
    <dgm:pt modelId="{4A84661A-8A00-4E14-9DA8-3547150330DA}" type="parTrans" cxnId="{636169F3-8956-45CE-9B46-B6F79653673A}">
      <dgm:prSet/>
      <dgm:spPr/>
      <dgm:t>
        <a:bodyPr/>
        <a:lstStyle/>
        <a:p>
          <a:endParaRPr lang="en-SG"/>
        </a:p>
      </dgm:t>
    </dgm:pt>
    <dgm:pt modelId="{E5C0C4B0-DDC8-4213-BE9D-847E672B6C0A}" type="sibTrans" cxnId="{636169F3-8956-45CE-9B46-B6F79653673A}">
      <dgm:prSet/>
      <dgm:spPr/>
      <dgm:t>
        <a:bodyPr/>
        <a:lstStyle/>
        <a:p>
          <a:endParaRPr lang="en-SG"/>
        </a:p>
      </dgm:t>
    </dgm:pt>
    <dgm:pt modelId="{A2D56E26-05D2-40FF-939A-48B3EB804E2C}">
      <dgm:prSet phldrT="[Text]"/>
      <dgm:spPr/>
      <dgm:t>
        <a:bodyPr/>
        <a:lstStyle/>
        <a:p>
          <a:pPr>
            <a:buNone/>
          </a:pPr>
          <a:r>
            <a:rPr lang="en-GB" b="0"/>
            <a:t>LLM generates JSON-formatted compliance checklists from regulatory context</a:t>
          </a:r>
          <a:endParaRPr lang="en-SG"/>
        </a:p>
      </dgm:t>
    </dgm:pt>
    <dgm:pt modelId="{726DD4FF-B95F-49DA-9125-5BF18659C8FC}" type="parTrans" cxnId="{1F0EAB8A-7194-44E8-BDBC-FAB4AD4A39C0}">
      <dgm:prSet/>
      <dgm:spPr/>
      <dgm:t>
        <a:bodyPr/>
        <a:lstStyle/>
        <a:p>
          <a:endParaRPr lang="en-SG"/>
        </a:p>
      </dgm:t>
    </dgm:pt>
    <dgm:pt modelId="{412C3634-D052-47E0-9513-2B429078AF86}" type="sibTrans" cxnId="{1F0EAB8A-7194-44E8-BDBC-FAB4AD4A39C0}">
      <dgm:prSet/>
      <dgm:spPr/>
      <dgm:t>
        <a:bodyPr/>
        <a:lstStyle/>
        <a:p>
          <a:endParaRPr lang="en-SG"/>
        </a:p>
      </dgm:t>
    </dgm:pt>
    <dgm:pt modelId="{2CEC62CE-BE7D-4E40-AEAA-A1C6465252D6}">
      <dgm:prSet phldrT="[Text]"/>
      <dgm:spPr/>
      <dgm:t>
        <a:bodyPr/>
        <a:lstStyle/>
        <a:p>
          <a:pPr>
            <a:buNone/>
          </a:pPr>
          <a:r>
            <a:rPr lang="en-SG" b="0"/>
            <a:t>Change Detection</a:t>
          </a:r>
          <a:endParaRPr lang="en-SG"/>
        </a:p>
      </dgm:t>
    </dgm:pt>
    <dgm:pt modelId="{20E145F1-1CA8-4C1C-B0B9-1DFC37D4B3A0}" type="parTrans" cxnId="{4EE20E90-606A-4862-AC7A-2AE90A88A992}">
      <dgm:prSet/>
      <dgm:spPr/>
      <dgm:t>
        <a:bodyPr/>
        <a:lstStyle/>
        <a:p>
          <a:endParaRPr lang="en-SG"/>
        </a:p>
      </dgm:t>
    </dgm:pt>
    <dgm:pt modelId="{E8F6E454-9205-425C-89E9-6BD2246D905C}" type="sibTrans" cxnId="{4EE20E90-606A-4862-AC7A-2AE90A88A992}">
      <dgm:prSet/>
      <dgm:spPr/>
      <dgm:t>
        <a:bodyPr/>
        <a:lstStyle/>
        <a:p>
          <a:endParaRPr lang="en-SG"/>
        </a:p>
      </dgm:t>
    </dgm:pt>
    <dgm:pt modelId="{A1E0BDD1-D416-4210-B5DD-1435450FCDA8}">
      <dgm:prSet phldrT="[Text]"/>
      <dgm:spPr/>
      <dgm:t>
        <a:bodyPr/>
        <a:lstStyle/>
        <a:p>
          <a:pPr>
            <a:buNone/>
          </a:pPr>
          <a:r>
            <a:rPr lang="en-GB" b="0"/>
            <a:t>Cosine similarity comparison between document versions + LLM summarization of regulatory changes</a:t>
          </a:r>
          <a:endParaRPr lang="en-SG"/>
        </a:p>
      </dgm:t>
    </dgm:pt>
    <dgm:pt modelId="{93A5827F-4A46-4FD2-8981-30C417430EFC}" type="parTrans" cxnId="{3200504A-A330-41A2-A34A-521FAF5847B9}">
      <dgm:prSet/>
      <dgm:spPr/>
      <dgm:t>
        <a:bodyPr/>
        <a:lstStyle/>
        <a:p>
          <a:endParaRPr lang="en-SG"/>
        </a:p>
      </dgm:t>
    </dgm:pt>
    <dgm:pt modelId="{5DEA2D59-93F1-4CCE-AD39-FF04FAD44ADB}" type="sibTrans" cxnId="{3200504A-A330-41A2-A34A-521FAF5847B9}">
      <dgm:prSet/>
      <dgm:spPr/>
      <dgm:t>
        <a:bodyPr/>
        <a:lstStyle/>
        <a:p>
          <a:endParaRPr lang="en-SG"/>
        </a:p>
      </dgm:t>
    </dgm:pt>
    <dgm:pt modelId="{70900088-8496-44ED-8C9E-E0BB5BB918B5}">
      <dgm:prSet phldrT="[Text]"/>
      <dgm:spPr/>
      <dgm:t>
        <a:bodyPr/>
        <a:lstStyle/>
        <a:p>
          <a:pPr>
            <a:buNone/>
          </a:pPr>
          <a:r>
            <a:rPr lang="en-SG" b="0"/>
            <a:t>Streaming Inference</a:t>
          </a:r>
          <a:endParaRPr lang="en-SG"/>
        </a:p>
      </dgm:t>
    </dgm:pt>
    <dgm:pt modelId="{4DE324C5-CD71-4E62-A8C5-7BBFF3ED671B}" type="parTrans" cxnId="{9F28433E-FA14-4B7B-95A5-F619E3C1FEF1}">
      <dgm:prSet/>
      <dgm:spPr/>
      <dgm:t>
        <a:bodyPr/>
        <a:lstStyle/>
        <a:p>
          <a:endParaRPr lang="en-SG"/>
        </a:p>
      </dgm:t>
    </dgm:pt>
    <dgm:pt modelId="{816AB03B-BBC7-438B-8331-735FD0B92A82}" type="sibTrans" cxnId="{9F28433E-FA14-4B7B-95A5-F619E3C1FEF1}">
      <dgm:prSet/>
      <dgm:spPr/>
      <dgm:t>
        <a:bodyPr/>
        <a:lstStyle/>
        <a:p>
          <a:endParaRPr lang="en-SG"/>
        </a:p>
      </dgm:t>
    </dgm:pt>
    <dgm:pt modelId="{E780B49C-D905-44A2-92E7-48B6C0CED20E}">
      <dgm:prSet phldrT="[Text]"/>
      <dgm:spPr/>
      <dgm:t>
        <a:bodyPr/>
        <a:lstStyle/>
        <a:p>
          <a:pPr>
            <a:buNone/>
          </a:pPr>
          <a:r>
            <a:rPr lang="en-GB" b="0"/>
            <a:t>Server-Sent Events for real-time, token-by-token chat responses</a:t>
          </a:r>
          <a:endParaRPr lang="en-SG"/>
        </a:p>
      </dgm:t>
    </dgm:pt>
    <dgm:pt modelId="{B1AF4C94-B3AB-4DC6-8367-2730FBE4794B}" type="parTrans" cxnId="{8478ECDD-7F2E-45EA-8C24-20FEA998D814}">
      <dgm:prSet/>
      <dgm:spPr/>
      <dgm:t>
        <a:bodyPr/>
        <a:lstStyle/>
        <a:p>
          <a:endParaRPr lang="en-SG"/>
        </a:p>
      </dgm:t>
    </dgm:pt>
    <dgm:pt modelId="{9AE88D74-5162-4831-BD4F-7ACD911F319F}" type="sibTrans" cxnId="{8478ECDD-7F2E-45EA-8C24-20FEA998D814}">
      <dgm:prSet/>
      <dgm:spPr/>
      <dgm:t>
        <a:bodyPr/>
        <a:lstStyle/>
        <a:p>
          <a:endParaRPr lang="en-SG"/>
        </a:p>
      </dgm:t>
    </dgm:pt>
    <dgm:pt modelId="{9EF3DA6C-A731-4EA5-AEDE-427A902289FD}" type="pres">
      <dgm:prSet presAssocID="{780251EB-A4AF-4F34-957E-C71443AE2110}" presName="Name0" presStyleCnt="0">
        <dgm:presLayoutVars>
          <dgm:dir/>
          <dgm:animLvl val="lvl"/>
          <dgm:resizeHandles val="exact"/>
        </dgm:presLayoutVars>
      </dgm:prSet>
      <dgm:spPr/>
    </dgm:pt>
    <dgm:pt modelId="{16E6E2FF-3396-4496-8BB5-A6D03F968100}" type="pres">
      <dgm:prSet presAssocID="{77BD0245-7496-4508-A378-4A126B5F6574}" presName="linNode" presStyleCnt="0"/>
      <dgm:spPr/>
    </dgm:pt>
    <dgm:pt modelId="{EAFDD5AB-9D86-4B3A-9858-907F37F9656B}" type="pres">
      <dgm:prSet presAssocID="{77BD0245-7496-4508-A378-4A126B5F6574}" presName="parentText" presStyleLbl="node1" presStyleIdx="0" presStyleCnt="7" custLinFactNeighborX="-8929" custLinFactNeighborY="-1484">
        <dgm:presLayoutVars>
          <dgm:chMax val="1"/>
          <dgm:bulletEnabled val="1"/>
        </dgm:presLayoutVars>
      </dgm:prSet>
      <dgm:spPr/>
    </dgm:pt>
    <dgm:pt modelId="{67B54A05-9877-4A85-BC3B-C77040E980DA}" type="pres">
      <dgm:prSet presAssocID="{77BD0245-7496-4508-A378-4A126B5F6574}" presName="descendantText" presStyleLbl="alignAccFollowNode1" presStyleIdx="0" presStyleCnt="7">
        <dgm:presLayoutVars>
          <dgm:bulletEnabled val="1"/>
        </dgm:presLayoutVars>
      </dgm:prSet>
      <dgm:spPr/>
    </dgm:pt>
    <dgm:pt modelId="{80CEED59-7F50-4D0F-850E-79A277D2114B}" type="pres">
      <dgm:prSet presAssocID="{E252C6E8-42F0-4D3C-96FA-14EE31C3B727}" presName="sp" presStyleCnt="0"/>
      <dgm:spPr/>
    </dgm:pt>
    <dgm:pt modelId="{8E72E87B-80A4-44B7-AE9D-FE1A5F4C355C}" type="pres">
      <dgm:prSet presAssocID="{561E2793-6229-4938-B6D2-9B1AC4276AAF}" presName="linNode" presStyleCnt="0"/>
      <dgm:spPr/>
    </dgm:pt>
    <dgm:pt modelId="{571BCA54-26AF-4AC7-89A9-70786C0B5639}" type="pres">
      <dgm:prSet presAssocID="{561E2793-6229-4938-B6D2-9B1AC4276AAF}" presName="parentText" presStyleLbl="node1" presStyleIdx="1" presStyleCnt="7" custLinFactNeighborX="-8929" custLinFactNeighborY="-1484">
        <dgm:presLayoutVars>
          <dgm:chMax val="1"/>
          <dgm:bulletEnabled val="1"/>
        </dgm:presLayoutVars>
      </dgm:prSet>
      <dgm:spPr/>
    </dgm:pt>
    <dgm:pt modelId="{3915DA15-437B-4BEF-B28A-A5A0B3E484CC}" type="pres">
      <dgm:prSet presAssocID="{561E2793-6229-4938-B6D2-9B1AC4276AAF}" presName="descendantText" presStyleLbl="alignAccFollowNode1" presStyleIdx="1" presStyleCnt="7">
        <dgm:presLayoutVars>
          <dgm:bulletEnabled val="1"/>
        </dgm:presLayoutVars>
      </dgm:prSet>
      <dgm:spPr/>
    </dgm:pt>
    <dgm:pt modelId="{80EC07CE-B1D9-431A-879A-1521124BDE77}" type="pres">
      <dgm:prSet presAssocID="{6AB86F1B-3996-44A2-A110-BE51209FBDEA}" presName="sp" presStyleCnt="0"/>
      <dgm:spPr/>
    </dgm:pt>
    <dgm:pt modelId="{B396BC15-4DBD-45D4-BC6B-AF3DB477F681}" type="pres">
      <dgm:prSet presAssocID="{55487A50-4144-4B55-B3A3-C365E17C46E7}" presName="linNode" presStyleCnt="0"/>
      <dgm:spPr/>
    </dgm:pt>
    <dgm:pt modelId="{BECFEED1-5435-4286-B19D-0514DFA747E3}" type="pres">
      <dgm:prSet presAssocID="{55487A50-4144-4B55-B3A3-C365E17C46E7}" presName="parentText" presStyleLbl="node1" presStyleIdx="2" presStyleCnt="7" custLinFactNeighborX="-8929" custLinFactNeighborY="-1484">
        <dgm:presLayoutVars>
          <dgm:chMax val="1"/>
          <dgm:bulletEnabled val="1"/>
        </dgm:presLayoutVars>
      </dgm:prSet>
      <dgm:spPr/>
    </dgm:pt>
    <dgm:pt modelId="{153EAD03-9573-4D6C-8AB4-9D1655313EE6}" type="pres">
      <dgm:prSet presAssocID="{55487A50-4144-4B55-B3A3-C365E17C46E7}" presName="descendantText" presStyleLbl="alignAccFollowNode1" presStyleIdx="2" presStyleCnt="7">
        <dgm:presLayoutVars>
          <dgm:bulletEnabled val="1"/>
        </dgm:presLayoutVars>
      </dgm:prSet>
      <dgm:spPr/>
    </dgm:pt>
    <dgm:pt modelId="{A9D21A22-E9D7-4A89-9D78-68F72B6AD734}" type="pres">
      <dgm:prSet presAssocID="{9D680F6A-7D5D-4AB8-A0E5-136F0CBB59F2}" presName="sp" presStyleCnt="0"/>
      <dgm:spPr/>
    </dgm:pt>
    <dgm:pt modelId="{16894066-7607-487C-BE53-D010EFEE41AC}" type="pres">
      <dgm:prSet presAssocID="{10C4030D-A175-41BB-9E23-AE0CE7495CDD}" presName="linNode" presStyleCnt="0"/>
      <dgm:spPr/>
    </dgm:pt>
    <dgm:pt modelId="{2B416AEC-59FB-4D9E-8371-9D4FDC26A030}" type="pres">
      <dgm:prSet presAssocID="{10C4030D-A175-41BB-9E23-AE0CE7495CDD}" presName="parentText" presStyleLbl="node1" presStyleIdx="3" presStyleCnt="7" custLinFactNeighborX="-8929" custLinFactNeighborY="-1484">
        <dgm:presLayoutVars>
          <dgm:chMax val="1"/>
          <dgm:bulletEnabled val="1"/>
        </dgm:presLayoutVars>
      </dgm:prSet>
      <dgm:spPr/>
    </dgm:pt>
    <dgm:pt modelId="{F59CD2CD-2FED-4A71-AC36-36B240847DEF}" type="pres">
      <dgm:prSet presAssocID="{10C4030D-A175-41BB-9E23-AE0CE7495CDD}" presName="descendantText" presStyleLbl="alignAccFollowNode1" presStyleIdx="3" presStyleCnt="7">
        <dgm:presLayoutVars>
          <dgm:bulletEnabled val="1"/>
        </dgm:presLayoutVars>
      </dgm:prSet>
      <dgm:spPr/>
    </dgm:pt>
    <dgm:pt modelId="{11D8A819-602E-4123-9CAD-EE5C29F31743}" type="pres">
      <dgm:prSet presAssocID="{8C6045FE-CC15-4D62-B243-08624BA4DD3D}" presName="sp" presStyleCnt="0"/>
      <dgm:spPr/>
    </dgm:pt>
    <dgm:pt modelId="{05F9CD76-38E9-47D5-AD7C-835BB0AC7E48}" type="pres">
      <dgm:prSet presAssocID="{E2E141EB-5CE5-42D3-B9EE-4C806B04BB50}" presName="linNode" presStyleCnt="0"/>
      <dgm:spPr/>
    </dgm:pt>
    <dgm:pt modelId="{AA50DF52-BDCD-48FE-8881-AE9DCE972B37}" type="pres">
      <dgm:prSet presAssocID="{E2E141EB-5CE5-42D3-B9EE-4C806B04BB50}" presName="parentText" presStyleLbl="node1" presStyleIdx="4" presStyleCnt="7" custLinFactNeighborX="-8929" custLinFactNeighborY="-1484">
        <dgm:presLayoutVars>
          <dgm:chMax val="1"/>
          <dgm:bulletEnabled val="1"/>
        </dgm:presLayoutVars>
      </dgm:prSet>
      <dgm:spPr/>
    </dgm:pt>
    <dgm:pt modelId="{8E62B22D-8F37-4F50-A0BF-265DEF2C2855}" type="pres">
      <dgm:prSet presAssocID="{E2E141EB-5CE5-42D3-B9EE-4C806B04BB50}" presName="descendantText" presStyleLbl="alignAccFollowNode1" presStyleIdx="4" presStyleCnt="7">
        <dgm:presLayoutVars>
          <dgm:bulletEnabled val="1"/>
        </dgm:presLayoutVars>
      </dgm:prSet>
      <dgm:spPr/>
    </dgm:pt>
    <dgm:pt modelId="{A5D1F2B1-F0C4-4AC5-AFC4-E96582404B52}" type="pres">
      <dgm:prSet presAssocID="{E5C0C4B0-DDC8-4213-BE9D-847E672B6C0A}" presName="sp" presStyleCnt="0"/>
      <dgm:spPr/>
    </dgm:pt>
    <dgm:pt modelId="{919DDBED-0280-4255-B5A6-6EBCE8502138}" type="pres">
      <dgm:prSet presAssocID="{2CEC62CE-BE7D-4E40-AEAA-A1C6465252D6}" presName="linNode" presStyleCnt="0"/>
      <dgm:spPr/>
    </dgm:pt>
    <dgm:pt modelId="{FD320A1B-13B9-49FD-A7F9-10F4811C3C46}" type="pres">
      <dgm:prSet presAssocID="{2CEC62CE-BE7D-4E40-AEAA-A1C6465252D6}" presName="parentText" presStyleLbl="node1" presStyleIdx="5" presStyleCnt="7" custLinFactNeighborX="-8929" custLinFactNeighborY="-1484">
        <dgm:presLayoutVars>
          <dgm:chMax val="1"/>
          <dgm:bulletEnabled val="1"/>
        </dgm:presLayoutVars>
      </dgm:prSet>
      <dgm:spPr/>
    </dgm:pt>
    <dgm:pt modelId="{80D83DF8-825F-480E-9ADE-408071DD432B}" type="pres">
      <dgm:prSet presAssocID="{2CEC62CE-BE7D-4E40-AEAA-A1C6465252D6}" presName="descendantText" presStyleLbl="alignAccFollowNode1" presStyleIdx="5" presStyleCnt="7">
        <dgm:presLayoutVars>
          <dgm:bulletEnabled val="1"/>
        </dgm:presLayoutVars>
      </dgm:prSet>
      <dgm:spPr/>
    </dgm:pt>
    <dgm:pt modelId="{88DC5451-98C4-4D29-9269-32D6D17F470E}" type="pres">
      <dgm:prSet presAssocID="{E8F6E454-9205-425C-89E9-6BD2246D905C}" presName="sp" presStyleCnt="0"/>
      <dgm:spPr/>
    </dgm:pt>
    <dgm:pt modelId="{4A460A24-60FA-475A-8D79-67125D4F9C93}" type="pres">
      <dgm:prSet presAssocID="{70900088-8496-44ED-8C9E-E0BB5BB918B5}" presName="linNode" presStyleCnt="0"/>
      <dgm:spPr/>
    </dgm:pt>
    <dgm:pt modelId="{94F49E1F-750B-4DAF-AB97-734ACCB2EE13}" type="pres">
      <dgm:prSet presAssocID="{70900088-8496-44ED-8C9E-E0BB5BB918B5}" presName="parentText" presStyleLbl="node1" presStyleIdx="6" presStyleCnt="7" custLinFactNeighborX="-8929" custLinFactNeighborY="-1484">
        <dgm:presLayoutVars>
          <dgm:chMax val="1"/>
          <dgm:bulletEnabled val="1"/>
        </dgm:presLayoutVars>
      </dgm:prSet>
      <dgm:spPr/>
    </dgm:pt>
    <dgm:pt modelId="{C6208078-40F6-493E-A89A-3C9B13F3A6F8}" type="pres">
      <dgm:prSet presAssocID="{70900088-8496-44ED-8C9E-E0BB5BB918B5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F544E70B-C350-4E49-93D5-AE2FB4EE8A7A}" type="presOf" srcId="{A1E0BDD1-D416-4210-B5DD-1435450FCDA8}" destId="{80D83DF8-825F-480E-9ADE-408071DD432B}" srcOrd="0" destOrd="0" presId="urn:microsoft.com/office/officeart/2005/8/layout/vList5"/>
    <dgm:cxn modelId="{E3BB1E22-F317-4F35-A7F1-4385A1CC829A}" type="presOf" srcId="{22885B00-396F-4C85-BCDC-FCEBFB3454A1}" destId="{F59CD2CD-2FED-4A71-AC36-36B240847DEF}" srcOrd="0" destOrd="0" presId="urn:microsoft.com/office/officeart/2005/8/layout/vList5"/>
    <dgm:cxn modelId="{21538326-8C5B-4F28-9236-0D0D2549D73C}" srcId="{55487A50-4144-4B55-B3A3-C365E17C46E7}" destId="{DC8E1DEB-6796-491B-A779-DAD12B514255}" srcOrd="0" destOrd="0" parTransId="{D3634498-38CA-4114-A3FF-5BA15C8EABAD}" sibTransId="{A06A589F-AD93-44B0-83F5-741250B62406}"/>
    <dgm:cxn modelId="{4E31C02E-7BF9-4CEC-A9E9-90D8901D365A}" type="presOf" srcId="{2CEC62CE-BE7D-4E40-AEAA-A1C6465252D6}" destId="{FD320A1B-13B9-49FD-A7F9-10F4811C3C46}" srcOrd="0" destOrd="0" presId="urn:microsoft.com/office/officeart/2005/8/layout/vList5"/>
    <dgm:cxn modelId="{0D082F30-3377-4D66-B393-3F5A1A9A47FB}" type="presOf" srcId="{70900088-8496-44ED-8C9E-E0BB5BB918B5}" destId="{94F49E1F-750B-4DAF-AB97-734ACCB2EE13}" srcOrd="0" destOrd="0" presId="urn:microsoft.com/office/officeart/2005/8/layout/vList5"/>
    <dgm:cxn modelId="{C1BD9F35-CC5F-4F0E-8B98-6E3F1E41C188}" type="presOf" srcId="{DC8E1DEB-6796-491B-A779-DAD12B514255}" destId="{153EAD03-9573-4D6C-8AB4-9D1655313EE6}" srcOrd="0" destOrd="0" presId="urn:microsoft.com/office/officeart/2005/8/layout/vList5"/>
    <dgm:cxn modelId="{55BDED39-B74A-411B-9FBD-EC8E1C476E5A}" srcId="{10C4030D-A175-41BB-9E23-AE0CE7495CDD}" destId="{22885B00-396F-4C85-BCDC-FCEBFB3454A1}" srcOrd="0" destOrd="0" parTransId="{119F3B5E-81F2-4708-95DC-837024B63E6D}" sibTransId="{FD1B1F40-18DD-439D-B227-8FCC8E04E2A5}"/>
    <dgm:cxn modelId="{9F28433E-FA14-4B7B-95A5-F619E3C1FEF1}" srcId="{780251EB-A4AF-4F34-957E-C71443AE2110}" destId="{70900088-8496-44ED-8C9E-E0BB5BB918B5}" srcOrd="6" destOrd="0" parTransId="{4DE324C5-CD71-4E62-A8C5-7BBFF3ED671B}" sibTransId="{816AB03B-BBC7-438B-8331-735FD0B92A82}"/>
    <dgm:cxn modelId="{C733A65F-8F03-4B54-8B82-40870ADEA29C}" type="presOf" srcId="{780251EB-A4AF-4F34-957E-C71443AE2110}" destId="{9EF3DA6C-A731-4EA5-AEDE-427A902289FD}" srcOrd="0" destOrd="0" presId="urn:microsoft.com/office/officeart/2005/8/layout/vList5"/>
    <dgm:cxn modelId="{8EC73760-6174-441E-A824-963D913C17F0}" srcId="{780251EB-A4AF-4F34-957E-C71443AE2110}" destId="{55487A50-4144-4B55-B3A3-C365E17C46E7}" srcOrd="2" destOrd="0" parTransId="{23EEDD38-CF3D-4DD1-9940-1FC7100AE73E}" sibTransId="{9D680F6A-7D5D-4AB8-A0E5-136F0CBB59F2}"/>
    <dgm:cxn modelId="{8FBE9442-2B08-4D49-9233-771A5708F6C9}" srcId="{561E2793-6229-4938-B6D2-9B1AC4276AAF}" destId="{3A42FFC5-6AF2-4D39-A6E8-007D28BDA648}" srcOrd="0" destOrd="0" parTransId="{A9266DEB-8157-491A-AECB-A90672D07977}" sibTransId="{8A853DD8-8A0F-4A93-BFFF-09CD85CA3B19}"/>
    <dgm:cxn modelId="{3200504A-A330-41A2-A34A-521FAF5847B9}" srcId="{2CEC62CE-BE7D-4E40-AEAA-A1C6465252D6}" destId="{A1E0BDD1-D416-4210-B5DD-1435450FCDA8}" srcOrd="0" destOrd="0" parTransId="{93A5827F-4A46-4FD2-8981-30C417430EFC}" sibTransId="{5DEA2D59-93F1-4CCE-AD39-FF04FAD44ADB}"/>
    <dgm:cxn modelId="{FCF1A94B-FBB3-4757-9CB1-1C5F376F70F9}" type="presOf" srcId="{E2E141EB-5CE5-42D3-B9EE-4C806B04BB50}" destId="{AA50DF52-BDCD-48FE-8881-AE9DCE972B37}" srcOrd="0" destOrd="0" presId="urn:microsoft.com/office/officeart/2005/8/layout/vList5"/>
    <dgm:cxn modelId="{00156453-0B37-43A2-90A1-3D08B868BAFF}" type="presOf" srcId="{55487A50-4144-4B55-B3A3-C365E17C46E7}" destId="{BECFEED1-5435-4286-B19D-0514DFA747E3}" srcOrd="0" destOrd="0" presId="urn:microsoft.com/office/officeart/2005/8/layout/vList5"/>
    <dgm:cxn modelId="{35339174-0B33-4647-8ABD-83FC3AC3E6EC}" type="presOf" srcId="{E780B49C-D905-44A2-92E7-48B6C0CED20E}" destId="{C6208078-40F6-493E-A89A-3C9B13F3A6F8}" srcOrd="0" destOrd="0" presId="urn:microsoft.com/office/officeart/2005/8/layout/vList5"/>
    <dgm:cxn modelId="{F74BA579-9A74-4F8C-BD5E-BF85BA6E4123}" type="presOf" srcId="{77BD0245-7496-4508-A378-4A126B5F6574}" destId="{EAFDD5AB-9D86-4B3A-9858-907F37F9656B}" srcOrd="0" destOrd="0" presId="urn:microsoft.com/office/officeart/2005/8/layout/vList5"/>
    <dgm:cxn modelId="{1F0EAB8A-7194-44E8-BDBC-FAB4AD4A39C0}" srcId="{E2E141EB-5CE5-42D3-B9EE-4C806B04BB50}" destId="{A2D56E26-05D2-40FF-939A-48B3EB804E2C}" srcOrd="0" destOrd="0" parTransId="{726DD4FF-B95F-49DA-9125-5BF18659C8FC}" sibTransId="{412C3634-D052-47E0-9513-2B429078AF86}"/>
    <dgm:cxn modelId="{4EE20E90-606A-4862-AC7A-2AE90A88A992}" srcId="{780251EB-A4AF-4F34-957E-C71443AE2110}" destId="{2CEC62CE-BE7D-4E40-AEAA-A1C6465252D6}" srcOrd="5" destOrd="0" parTransId="{20E145F1-1CA8-4C1C-B0B9-1DFC37D4B3A0}" sibTransId="{E8F6E454-9205-425C-89E9-6BD2246D905C}"/>
    <dgm:cxn modelId="{0A410095-1B0F-4B6A-81FC-0595046E2E88}" type="presOf" srcId="{A2D56E26-05D2-40FF-939A-48B3EB804E2C}" destId="{8E62B22D-8F37-4F50-A0BF-265DEF2C2855}" srcOrd="0" destOrd="0" presId="urn:microsoft.com/office/officeart/2005/8/layout/vList5"/>
    <dgm:cxn modelId="{D76D249A-F0C4-4209-AEA6-F7EBDCB21EAD}" type="presOf" srcId="{561E2793-6229-4938-B6D2-9B1AC4276AAF}" destId="{571BCA54-26AF-4AC7-89A9-70786C0B5639}" srcOrd="0" destOrd="0" presId="urn:microsoft.com/office/officeart/2005/8/layout/vList5"/>
    <dgm:cxn modelId="{1809ADA1-A664-4796-A7E0-5039C79559F0}" type="presOf" srcId="{10C4030D-A175-41BB-9E23-AE0CE7495CDD}" destId="{2B416AEC-59FB-4D9E-8371-9D4FDC26A030}" srcOrd="0" destOrd="0" presId="urn:microsoft.com/office/officeart/2005/8/layout/vList5"/>
    <dgm:cxn modelId="{CF321ABD-FDD1-4840-8FF4-6E06508B8A3F}" type="presOf" srcId="{3A42FFC5-6AF2-4D39-A6E8-007D28BDA648}" destId="{3915DA15-437B-4BEF-B28A-A5A0B3E484CC}" srcOrd="0" destOrd="0" presId="urn:microsoft.com/office/officeart/2005/8/layout/vList5"/>
    <dgm:cxn modelId="{F43D0ECF-9815-4401-88BE-57716C13EB7F}" srcId="{77BD0245-7496-4508-A378-4A126B5F6574}" destId="{FB1DAE1D-204C-4DDF-9105-30F7B8A316C5}" srcOrd="0" destOrd="0" parTransId="{6E9E3904-A7CD-4378-BFFC-8FBD283F9C3C}" sibTransId="{C75DE23F-886D-49E3-A8A0-2DF1891E7616}"/>
    <dgm:cxn modelId="{FE7485D9-A8CE-4A4D-B42A-727229F3C2E0}" srcId="{780251EB-A4AF-4F34-957E-C71443AE2110}" destId="{561E2793-6229-4938-B6D2-9B1AC4276AAF}" srcOrd="1" destOrd="0" parTransId="{EF1C52E8-3E85-4C71-8BDC-0FD0A501E3C2}" sibTransId="{6AB86F1B-3996-44A2-A110-BE51209FBDEA}"/>
    <dgm:cxn modelId="{8478ECDD-7F2E-45EA-8C24-20FEA998D814}" srcId="{70900088-8496-44ED-8C9E-E0BB5BB918B5}" destId="{E780B49C-D905-44A2-92E7-48B6C0CED20E}" srcOrd="0" destOrd="0" parTransId="{B1AF4C94-B3AB-4DC6-8367-2730FBE4794B}" sibTransId="{9AE88D74-5162-4831-BD4F-7ACD911F319F}"/>
    <dgm:cxn modelId="{2ECA76DF-95AC-448F-B80E-27537E49089E}" srcId="{780251EB-A4AF-4F34-957E-C71443AE2110}" destId="{10C4030D-A175-41BB-9E23-AE0CE7495CDD}" srcOrd="3" destOrd="0" parTransId="{F71F642B-F2AA-4B5C-AAB5-32465473E4C7}" sibTransId="{8C6045FE-CC15-4D62-B243-08624BA4DD3D}"/>
    <dgm:cxn modelId="{8E2A46EC-33E1-4DD6-A87F-883B1F1B43FE}" srcId="{780251EB-A4AF-4F34-957E-C71443AE2110}" destId="{77BD0245-7496-4508-A378-4A126B5F6574}" srcOrd="0" destOrd="0" parTransId="{9E5F6BAB-E0D4-4036-8FCD-627146F099F7}" sibTransId="{E252C6E8-42F0-4D3C-96FA-14EE31C3B727}"/>
    <dgm:cxn modelId="{636169F3-8956-45CE-9B46-B6F79653673A}" srcId="{780251EB-A4AF-4F34-957E-C71443AE2110}" destId="{E2E141EB-5CE5-42D3-B9EE-4C806B04BB50}" srcOrd="4" destOrd="0" parTransId="{4A84661A-8A00-4E14-9DA8-3547150330DA}" sibTransId="{E5C0C4B0-DDC8-4213-BE9D-847E672B6C0A}"/>
    <dgm:cxn modelId="{790B8AF3-DC9B-4D88-977F-00E9B2080EA8}" type="presOf" srcId="{FB1DAE1D-204C-4DDF-9105-30F7B8A316C5}" destId="{67B54A05-9877-4A85-BC3B-C77040E980DA}" srcOrd="0" destOrd="0" presId="urn:microsoft.com/office/officeart/2005/8/layout/vList5"/>
    <dgm:cxn modelId="{923CC5F2-D050-420E-86FE-D4A38E960E24}" type="presParOf" srcId="{9EF3DA6C-A731-4EA5-AEDE-427A902289FD}" destId="{16E6E2FF-3396-4496-8BB5-A6D03F968100}" srcOrd="0" destOrd="0" presId="urn:microsoft.com/office/officeart/2005/8/layout/vList5"/>
    <dgm:cxn modelId="{218695DC-9F24-4E98-A8D2-8FA6F9B2BA03}" type="presParOf" srcId="{16E6E2FF-3396-4496-8BB5-A6D03F968100}" destId="{EAFDD5AB-9D86-4B3A-9858-907F37F9656B}" srcOrd="0" destOrd="0" presId="urn:microsoft.com/office/officeart/2005/8/layout/vList5"/>
    <dgm:cxn modelId="{5C026F37-AEC3-4381-82AA-58774D86609F}" type="presParOf" srcId="{16E6E2FF-3396-4496-8BB5-A6D03F968100}" destId="{67B54A05-9877-4A85-BC3B-C77040E980DA}" srcOrd="1" destOrd="0" presId="urn:microsoft.com/office/officeart/2005/8/layout/vList5"/>
    <dgm:cxn modelId="{BB3A4032-23F6-44B7-9869-F22128BF63A6}" type="presParOf" srcId="{9EF3DA6C-A731-4EA5-AEDE-427A902289FD}" destId="{80CEED59-7F50-4D0F-850E-79A277D2114B}" srcOrd="1" destOrd="0" presId="urn:microsoft.com/office/officeart/2005/8/layout/vList5"/>
    <dgm:cxn modelId="{885174FB-A386-44C7-B350-CCC412690883}" type="presParOf" srcId="{9EF3DA6C-A731-4EA5-AEDE-427A902289FD}" destId="{8E72E87B-80A4-44B7-AE9D-FE1A5F4C355C}" srcOrd="2" destOrd="0" presId="urn:microsoft.com/office/officeart/2005/8/layout/vList5"/>
    <dgm:cxn modelId="{5CE5BFC7-F2E8-45B0-A029-863BE4943AF3}" type="presParOf" srcId="{8E72E87B-80A4-44B7-AE9D-FE1A5F4C355C}" destId="{571BCA54-26AF-4AC7-89A9-70786C0B5639}" srcOrd="0" destOrd="0" presId="urn:microsoft.com/office/officeart/2005/8/layout/vList5"/>
    <dgm:cxn modelId="{52B38BE4-A905-4207-804B-F671D252A632}" type="presParOf" srcId="{8E72E87B-80A4-44B7-AE9D-FE1A5F4C355C}" destId="{3915DA15-437B-4BEF-B28A-A5A0B3E484CC}" srcOrd="1" destOrd="0" presId="urn:microsoft.com/office/officeart/2005/8/layout/vList5"/>
    <dgm:cxn modelId="{62F1558D-B0AE-42E4-81A6-DF52AD9E1BE1}" type="presParOf" srcId="{9EF3DA6C-A731-4EA5-AEDE-427A902289FD}" destId="{80EC07CE-B1D9-431A-879A-1521124BDE77}" srcOrd="3" destOrd="0" presId="urn:microsoft.com/office/officeart/2005/8/layout/vList5"/>
    <dgm:cxn modelId="{0B0BD1F3-096D-436B-B850-2D8F515A916D}" type="presParOf" srcId="{9EF3DA6C-A731-4EA5-AEDE-427A902289FD}" destId="{B396BC15-4DBD-45D4-BC6B-AF3DB477F681}" srcOrd="4" destOrd="0" presId="urn:microsoft.com/office/officeart/2005/8/layout/vList5"/>
    <dgm:cxn modelId="{194B7C62-2CF8-4464-B22C-35B93B119FD7}" type="presParOf" srcId="{B396BC15-4DBD-45D4-BC6B-AF3DB477F681}" destId="{BECFEED1-5435-4286-B19D-0514DFA747E3}" srcOrd="0" destOrd="0" presId="urn:microsoft.com/office/officeart/2005/8/layout/vList5"/>
    <dgm:cxn modelId="{BB8EDDD4-B690-472D-A971-B24DEACB650B}" type="presParOf" srcId="{B396BC15-4DBD-45D4-BC6B-AF3DB477F681}" destId="{153EAD03-9573-4D6C-8AB4-9D1655313EE6}" srcOrd="1" destOrd="0" presId="urn:microsoft.com/office/officeart/2005/8/layout/vList5"/>
    <dgm:cxn modelId="{C4AEEF6E-6A73-47DE-9524-EF556D3B03B8}" type="presParOf" srcId="{9EF3DA6C-A731-4EA5-AEDE-427A902289FD}" destId="{A9D21A22-E9D7-4A89-9D78-68F72B6AD734}" srcOrd="5" destOrd="0" presId="urn:microsoft.com/office/officeart/2005/8/layout/vList5"/>
    <dgm:cxn modelId="{619AED88-322A-46E7-918B-A294DDE1B614}" type="presParOf" srcId="{9EF3DA6C-A731-4EA5-AEDE-427A902289FD}" destId="{16894066-7607-487C-BE53-D010EFEE41AC}" srcOrd="6" destOrd="0" presId="urn:microsoft.com/office/officeart/2005/8/layout/vList5"/>
    <dgm:cxn modelId="{4BA20573-D83C-4AA7-ACF0-90C7B199DADF}" type="presParOf" srcId="{16894066-7607-487C-BE53-D010EFEE41AC}" destId="{2B416AEC-59FB-4D9E-8371-9D4FDC26A030}" srcOrd="0" destOrd="0" presId="urn:microsoft.com/office/officeart/2005/8/layout/vList5"/>
    <dgm:cxn modelId="{3BFCB832-47AD-4201-A848-9F1E111061A7}" type="presParOf" srcId="{16894066-7607-487C-BE53-D010EFEE41AC}" destId="{F59CD2CD-2FED-4A71-AC36-36B240847DEF}" srcOrd="1" destOrd="0" presId="urn:microsoft.com/office/officeart/2005/8/layout/vList5"/>
    <dgm:cxn modelId="{8D7BF167-A30A-48A2-AE45-D5BDBD6C68F0}" type="presParOf" srcId="{9EF3DA6C-A731-4EA5-AEDE-427A902289FD}" destId="{11D8A819-602E-4123-9CAD-EE5C29F31743}" srcOrd="7" destOrd="0" presId="urn:microsoft.com/office/officeart/2005/8/layout/vList5"/>
    <dgm:cxn modelId="{B8DD696F-9C25-405F-AF5D-46A50716A82D}" type="presParOf" srcId="{9EF3DA6C-A731-4EA5-AEDE-427A902289FD}" destId="{05F9CD76-38E9-47D5-AD7C-835BB0AC7E48}" srcOrd="8" destOrd="0" presId="urn:microsoft.com/office/officeart/2005/8/layout/vList5"/>
    <dgm:cxn modelId="{7983941C-2DB8-4BA0-B294-EE4C02A8D747}" type="presParOf" srcId="{05F9CD76-38E9-47D5-AD7C-835BB0AC7E48}" destId="{AA50DF52-BDCD-48FE-8881-AE9DCE972B37}" srcOrd="0" destOrd="0" presId="urn:microsoft.com/office/officeart/2005/8/layout/vList5"/>
    <dgm:cxn modelId="{D309567B-8A37-447F-B561-8A80686217C3}" type="presParOf" srcId="{05F9CD76-38E9-47D5-AD7C-835BB0AC7E48}" destId="{8E62B22D-8F37-4F50-A0BF-265DEF2C2855}" srcOrd="1" destOrd="0" presId="urn:microsoft.com/office/officeart/2005/8/layout/vList5"/>
    <dgm:cxn modelId="{E958B2B1-EC09-4AC5-8637-5524D65BFA34}" type="presParOf" srcId="{9EF3DA6C-A731-4EA5-AEDE-427A902289FD}" destId="{A5D1F2B1-F0C4-4AC5-AFC4-E96582404B52}" srcOrd="9" destOrd="0" presId="urn:microsoft.com/office/officeart/2005/8/layout/vList5"/>
    <dgm:cxn modelId="{685DEBA0-BD50-4054-B576-B5831E1349E2}" type="presParOf" srcId="{9EF3DA6C-A731-4EA5-AEDE-427A902289FD}" destId="{919DDBED-0280-4255-B5A6-6EBCE8502138}" srcOrd="10" destOrd="0" presId="urn:microsoft.com/office/officeart/2005/8/layout/vList5"/>
    <dgm:cxn modelId="{E18B0248-86D5-4A60-AAD2-82E01EE5FF13}" type="presParOf" srcId="{919DDBED-0280-4255-B5A6-6EBCE8502138}" destId="{FD320A1B-13B9-49FD-A7F9-10F4811C3C46}" srcOrd="0" destOrd="0" presId="urn:microsoft.com/office/officeart/2005/8/layout/vList5"/>
    <dgm:cxn modelId="{6BCC3266-9FCE-40E9-8AA5-ADF0A46A59E6}" type="presParOf" srcId="{919DDBED-0280-4255-B5A6-6EBCE8502138}" destId="{80D83DF8-825F-480E-9ADE-408071DD432B}" srcOrd="1" destOrd="0" presId="urn:microsoft.com/office/officeart/2005/8/layout/vList5"/>
    <dgm:cxn modelId="{91C91B15-2DB0-4CE2-86C0-D49EABAF5414}" type="presParOf" srcId="{9EF3DA6C-A731-4EA5-AEDE-427A902289FD}" destId="{88DC5451-98C4-4D29-9269-32D6D17F470E}" srcOrd="11" destOrd="0" presId="urn:microsoft.com/office/officeart/2005/8/layout/vList5"/>
    <dgm:cxn modelId="{B42C6CD7-425D-4931-9C41-684CB03002A1}" type="presParOf" srcId="{9EF3DA6C-A731-4EA5-AEDE-427A902289FD}" destId="{4A460A24-60FA-475A-8D79-67125D4F9C93}" srcOrd="12" destOrd="0" presId="urn:microsoft.com/office/officeart/2005/8/layout/vList5"/>
    <dgm:cxn modelId="{820D4E1D-6019-4D06-B6D3-DBE6E7DD59B3}" type="presParOf" srcId="{4A460A24-60FA-475A-8D79-67125D4F9C93}" destId="{94F49E1F-750B-4DAF-AB97-734ACCB2EE13}" srcOrd="0" destOrd="0" presId="urn:microsoft.com/office/officeart/2005/8/layout/vList5"/>
    <dgm:cxn modelId="{EC5B3B21-B5EF-461E-88B3-EC5FDA318103}" type="presParOf" srcId="{4A460A24-60FA-475A-8D79-67125D4F9C93}" destId="{C6208078-40F6-493E-A89A-3C9B13F3A6F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C51B78-F7F3-4E30-960D-AD244FFBC087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BC2154F7-AFC5-4173-8753-E7F5A550933A}">
      <dgm:prSet phldrT="[Text]" custT="1"/>
      <dgm:spPr/>
      <dgm:t>
        <a:bodyPr/>
        <a:lstStyle/>
        <a:p>
          <a:pPr>
            <a:buNone/>
          </a:pPr>
          <a:r>
            <a:rPr lang="en-SG" sz="2000" b="0"/>
            <a:t>Specific Focus</a:t>
          </a:r>
          <a:endParaRPr lang="en-SG" sz="2000"/>
        </a:p>
      </dgm:t>
    </dgm:pt>
    <dgm:pt modelId="{54A4D6C7-6E16-4448-86CD-15CEAA05E63E}" type="parTrans" cxnId="{9DE140BC-F1E3-4160-8849-09EB80E2DF88}">
      <dgm:prSet/>
      <dgm:spPr/>
      <dgm:t>
        <a:bodyPr/>
        <a:lstStyle/>
        <a:p>
          <a:endParaRPr lang="en-SG"/>
        </a:p>
      </dgm:t>
    </dgm:pt>
    <dgm:pt modelId="{12446B02-C544-423D-83E1-80E7CD84932D}" type="sibTrans" cxnId="{9DE140BC-F1E3-4160-8849-09EB80E2DF88}">
      <dgm:prSet/>
      <dgm:spPr/>
      <dgm:t>
        <a:bodyPr/>
        <a:lstStyle/>
        <a:p>
          <a:endParaRPr lang="en-SG"/>
        </a:p>
      </dgm:t>
    </dgm:pt>
    <dgm:pt modelId="{74702ACF-E7A3-4B5C-B9BC-EEDF18419820}">
      <dgm:prSet phldrT="[Text]" custT="1"/>
      <dgm:spPr/>
      <dgm:t>
        <a:bodyPr/>
        <a:lstStyle/>
        <a:p>
          <a:pPr>
            <a:buNone/>
          </a:pPr>
          <a:r>
            <a:rPr lang="en-GB" sz="2000" b="0"/>
            <a:t>Purpose-built for regulatory framework (SFA, FAA, FSMA, Notices, Guidelines, Codes)</a:t>
          </a:r>
          <a:endParaRPr lang="en-SG" sz="2000"/>
        </a:p>
      </dgm:t>
    </dgm:pt>
    <dgm:pt modelId="{6FF1BDD6-3BEE-46A5-8D7D-06221A7F8F7E}" type="parTrans" cxnId="{87BF2763-DD38-417F-BD2F-CD993606EF26}">
      <dgm:prSet/>
      <dgm:spPr/>
      <dgm:t>
        <a:bodyPr/>
        <a:lstStyle/>
        <a:p>
          <a:endParaRPr lang="en-SG"/>
        </a:p>
      </dgm:t>
    </dgm:pt>
    <dgm:pt modelId="{7A69423E-102B-4B38-B7D0-C375D7DE4D9D}" type="sibTrans" cxnId="{87BF2763-DD38-417F-BD2F-CD993606EF26}">
      <dgm:prSet/>
      <dgm:spPr/>
      <dgm:t>
        <a:bodyPr/>
        <a:lstStyle/>
        <a:p>
          <a:endParaRPr lang="en-SG"/>
        </a:p>
      </dgm:t>
    </dgm:pt>
    <dgm:pt modelId="{CECB1DD8-0295-4C03-AA3E-37F6F7EF7968}">
      <dgm:prSet phldrT="[Text]" custT="1"/>
      <dgm:spPr/>
      <dgm:t>
        <a:bodyPr/>
        <a:lstStyle/>
        <a:p>
          <a:pPr>
            <a:buNone/>
          </a:pPr>
          <a:r>
            <a:rPr lang="en-SG" sz="2000" b="0"/>
            <a:t>Regulation Diff Engine</a:t>
          </a:r>
          <a:endParaRPr lang="en-SG" sz="2000"/>
        </a:p>
      </dgm:t>
    </dgm:pt>
    <dgm:pt modelId="{4D31748D-57E0-4D05-9000-F8EE0DDCF548}" type="parTrans" cxnId="{34F417DE-4494-4064-A5C3-4A3A7FC6C64C}">
      <dgm:prSet/>
      <dgm:spPr/>
      <dgm:t>
        <a:bodyPr/>
        <a:lstStyle/>
        <a:p>
          <a:endParaRPr lang="en-SG"/>
        </a:p>
      </dgm:t>
    </dgm:pt>
    <dgm:pt modelId="{CE74792E-EADF-4403-A4AD-0B975C83CC93}" type="sibTrans" cxnId="{34F417DE-4494-4064-A5C3-4A3A7FC6C64C}">
      <dgm:prSet/>
      <dgm:spPr/>
      <dgm:t>
        <a:bodyPr/>
        <a:lstStyle/>
        <a:p>
          <a:endParaRPr lang="en-SG"/>
        </a:p>
      </dgm:t>
    </dgm:pt>
    <dgm:pt modelId="{5506F296-D102-45E0-9D4A-16FF52E9793C}">
      <dgm:prSet phldrT="[Text]" custT="1"/>
      <dgm:spPr/>
      <dgm:t>
        <a:bodyPr/>
        <a:lstStyle/>
        <a:p>
          <a:pPr>
            <a:buNone/>
          </a:pPr>
          <a:r>
            <a:rPr lang="en-GB" sz="2000" b="0"/>
            <a:t>Upload new versions, auto-detect changes, get AI-summarized compliance impact</a:t>
          </a:r>
          <a:endParaRPr lang="en-SG" sz="2000"/>
        </a:p>
      </dgm:t>
    </dgm:pt>
    <dgm:pt modelId="{18EC8619-57E9-4871-91CF-CADA6F40BF6C}" type="parTrans" cxnId="{72814126-9FB0-4697-8D05-2D479E79622D}">
      <dgm:prSet/>
      <dgm:spPr/>
      <dgm:t>
        <a:bodyPr/>
        <a:lstStyle/>
        <a:p>
          <a:endParaRPr lang="en-SG"/>
        </a:p>
      </dgm:t>
    </dgm:pt>
    <dgm:pt modelId="{5849275F-65D2-4EC9-B5C8-A64001E9A304}" type="sibTrans" cxnId="{72814126-9FB0-4697-8D05-2D479E79622D}">
      <dgm:prSet/>
      <dgm:spPr/>
      <dgm:t>
        <a:bodyPr/>
        <a:lstStyle/>
        <a:p>
          <a:endParaRPr lang="en-SG"/>
        </a:p>
      </dgm:t>
    </dgm:pt>
    <dgm:pt modelId="{2234D94D-A170-4221-B158-C82A5C51385D}">
      <dgm:prSet phldrT="[Text]" custT="1"/>
      <dgm:spPr/>
      <dgm:t>
        <a:bodyPr/>
        <a:lstStyle/>
        <a:p>
          <a:pPr>
            <a:buNone/>
          </a:pPr>
          <a:r>
            <a:rPr lang="en-SG" sz="2000" b="0"/>
            <a:t>Risk Heatmap</a:t>
          </a:r>
          <a:endParaRPr lang="en-SG" sz="2000"/>
        </a:p>
      </dgm:t>
    </dgm:pt>
    <dgm:pt modelId="{85FBB6FC-ACFF-4F45-88DB-0BA44071EB21}" type="parTrans" cxnId="{BB1776BB-DC6A-4D7D-90F3-8FF600AF98A6}">
      <dgm:prSet/>
      <dgm:spPr/>
      <dgm:t>
        <a:bodyPr/>
        <a:lstStyle/>
        <a:p>
          <a:endParaRPr lang="en-SG"/>
        </a:p>
      </dgm:t>
    </dgm:pt>
    <dgm:pt modelId="{966F1D50-C647-471D-97A7-19DBCB3934E9}" type="sibTrans" cxnId="{BB1776BB-DC6A-4D7D-90F3-8FF600AF98A6}">
      <dgm:prSet/>
      <dgm:spPr/>
      <dgm:t>
        <a:bodyPr/>
        <a:lstStyle/>
        <a:p>
          <a:endParaRPr lang="en-SG"/>
        </a:p>
      </dgm:t>
    </dgm:pt>
    <dgm:pt modelId="{04892973-28F4-4A63-A4D3-7D30C137984C}">
      <dgm:prSet phldrT="[Text]" custT="1"/>
      <dgm:spPr/>
      <dgm:t>
        <a:bodyPr/>
        <a:lstStyle/>
        <a:p>
          <a:pPr>
            <a:buNone/>
          </a:pPr>
          <a:r>
            <a:rPr lang="en-GB" sz="2000" b="0"/>
            <a:t>Visual compliance risk scoring by regulation category × business unit</a:t>
          </a:r>
          <a:endParaRPr lang="en-SG" sz="2000"/>
        </a:p>
      </dgm:t>
    </dgm:pt>
    <dgm:pt modelId="{DAC1F333-3F0F-4A59-A88F-E1AA89585173}" type="parTrans" cxnId="{0A889D9E-FD15-4386-A304-3FA5E06177BC}">
      <dgm:prSet/>
      <dgm:spPr/>
      <dgm:t>
        <a:bodyPr/>
        <a:lstStyle/>
        <a:p>
          <a:endParaRPr lang="en-SG"/>
        </a:p>
      </dgm:t>
    </dgm:pt>
    <dgm:pt modelId="{8C375949-0B58-450B-9B6D-F01429DA3899}" type="sibTrans" cxnId="{0A889D9E-FD15-4386-A304-3FA5E06177BC}">
      <dgm:prSet/>
      <dgm:spPr/>
      <dgm:t>
        <a:bodyPr/>
        <a:lstStyle/>
        <a:p>
          <a:endParaRPr lang="en-SG"/>
        </a:p>
      </dgm:t>
    </dgm:pt>
    <dgm:pt modelId="{0FF2D4F7-0B79-48D3-97BC-2848FE3FEB0F}">
      <dgm:prSet phldrT="[Text]" custT="1"/>
      <dgm:spPr/>
      <dgm:t>
        <a:bodyPr/>
        <a:lstStyle/>
        <a:p>
          <a:pPr>
            <a:buNone/>
          </a:pPr>
          <a:r>
            <a:rPr lang="en-SG" sz="2000" b="0"/>
            <a:t>Model Agnostic</a:t>
          </a:r>
          <a:endParaRPr lang="en-SG" sz="2000"/>
        </a:p>
      </dgm:t>
    </dgm:pt>
    <dgm:pt modelId="{48A04895-7760-4E31-AB97-B90EFDB7269D}" type="parTrans" cxnId="{32C55F98-893B-4868-9CE4-0A750625B567}">
      <dgm:prSet/>
      <dgm:spPr/>
      <dgm:t>
        <a:bodyPr/>
        <a:lstStyle/>
        <a:p>
          <a:endParaRPr lang="en-SG"/>
        </a:p>
      </dgm:t>
    </dgm:pt>
    <dgm:pt modelId="{3150A415-8DA0-43F5-A998-C0CFE2CC229D}" type="sibTrans" cxnId="{32C55F98-893B-4868-9CE4-0A750625B567}">
      <dgm:prSet/>
      <dgm:spPr/>
      <dgm:t>
        <a:bodyPr/>
        <a:lstStyle/>
        <a:p>
          <a:endParaRPr lang="en-SG"/>
        </a:p>
      </dgm:t>
    </dgm:pt>
    <dgm:pt modelId="{CEE94F13-8E9F-47EE-BF22-0A2320A08ED4}">
      <dgm:prSet phldrT="[Text]" custT="1"/>
      <dgm:spPr/>
      <dgm:t>
        <a:bodyPr/>
        <a:lstStyle/>
        <a:p>
          <a:pPr>
            <a:buNone/>
          </a:pPr>
          <a:r>
            <a:rPr lang="en-SG" sz="2000" b="0"/>
            <a:t>Swap LLM providers (OpenAI ↔ Claude ↔ Llama) without code changes</a:t>
          </a:r>
          <a:endParaRPr lang="en-SG" sz="2000"/>
        </a:p>
      </dgm:t>
    </dgm:pt>
    <dgm:pt modelId="{B842C287-746F-4A5F-B8E9-AA8C9507D40E}" type="parTrans" cxnId="{87C2EDE5-631C-4ADF-A1DA-9091C546AB3F}">
      <dgm:prSet/>
      <dgm:spPr/>
      <dgm:t>
        <a:bodyPr/>
        <a:lstStyle/>
        <a:p>
          <a:endParaRPr lang="en-SG"/>
        </a:p>
      </dgm:t>
    </dgm:pt>
    <dgm:pt modelId="{2E3BDA06-570F-4240-9D13-A5A2581C4F22}" type="sibTrans" cxnId="{87C2EDE5-631C-4ADF-A1DA-9091C546AB3F}">
      <dgm:prSet/>
      <dgm:spPr/>
      <dgm:t>
        <a:bodyPr/>
        <a:lstStyle/>
        <a:p>
          <a:endParaRPr lang="en-SG"/>
        </a:p>
      </dgm:t>
    </dgm:pt>
    <dgm:pt modelId="{B4062182-FE02-40A9-933B-9B15DD00CDB0}">
      <dgm:prSet phldrT="[Text]" custT="1"/>
      <dgm:spPr/>
      <dgm:t>
        <a:bodyPr/>
        <a:lstStyle/>
        <a:p>
          <a:pPr>
            <a:buNone/>
          </a:pPr>
          <a:r>
            <a:rPr lang="en-SG" sz="2000" b="0"/>
            <a:t>Enterprise Grade UI</a:t>
          </a:r>
          <a:endParaRPr lang="en-SG" sz="2000"/>
        </a:p>
      </dgm:t>
    </dgm:pt>
    <dgm:pt modelId="{F1C18CFB-5E71-44E6-8366-6C9ECCA79BAB}" type="parTrans" cxnId="{5D5BAEA3-618E-4043-AC38-9B59136BED13}">
      <dgm:prSet/>
      <dgm:spPr/>
      <dgm:t>
        <a:bodyPr/>
        <a:lstStyle/>
        <a:p>
          <a:endParaRPr lang="en-SG"/>
        </a:p>
      </dgm:t>
    </dgm:pt>
    <dgm:pt modelId="{C7B90DC5-3049-4F19-963F-EAFF5C46BF14}" type="sibTrans" cxnId="{5D5BAEA3-618E-4043-AC38-9B59136BED13}">
      <dgm:prSet/>
      <dgm:spPr/>
      <dgm:t>
        <a:bodyPr/>
        <a:lstStyle/>
        <a:p>
          <a:endParaRPr lang="en-SG"/>
        </a:p>
      </dgm:t>
    </dgm:pt>
    <dgm:pt modelId="{9F245655-9F32-4B07-A2BC-19337646915B}">
      <dgm:prSet phldrT="[Text]" custT="1"/>
      <dgm:spPr/>
      <dgm:t>
        <a:bodyPr/>
        <a:lstStyle/>
        <a:p>
          <a:pPr>
            <a:buNone/>
          </a:pPr>
          <a:r>
            <a:rPr lang="en-SG" sz="2000" b="0"/>
            <a:t>Ant Design , Excel exports</a:t>
          </a:r>
          <a:endParaRPr lang="en-SG" sz="2000"/>
        </a:p>
      </dgm:t>
    </dgm:pt>
    <dgm:pt modelId="{86D96069-F6CF-4D0A-B6F9-06CAC67F27E7}" type="parTrans" cxnId="{CB58737B-D1DA-420E-881C-C1BF438E130B}">
      <dgm:prSet/>
      <dgm:spPr/>
      <dgm:t>
        <a:bodyPr/>
        <a:lstStyle/>
        <a:p>
          <a:endParaRPr lang="en-SG"/>
        </a:p>
      </dgm:t>
    </dgm:pt>
    <dgm:pt modelId="{DDF10BD1-D895-44AB-99AD-36E16CF4876E}" type="sibTrans" cxnId="{CB58737B-D1DA-420E-881C-C1BF438E130B}">
      <dgm:prSet/>
      <dgm:spPr/>
      <dgm:t>
        <a:bodyPr/>
        <a:lstStyle/>
        <a:p>
          <a:endParaRPr lang="en-SG"/>
        </a:p>
      </dgm:t>
    </dgm:pt>
    <dgm:pt modelId="{B53E88EB-875C-4D95-BF6A-1DA507FEC08C}" type="pres">
      <dgm:prSet presAssocID="{05C51B78-F7F3-4E30-960D-AD244FFBC087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BE1F5608-916D-489F-A556-2ADFB2081BD4}" type="pres">
      <dgm:prSet presAssocID="{BC2154F7-AFC5-4173-8753-E7F5A550933A}" presName="composite" presStyleCnt="0"/>
      <dgm:spPr/>
    </dgm:pt>
    <dgm:pt modelId="{86F55D1B-3206-45F8-9FB3-61E9D334B5E4}" type="pres">
      <dgm:prSet presAssocID="{BC2154F7-AFC5-4173-8753-E7F5A550933A}" presName="FirstChild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2C2F53B8-04A0-4312-8B7E-BF93A35813BA}" type="pres">
      <dgm:prSet presAssocID="{BC2154F7-AFC5-4173-8753-E7F5A550933A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EE233891-8B03-4D70-AD43-EC9FE4493572}" type="pres">
      <dgm:prSet presAssocID="{BC2154F7-AFC5-4173-8753-E7F5A550933A}" presName="Accent" presStyleLbl="parChTrans1D1" presStyleIdx="0" presStyleCnt="5"/>
      <dgm:spPr/>
    </dgm:pt>
    <dgm:pt modelId="{DDBFBDEB-DBC5-4F39-A411-711BE4A02578}" type="pres">
      <dgm:prSet presAssocID="{12446B02-C544-423D-83E1-80E7CD84932D}" presName="sibTrans" presStyleCnt="0"/>
      <dgm:spPr/>
    </dgm:pt>
    <dgm:pt modelId="{7A98E7AB-4A23-4334-A8BD-334DFBF8E0E5}" type="pres">
      <dgm:prSet presAssocID="{CECB1DD8-0295-4C03-AA3E-37F6F7EF7968}" presName="composite" presStyleCnt="0"/>
      <dgm:spPr/>
    </dgm:pt>
    <dgm:pt modelId="{00BECF32-24D9-4136-B1A8-701B653344F0}" type="pres">
      <dgm:prSet presAssocID="{CECB1DD8-0295-4C03-AA3E-37F6F7EF7968}" presName="FirstChild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00D901DF-5058-43B7-9A58-1006FCDE568F}" type="pres">
      <dgm:prSet presAssocID="{CECB1DD8-0295-4C03-AA3E-37F6F7EF7968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ABA601EC-F4E7-4203-A5CF-7A262D6CBA88}" type="pres">
      <dgm:prSet presAssocID="{CECB1DD8-0295-4C03-AA3E-37F6F7EF7968}" presName="Accent" presStyleLbl="parChTrans1D1" presStyleIdx="1" presStyleCnt="5"/>
      <dgm:spPr/>
    </dgm:pt>
    <dgm:pt modelId="{BFDAD9A0-CCFD-403B-81BB-A9AF66325703}" type="pres">
      <dgm:prSet presAssocID="{CE74792E-EADF-4403-A4AD-0B975C83CC93}" presName="sibTrans" presStyleCnt="0"/>
      <dgm:spPr/>
    </dgm:pt>
    <dgm:pt modelId="{A1A30145-D236-4F32-A189-98103D0ACA8A}" type="pres">
      <dgm:prSet presAssocID="{2234D94D-A170-4221-B158-C82A5C51385D}" presName="composite" presStyleCnt="0"/>
      <dgm:spPr/>
    </dgm:pt>
    <dgm:pt modelId="{373B7745-5E71-4993-99E9-CBC6F10D962D}" type="pres">
      <dgm:prSet presAssocID="{2234D94D-A170-4221-B158-C82A5C51385D}" presName="FirstChild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B7868B31-DBB4-4506-9DFB-B669642FC43A}" type="pres">
      <dgm:prSet presAssocID="{2234D94D-A170-4221-B158-C82A5C51385D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5598584A-4C5B-4AA7-83E8-822AD20DFA62}" type="pres">
      <dgm:prSet presAssocID="{2234D94D-A170-4221-B158-C82A5C51385D}" presName="Accent" presStyleLbl="parChTrans1D1" presStyleIdx="2" presStyleCnt="5"/>
      <dgm:spPr/>
    </dgm:pt>
    <dgm:pt modelId="{711667B6-3E9B-43D5-AC13-14935A651A36}" type="pres">
      <dgm:prSet presAssocID="{966F1D50-C647-471D-97A7-19DBCB3934E9}" presName="sibTrans" presStyleCnt="0"/>
      <dgm:spPr/>
    </dgm:pt>
    <dgm:pt modelId="{D8B383B4-A11F-4E39-8711-CDF76B863299}" type="pres">
      <dgm:prSet presAssocID="{0FF2D4F7-0B79-48D3-97BC-2848FE3FEB0F}" presName="composite" presStyleCnt="0"/>
      <dgm:spPr/>
    </dgm:pt>
    <dgm:pt modelId="{0FE2F53A-E554-4860-881E-17D583F0A3FA}" type="pres">
      <dgm:prSet presAssocID="{0FF2D4F7-0B79-48D3-97BC-2848FE3FEB0F}" presName="FirstChild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2E6B23E5-CD47-4DD4-9CD8-558C5830EB6F}" type="pres">
      <dgm:prSet presAssocID="{0FF2D4F7-0B79-48D3-97BC-2848FE3FEB0F}" presName="Parent" presStyleLbl="alignNode1" presStyleIdx="3" presStyleCnt="5">
        <dgm:presLayoutVars>
          <dgm:chMax val="3"/>
          <dgm:chPref val="3"/>
          <dgm:bulletEnabled val="1"/>
        </dgm:presLayoutVars>
      </dgm:prSet>
      <dgm:spPr/>
    </dgm:pt>
    <dgm:pt modelId="{26BA4C99-AB10-42EF-9929-108DF39FDA53}" type="pres">
      <dgm:prSet presAssocID="{0FF2D4F7-0B79-48D3-97BC-2848FE3FEB0F}" presName="Accent" presStyleLbl="parChTrans1D1" presStyleIdx="3" presStyleCnt="5"/>
      <dgm:spPr/>
    </dgm:pt>
    <dgm:pt modelId="{3D182A56-D6C5-4114-9301-4ECD8FAE3166}" type="pres">
      <dgm:prSet presAssocID="{3150A415-8DA0-43F5-A998-C0CFE2CC229D}" presName="sibTrans" presStyleCnt="0"/>
      <dgm:spPr/>
    </dgm:pt>
    <dgm:pt modelId="{E0965F73-0224-4175-AE1D-A691E2868B90}" type="pres">
      <dgm:prSet presAssocID="{B4062182-FE02-40A9-933B-9B15DD00CDB0}" presName="composite" presStyleCnt="0"/>
      <dgm:spPr/>
    </dgm:pt>
    <dgm:pt modelId="{DC0A8920-4001-4D49-91EA-4EC640141FDC}" type="pres">
      <dgm:prSet presAssocID="{B4062182-FE02-40A9-933B-9B15DD00CDB0}" presName="FirstChild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046DD5F4-938D-4EFD-AA76-D27E90FE2561}" type="pres">
      <dgm:prSet presAssocID="{B4062182-FE02-40A9-933B-9B15DD00CDB0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B8D6B7D3-9C8C-428C-84F5-ADAEEE22E7F0}" type="pres">
      <dgm:prSet presAssocID="{B4062182-FE02-40A9-933B-9B15DD00CDB0}" presName="Accent" presStyleLbl="parChTrans1D1" presStyleIdx="4" presStyleCnt="5"/>
      <dgm:spPr/>
    </dgm:pt>
  </dgm:ptLst>
  <dgm:cxnLst>
    <dgm:cxn modelId="{72814126-9FB0-4697-8D05-2D479E79622D}" srcId="{CECB1DD8-0295-4C03-AA3E-37F6F7EF7968}" destId="{5506F296-D102-45E0-9D4A-16FF52E9793C}" srcOrd="0" destOrd="0" parTransId="{18EC8619-57E9-4871-91CF-CADA6F40BF6C}" sibTransId="{5849275F-65D2-4EC9-B5C8-A64001E9A304}"/>
    <dgm:cxn modelId="{87BF2763-DD38-417F-BD2F-CD993606EF26}" srcId="{BC2154F7-AFC5-4173-8753-E7F5A550933A}" destId="{74702ACF-E7A3-4B5C-B9BC-EEDF18419820}" srcOrd="0" destOrd="0" parTransId="{6FF1BDD6-3BEE-46A5-8D7D-06221A7F8F7E}" sibTransId="{7A69423E-102B-4B38-B7D0-C375D7DE4D9D}"/>
    <dgm:cxn modelId="{DCC1BB44-18A5-41AD-BC98-9D7BB2BD8C0F}" type="presOf" srcId="{5506F296-D102-45E0-9D4A-16FF52E9793C}" destId="{00BECF32-24D9-4136-B1A8-701B653344F0}" srcOrd="0" destOrd="0" presId="urn:microsoft.com/office/officeart/2011/layout/TabList"/>
    <dgm:cxn modelId="{49B63472-65AB-48DD-8C20-E3590817AEDD}" type="presOf" srcId="{B4062182-FE02-40A9-933B-9B15DD00CDB0}" destId="{046DD5F4-938D-4EFD-AA76-D27E90FE2561}" srcOrd="0" destOrd="0" presId="urn:microsoft.com/office/officeart/2011/layout/TabList"/>
    <dgm:cxn modelId="{50B7BA79-799E-4AF6-8165-F04328204037}" type="presOf" srcId="{9F245655-9F32-4B07-A2BC-19337646915B}" destId="{DC0A8920-4001-4D49-91EA-4EC640141FDC}" srcOrd="0" destOrd="0" presId="urn:microsoft.com/office/officeart/2011/layout/TabList"/>
    <dgm:cxn modelId="{CB58737B-D1DA-420E-881C-C1BF438E130B}" srcId="{B4062182-FE02-40A9-933B-9B15DD00CDB0}" destId="{9F245655-9F32-4B07-A2BC-19337646915B}" srcOrd="0" destOrd="0" parTransId="{86D96069-F6CF-4D0A-B6F9-06CAC67F27E7}" sibTransId="{DDF10BD1-D895-44AB-99AD-36E16CF4876E}"/>
    <dgm:cxn modelId="{5626D988-6367-4D19-B1B2-9CF26ED022E1}" type="presOf" srcId="{04892973-28F4-4A63-A4D3-7D30C137984C}" destId="{373B7745-5E71-4993-99E9-CBC6F10D962D}" srcOrd="0" destOrd="0" presId="urn:microsoft.com/office/officeart/2011/layout/TabList"/>
    <dgm:cxn modelId="{32C55F98-893B-4868-9CE4-0A750625B567}" srcId="{05C51B78-F7F3-4E30-960D-AD244FFBC087}" destId="{0FF2D4F7-0B79-48D3-97BC-2848FE3FEB0F}" srcOrd="3" destOrd="0" parTransId="{48A04895-7760-4E31-AB97-B90EFDB7269D}" sibTransId="{3150A415-8DA0-43F5-A998-C0CFE2CC229D}"/>
    <dgm:cxn modelId="{0A889D9E-FD15-4386-A304-3FA5E06177BC}" srcId="{2234D94D-A170-4221-B158-C82A5C51385D}" destId="{04892973-28F4-4A63-A4D3-7D30C137984C}" srcOrd="0" destOrd="0" parTransId="{DAC1F333-3F0F-4A59-A88F-E1AA89585173}" sibTransId="{8C375949-0B58-450B-9B6D-F01429DA3899}"/>
    <dgm:cxn modelId="{5D5BAEA3-618E-4043-AC38-9B59136BED13}" srcId="{05C51B78-F7F3-4E30-960D-AD244FFBC087}" destId="{B4062182-FE02-40A9-933B-9B15DD00CDB0}" srcOrd="4" destOrd="0" parTransId="{F1C18CFB-5E71-44E6-8366-6C9ECCA79BAB}" sibTransId="{C7B90DC5-3049-4F19-963F-EAFF5C46BF14}"/>
    <dgm:cxn modelId="{1208DFA4-8259-4BFB-8D7A-1BC1EB2F14E6}" type="presOf" srcId="{CECB1DD8-0295-4C03-AA3E-37F6F7EF7968}" destId="{00D901DF-5058-43B7-9A58-1006FCDE568F}" srcOrd="0" destOrd="0" presId="urn:microsoft.com/office/officeart/2011/layout/TabList"/>
    <dgm:cxn modelId="{A39C2EB5-81F6-4412-96F7-4DB91202101E}" type="presOf" srcId="{BC2154F7-AFC5-4173-8753-E7F5A550933A}" destId="{2C2F53B8-04A0-4312-8B7E-BF93A35813BA}" srcOrd="0" destOrd="0" presId="urn:microsoft.com/office/officeart/2011/layout/TabList"/>
    <dgm:cxn modelId="{DA3ECEB9-35AD-44E2-AF67-B6627EDC57F6}" type="presOf" srcId="{05C51B78-F7F3-4E30-960D-AD244FFBC087}" destId="{B53E88EB-875C-4D95-BF6A-1DA507FEC08C}" srcOrd="0" destOrd="0" presId="urn:microsoft.com/office/officeart/2011/layout/TabList"/>
    <dgm:cxn modelId="{BB1776BB-DC6A-4D7D-90F3-8FF600AF98A6}" srcId="{05C51B78-F7F3-4E30-960D-AD244FFBC087}" destId="{2234D94D-A170-4221-B158-C82A5C51385D}" srcOrd="2" destOrd="0" parTransId="{85FBB6FC-ACFF-4F45-88DB-0BA44071EB21}" sibTransId="{966F1D50-C647-471D-97A7-19DBCB3934E9}"/>
    <dgm:cxn modelId="{9DE140BC-F1E3-4160-8849-09EB80E2DF88}" srcId="{05C51B78-F7F3-4E30-960D-AD244FFBC087}" destId="{BC2154F7-AFC5-4173-8753-E7F5A550933A}" srcOrd="0" destOrd="0" parTransId="{54A4D6C7-6E16-4448-86CD-15CEAA05E63E}" sibTransId="{12446B02-C544-423D-83E1-80E7CD84932D}"/>
    <dgm:cxn modelId="{F6428BCD-B5A8-4AB3-A202-4BED2E3C8D3F}" type="presOf" srcId="{0FF2D4F7-0B79-48D3-97BC-2848FE3FEB0F}" destId="{2E6B23E5-CD47-4DD4-9CD8-558C5830EB6F}" srcOrd="0" destOrd="0" presId="urn:microsoft.com/office/officeart/2011/layout/TabList"/>
    <dgm:cxn modelId="{79B417D6-DCBD-4C04-B929-979A7DA139DF}" type="presOf" srcId="{2234D94D-A170-4221-B158-C82A5C51385D}" destId="{B7868B31-DBB4-4506-9DFB-B669642FC43A}" srcOrd="0" destOrd="0" presId="urn:microsoft.com/office/officeart/2011/layout/TabList"/>
    <dgm:cxn modelId="{FA15ACD7-ABAC-4E83-9250-FE8510614E1E}" type="presOf" srcId="{CEE94F13-8E9F-47EE-BF22-0A2320A08ED4}" destId="{0FE2F53A-E554-4860-881E-17D583F0A3FA}" srcOrd="0" destOrd="0" presId="urn:microsoft.com/office/officeart/2011/layout/TabList"/>
    <dgm:cxn modelId="{34F417DE-4494-4064-A5C3-4A3A7FC6C64C}" srcId="{05C51B78-F7F3-4E30-960D-AD244FFBC087}" destId="{CECB1DD8-0295-4C03-AA3E-37F6F7EF7968}" srcOrd="1" destOrd="0" parTransId="{4D31748D-57E0-4D05-9000-F8EE0DDCF548}" sibTransId="{CE74792E-EADF-4403-A4AD-0B975C83CC93}"/>
    <dgm:cxn modelId="{87C2EDE5-631C-4ADF-A1DA-9091C546AB3F}" srcId="{0FF2D4F7-0B79-48D3-97BC-2848FE3FEB0F}" destId="{CEE94F13-8E9F-47EE-BF22-0A2320A08ED4}" srcOrd="0" destOrd="0" parTransId="{B842C287-746F-4A5F-B8E9-AA8C9507D40E}" sibTransId="{2E3BDA06-570F-4240-9D13-A5A2581C4F22}"/>
    <dgm:cxn modelId="{3412A1EF-6EEE-47A9-B102-4D2101C782AB}" type="presOf" srcId="{74702ACF-E7A3-4B5C-B9BC-EEDF18419820}" destId="{86F55D1B-3206-45F8-9FB3-61E9D334B5E4}" srcOrd="0" destOrd="0" presId="urn:microsoft.com/office/officeart/2011/layout/TabList"/>
    <dgm:cxn modelId="{C85E5533-25D5-4376-BC67-7B54C7A9ED3E}" type="presParOf" srcId="{B53E88EB-875C-4D95-BF6A-1DA507FEC08C}" destId="{BE1F5608-916D-489F-A556-2ADFB2081BD4}" srcOrd="0" destOrd="0" presId="urn:microsoft.com/office/officeart/2011/layout/TabList"/>
    <dgm:cxn modelId="{73314CC8-042E-40A0-9E14-ABF03A0220FC}" type="presParOf" srcId="{BE1F5608-916D-489F-A556-2ADFB2081BD4}" destId="{86F55D1B-3206-45F8-9FB3-61E9D334B5E4}" srcOrd="0" destOrd="0" presId="urn:microsoft.com/office/officeart/2011/layout/TabList"/>
    <dgm:cxn modelId="{F97520ED-5E22-4180-AA75-C9A155247934}" type="presParOf" srcId="{BE1F5608-916D-489F-A556-2ADFB2081BD4}" destId="{2C2F53B8-04A0-4312-8B7E-BF93A35813BA}" srcOrd="1" destOrd="0" presId="urn:microsoft.com/office/officeart/2011/layout/TabList"/>
    <dgm:cxn modelId="{E1D0AEF7-DF29-4FF5-B455-5B44283BDF71}" type="presParOf" srcId="{BE1F5608-916D-489F-A556-2ADFB2081BD4}" destId="{EE233891-8B03-4D70-AD43-EC9FE4493572}" srcOrd="2" destOrd="0" presId="urn:microsoft.com/office/officeart/2011/layout/TabList"/>
    <dgm:cxn modelId="{2E265606-A819-49BC-8191-DAAAF774491C}" type="presParOf" srcId="{B53E88EB-875C-4D95-BF6A-1DA507FEC08C}" destId="{DDBFBDEB-DBC5-4F39-A411-711BE4A02578}" srcOrd="1" destOrd="0" presId="urn:microsoft.com/office/officeart/2011/layout/TabList"/>
    <dgm:cxn modelId="{E4E0DA72-335C-442D-901B-4A7E42E7BAC7}" type="presParOf" srcId="{B53E88EB-875C-4D95-BF6A-1DA507FEC08C}" destId="{7A98E7AB-4A23-4334-A8BD-334DFBF8E0E5}" srcOrd="2" destOrd="0" presId="urn:microsoft.com/office/officeart/2011/layout/TabList"/>
    <dgm:cxn modelId="{4C5B87B5-D5D4-449F-8925-3F445C26584D}" type="presParOf" srcId="{7A98E7AB-4A23-4334-A8BD-334DFBF8E0E5}" destId="{00BECF32-24D9-4136-B1A8-701B653344F0}" srcOrd="0" destOrd="0" presId="urn:microsoft.com/office/officeart/2011/layout/TabList"/>
    <dgm:cxn modelId="{22CA6EAD-CA0D-418B-9959-951AA6DBE099}" type="presParOf" srcId="{7A98E7AB-4A23-4334-A8BD-334DFBF8E0E5}" destId="{00D901DF-5058-43B7-9A58-1006FCDE568F}" srcOrd="1" destOrd="0" presId="urn:microsoft.com/office/officeart/2011/layout/TabList"/>
    <dgm:cxn modelId="{B7B710C1-B0E6-41E8-8BA1-64520A70733D}" type="presParOf" srcId="{7A98E7AB-4A23-4334-A8BD-334DFBF8E0E5}" destId="{ABA601EC-F4E7-4203-A5CF-7A262D6CBA88}" srcOrd="2" destOrd="0" presId="urn:microsoft.com/office/officeart/2011/layout/TabList"/>
    <dgm:cxn modelId="{D3F6DA98-EA74-4ADE-983E-D24C85CD237B}" type="presParOf" srcId="{B53E88EB-875C-4D95-BF6A-1DA507FEC08C}" destId="{BFDAD9A0-CCFD-403B-81BB-A9AF66325703}" srcOrd="3" destOrd="0" presId="urn:microsoft.com/office/officeart/2011/layout/TabList"/>
    <dgm:cxn modelId="{1C43B59A-FAFF-4145-8D0C-4A441638042D}" type="presParOf" srcId="{B53E88EB-875C-4D95-BF6A-1DA507FEC08C}" destId="{A1A30145-D236-4F32-A189-98103D0ACA8A}" srcOrd="4" destOrd="0" presId="urn:microsoft.com/office/officeart/2011/layout/TabList"/>
    <dgm:cxn modelId="{B45EA37A-6CA2-4AF4-9E8D-CC27BBE2D12F}" type="presParOf" srcId="{A1A30145-D236-4F32-A189-98103D0ACA8A}" destId="{373B7745-5E71-4993-99E9-CBC6F10D962D}" srcOrd="0" destOrd="0" presId="urn:microsoft.com/office/officeart/2011/layout/TabList"/>
    <dgm:cxn modelId="{F1E61D52-5D2B-4CC7-B963-A872EFCFADB6}" type="presParOf" srcId="{A1A30145-D236-4F32-A189-98103D0ACA8A}" destId="{B7868B31-DBB4-4506-9DFB-B669642FC43A}" srcOrd="1" destOrd="0" presId="urn:microsoft.com/office/officeart/2011/layout/TabList"/>
    <dgm:cxn modelId="{7AFBA3E6-0CDC-48F1-88C5-9E76BF06CEE2}" type="presParOf" srcId="{A1A30145-D236-4F32-A189-98103D0ACA8A}" destId="{5598584A-4C5B-4AA7-83E8-822AD20DFA62}" srcOrd="2" destOrd="0" presId="urn:microsoft.com/office/officeart/2011/layout/TabList"/>
    <dgm:cxn modelId="{912C75C9-A446-492F-8F44-4E329E1D1F94}" type="presParOf" srcId="{B53E88EB-875C-4D95-BF6A-1DA507FEC08C}" destId="{711667B6-3E9B-43D5-AC13-14935A651A36}" srcOrd="5" destOrd="0" presId="urn:microsoft.com/office/officeart/2011/layout/TabList"/>
    <dgm:cxn modelId="{BD0E4622-0E35-4BEB-A989-A7EEF4B56564}" type="presParOf" srcId="{B53E88EB-875C-4D95-BF6A-1DA507FEC08C}" destId="{D8B383B4-A11F-4E39-8711-CDF76B863299}" srcOrd="6" destOrd="0" presId="urn:microsoft.com/office/officeart/2011/layout/TabList"/>
    <dgm:cxn modelId="{14450A1A-C03E-476A-B5ED-9147EA3879A4}" type="presParOf" srcId="{D8B383B4-A11F-4E39-8711-CDF76B863299}" destId="{0FE2F53A-E554-4860-881E-17D583F0A3FA}" srcOrd="0" destOrd="0" presId="urn:microsoft.com/office/officeart/2011/layout/TabList"/>
    <dgm:cxn modelId="{94A93600-9108-4ABA-B528-18C2BC5ED875}" type="presParOf" srcId="{D8B383B4-A11F-4E39-8711-CDF76B863299}" destId="{2E6B23E5-CD47-4DD4-9CD8-558C5830EB6F}" srcOrd="1" destOrd="0" presId="urn:microsoft.com/office/officeart/2011/layout/TabList"/>
    <dgm:cxn modelId="{03847D05-1495-4D01-9289-6FADC671F48E}" type="presParOf" srcId="{D8B383B4-A11F-4E39-8711-CDF76B863299}" destId="{26BA4C99-AB10-42EF-9929-108DF39FDA53}" srcOrd="2" destOrd="0" presId="urn:microsoft.com/office/officeart/2011/layout/TabList"/>
    <dgm:cxn modelId="{96AAF6F0-B633-4D7D-8D91-220FDFBB5178}" type="presParOf" srcId="{B53E88EB-875C-4D95-BF6A-1DA507FEC08C}" destId="{3D182A56-D6C5-4114-9301-4ECD8FAE3166}" srcOrd="7" destOrd="0" presId="urn:microsoft.com/office/officeart/2011/layout/TabList"/>
    <dgm:cxn modelId="{B95D4E4A-BB10-437E-927C-55CF49B5BA15}" type="presParOf" srcId="{B53E88EB-875C-4D95-BF6A-1DA507FEC08C}" destId="{E0965F73-0224-4175-AE1D-A691E2868B90}" srcOrd="8" destOrd="0" presId="urn:microsoft.com/office/officeart/2011/layout/TabList"/>
    <dgm:cxn modelId="{96A765D1-CD7A-499B-A8EF-9CA6D0B21C62}" type="presParOf" srcId="{E0965F73-0224-4175-AE1D-A691E2868B90}" destId="{DC0A8920-4001-4D49-91EA-4EC640141FDC}" srcOrd="0" destOrd="0" presId="urn:microsoft.com/office/officeart/2011/layout/TabList"/>
    <dgm:cxn modelId="{A318E5DF-335E-4824-8C47-129229254B53}" type="presParOf" srcId="{E0965F73-0224-4175-AE1D-A691E2868B90}" destId="{046DD5F4-938D-4EFD-AA76-D27E90FE2561}" srcOrd="1" destOrd="0" presId="urn:microsoft.com/office/officeart/2011/layout/TabList"/>
    <dgm:cxn modelId="{B7A6EBE0-E069-4427-B40E-3284695E6898}" type="presParOf" srcId="{E0965F73-0224-4175-AE1D-A691E2868B90}" destId="{B8D6B7D3-9C8C-428C-84F5-ADAEEE22E7F0}" srcOrd="2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F88B8-E44C-44F6-AA99-3C9D8100FD85}">
      <dsp:nvSpPr>
        <dsp:cNvPr id="0" name=""/>
        <dsp:cNvSpPr/>
      </dsp:nvSpPr>
      <dsp:spPr>
        <a:xfrm>
          <a:off x="2107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PDF Upload</a:t>
          </a:r>
          <a:endParaRPr lang="en-SG" sz="1800" kern="1200"/>
        </a:p>
      </dsp:txBody>
      <dsp:txXfrm>
        <a:off x="377283" y="493916"/>
        <a:ext cx="1125526" cy="750351"/>
      </dsp:txXfrm>
    </dsp:sp>
    <dsp:sp modelId="{C6A86BB9-4A9C-42F2-B7F9-39D1AAF251E9}">
      <dsp:nvSpPr>
        <dsp:cNvPr id="0" name=""/>
        <dsp:cNvSpPr/>
      </dsp:nvSpPr>
      <dsp:spPr>
        <a:xfrm>
          <a:off x="1690397" y="46722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Parse</a:t>
          </a:r>
          <a:endParaRPr lang="en-SG" sz="1800" kern="1200"/>
        </a:p>
      </dsp:txBody>
      <dsp:txXfrm>
        <a:off x="2065573" y="467226"/>
        <a:ext cx="1125526" cy="750351"/>
      </dsp:txXfrm>
    </dsp:sp>
    <dsp:sp modelId="{21F7E92B-7F2F-4D75-B260-9C2BD470DBBE}">
      <dsp:nvSpPr>
        <dsp:cNvPr id="0" name=""/>
        <dsp:cNvSpPr/>
      </dsp:nvSpPr>
      <dsp:spPr>
        <a:xfrm>
          <a:off x="3378688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Chunk</a:t>
          </a:r>
          <a:endParaRPr lang="en-SG" sz="1800" kern="1200"/>
        </a:p>
      </dsp:txBody>
      <dsp:txXfrm>
        <a:off x="3753864" y="493916"/>
        <a:ext cx="1125526" cy="750351"/>
      </dsp:txXfrm>
    </dsp:sp>
    <dsp:sp modelId="{5677AE70-AC70-4303-91E0-F6E03A5AFB99}">
      <dsp:nvSpPr>
        <dsp:cNvPr id="0" name=""/>
        <dsp:cNvSpPr/>
      </dsp:nvSpPr>
      <dsp:spPr>
        <a:xfrm>
          <a:off x="5066978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Embed</a:t>
          </a:r>
          <a:endParaRPr lang="en-SG" sz="1800" kern="1200"/>
        </a:p>
      </dsp:txBody>
      <dsp:txXfrm>
        <a:off x="5442154" y="493916"/>
        <a:ext cx="1125526" cy="750351"/>
      </dsp:txXfrm>
    </dsp:sp>
    <dsp:sp modelId="{FAEC971A-2CB2-4E83-ABB4-ED5CA9B972F9}">
      <dsp:nvSpPr>
        <dsp:cNvPr id="0" name=""/>
        <dsp:cNvSpPr/>
      </dsp:nvSpPr>
      <dsp:spPr>
        <a:xfrm>
          <a:off x="6755268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Store in </a:t>
          </a:r>
          <a:r>
            <a:rPr lang="en-GB" sz="1800" kern="1200" err="1"/>
            <a:t>ChromaDB</a:t>
          </a:r>
          <a:endParaRPr lang="en-SG" sz="1800" kern="1200"/>
        </a:p>
      </dsp:txBody>
      <dsp:txXfrm>
        <a:off x="7130444" y="493916"/>
        <a:ext cx="1125526" cy="7503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F88B8-E44C-44F6-AA99-3C9D8100FD85}">
      <dsp:nvSpPr>
        <dsp:cNvPr id="0" name=""/>
        <dsp:cNvSpPr/>
      </dsp:nvSpPr>
      <dsp:spPr>
        <a:xfrm>
          <a:off x="2107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0" kern="1200"/>
            <a:t>User Query</a:t>
          </a:r>
          <a:endParaRPr lang="en-SG" sz="1200" kern="1200"/>
        </a:p>
      </dsp:txBody>
      <dsp:txXfrm>
        <a:off x="377283" y="493916"/>
        <a:ext cx="1125526" cy="750351"/>
      </dsp:txXfrm>
    </dsp:sp>
    <dsp:sp modelId="{C6A86BB9-4A9C-42F2-B7F9-39D1AAF251E9}">
      <dsp:nvSpPr>
        <dsp:cNvPr id="0" name=""/>
        <dsp:cNvSpPr/>
      </dsp:nvSpPr>
      <dsp:spPr>
        <a:xfrm>
          <a:off x="1690397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0" kern="1200"/>
            <a:t>Embed query</a:t>
          </a:r>
          <a:endParaRPr lang="en-SG" sz="1200" kern="1200"/>
        </a:p>
      </dsp:txBody>
      <dsp:txXfrm>
        <a:off x="2065573" y="493916"/>
        <a:ext cx="1125526" cy="750351"/>
      </dsp:txXfrm>
    </dsp:sp>
    <dsp:sp modelId="{21F7E92B-7F2F-4D75-B260-9C2BD470DBBE}">
      <dsp:nvSpPr>
        <dsp:cNvPr id="0" name=""/>
        <dsp:cNvSpPr/>
      </dsp:nvSpPr>
      <dsp:spPr>
        <a:xfrm>
          <a:off x="3378688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/>
            <a:t>Cosine similarity search</a:t>
          </a:r>
          <a:endParaRPr lang="en-SG" sz="1200" kern="1200"/>
        </a:p>
      </dsp:txBody>
      <dsp:txXfrm>
        <a:off x="3753864" y="493916"/>
        <a:ext cx="1125526" cy="750351"/>
      </dsp:txXfrm>
    </dsp:sp>
    <dsp:sp modelId="{5677AE70-AC70-4303-91E0-F6E03A5AFB99}">
      <dsp:nvSpPr>
        <dsp:cNvPr id="0" name=""/>
        <dsp:cNvSpPr/>
      </dsp:nvSpPr>
      <dsp:spPr>
        <a:xfrm>
          <a:off x="5066978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kern="1200"/>
            <a:t>Assemble prompt with retrieved context</a:t>
          </a:r>
          <a:endParaRPr lang="en-SG" sz="1200" kern="1200"/>
        </a:p>
      </dsp:txBody>
      <dsp:txXfrm>
        <a:off x="5442154" y="493916"/>
        <a:ext cx="1125526" cy="750351"/>
      </dsp:txXfrm>
    </dsp:sp>
    <dsp:sp modelId="{FAEC971A-2CB2-4E83-ABB4-ED5CA9B972F9}">
      <dsp:nvSpPr>
        <dsp:cNvPr id="0" name=""/>
        <dsp:cNvSpPr/>
      </dsp:nvSpPr>
      <dsp:spPr>
        <a:xfrm>
          <a:off x="6755268" y="493916"/>
          <a:ext cx="1875877" cy="75035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8006" tIns="16002" rIns="16002" bIns="16002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200" b="0" kern="1200"/>
            <a:t>LLM generates cited answer</a:t>
          </a:r>
          <a:endParaRPr lang="en-SG" sz="1200" kern="1200"/>
        </a:p>
      </dsp:txBody>
      <dsp:txXfrm>
        <a:off x="7130444" y="493916"/>
        <a:ext cx="1125526" cy="7503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B54A05-9877-4A85-BC3B-C77040E980DA}">
      <dsp:nvSpPr>
        <dsp:cNvPr id="0" name=""/>
        <dsp:cNvSpPr/>
      </dsp:nvSpPr>
      <dsp:spPr>
        <a:xfrm rot="5400000">
          <a:off x="5530617" y="-2437737"/>
          <a:ext cx="422309" cy="54040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b="0" kern="1200"/>
            <a:t>Ground LLM responses in actual regulatory text and reduces hallucination</a:t>
          </a:r>
          <a:endParaRPr lang="en-SG" sz="1200" kern="1200"/>
        </a:p>
      </dsp:txBody>
      <dsp:txXfrm rot="-5400000">
        <a:off x="3039762" y="73733"/>
        <a:ext cx="5383406" cy="381079"/>
      </dsp:txXfrm>
    </dsp:sp>
    <dsp:sp modelId="{EAFDD5AB-9D86-4B3A-9858-907F37F9656B}">
      <dsp:nvSpPr>
        <dsp:cNvPr id="0" name=""/>
        <dsp:cNvSpPr/>
      </dsp:nvSpPr>
      <dsp:spPr>
        <a:xfrm>
          <a:off x="0" y="0"/>
          <a:ext cx="3039761" cy="527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b="0" kern="1200"/>
            <a:t>RAG</a:t>
          </a:r>
          <a:endParaRPr lang="en-SG" sz="2200" kern="1200"/>
        </a:p>
      </dsp:txBody>
      <dsp:txXfrm>
        <a:off x="25769" y="25769"/>
        <a:ext cx="2988223" cy="476349"/>
      </dsp:txXfrm>
    </dsp:sp>
    <dsp:sp modelId="{3915DA15-437B-4BEF-B28A-A5A0B3E484CC}">
      <dsp:nvSpPr>
        <dsp:cNvPr id="0" name=""/>
        <dsp:cNvSpPr/>
      </dsp:nvSpPr>
      <dsp:spPr>
        <a:xfrm rot="5400000">
          <a:off x="5530617" y="-1883456"/>
          <a:ext cx="422309" cy="54040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SG" sz="1200" b="0" kern="1200"/>
            <a:t>Vector similarity over 384-dim embeddings for relevant chunk retrieval</a:t>
          </a:r>
          <a:endParaRPr lang="en-SG" sz="1200" kern="1200"/>
        </a:p>
      </dsp:txBody>
      <dsp:txXfrm rot="-5400000">
        <a:off x="3039762" y="628014"/>
        <a:ext cx="5383406" cy="381079"/>
      </dsp:txXfrm>
    </dsp:sp>
    <dsp:sp modelId="{571BCA54-26AF-4AC7-89A9-70786C0B5639}">
      <dsp:nvSpPr>
        <dsp:cNvPr id="0" name=""/>
        <dsp:cNvSpPr/>
      </dsp:nvSpPr>
      <dsp:spPr>
        <a:xfrm>
          <a:off x="0" y="546777"/>
          <a:ext cx="3039761" cy="527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b="0" kern="1200"/>
            <a:t>Semantic Search</a:t>
          </a:r>
          <a:endParaRPr lang="en-SG" sz="2200" kern="1200"/>
        </a:p>
      </dsp:txBody>
      <dsp:txXfrm>
        <a:off x="25769" y="572546"/>
        <a:ext cx="2988223" cy="476349"/>
      </dsp:txXfrm>
    </dsp:sp>
    <dsp:sp modelId="{153EAD03-9573-4D6C-8AB4-9D1655313EE6}">
      <dsp:nvSpPr>
        <dsp:cNvPr id="0" name=""/>
        <dsp:cNvSpPr/>
      </dsp:nvSpPr>
      <dsp:spPr>
        <a:xfrm rot="5400000">
          <a:off x="5530617" y="-1329174"/>
          <a:ext cx="422309" cy="54040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b="0" kern="1200"/>
            <a:t>Smart splitting respecting sentence boundaries, ~400 chars to fit MiniLM's 256 word-piece limit</a:t>
          </a:r>
          <a:endParaRPr lang="en-SG" sz="1200" kern="1200"/>
        </a:p>
      </dsp:txBody>
      <dsp:txXfrm rot="-5400000">
        <a:off x="3039762" y="1182296"/>
        <a:ext cx="5383406" cy="381079"/>
      </dsp:txXfrm>
    </dsp:sp>
    <dsp:sp modelId="{BECFEED1-5435-4286-B19D-0514DFA747E3}">
      <dsp:nvSpPr>
        <dsp:cNvPr id="0" name=""/>
        <dsp:cNvSpPr/>
      </dsp:nvSpPr>
      <dsp:spPr>
        <a:xfrm>
          <a:off x="0" y="1101058"/>
          <a:ext cx="3039761" cy="527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b="0" kern="1200"/>
            <a:t>Recursive Text Chunking</a:t>
          </a:r>
          <a:endParaRPr lang="en-SG" sz="2200" kern="1200"/>
        </a:p>
      </dsp:txBody>
      <dsp:txXfrm>
        <a:off x="25769" y="1126827"/>
        <a:ext cx="2988223" cy="476349"/>
      </dsp:txXfrm>
    </dsp:sp>
    <dsp:sp modelId="{F59CD2CD-2FED-4A71-AC36-36B240847DEF}">
      <dsp:nvSpPr>
        <dsp:cNvPr id="0" name=""/>
        <dsp:cNvSpPr/>
      </dsp:nvSpPr>
      <dsp:spPr>
        <a:xfrm rot="5400000">
          <a:off x="5530617" y="-774893"/>
          <a:ext cx="422309" cy="54040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b="0" kern="1200"/>
            <a:t>LLM classifies uploaded documents into regulatory categories (AML/CFT, Securities, Fund Mgmt, etc.)</a:t>
          </a:r>
          <a:endParaRPr lang="en-SG" sz="1200" kern="1200"/>
        </a:p>
      </dsp:txBody>
      <dsp:txXfrm rot="-5400000">
        <a:off x="3039762" y="1736577"/>
        <a:ext cx="5383406" cy="381079"/>
      </dsp:txXfrm>
    </dsp:sp>
    <dsp:sp modelId="{2B416AEC-59FB-4D9E-8371-9D4FDC26A030}">
      <dsp:nvSpPr>
        <dsp:cNvPr id="0" name=""/>
        <dsp:cNvSpPr/>
      </dsp:nvSpPr>
      <dsp:spPr>
        <a:xfrm>
          <a:off x="0" y="1655340"/>
          <a:ext cx="3039761" cy="527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b="0" kern="1200"/>
            <a:t>Auto-Classification</a:t>
          </a:r>
          <a:endParaRPr lang="en-SG" sz="2200" kern="1200"/>
        </a:p>
      </dsp:txBody>
      <dsp:txXfrm>
        <a:off x="25769" y="1681109"/>
        <a:ext cx="2988223" cy="476349"/>
      </dsp:txXfrm>
    </dsp:sp>
    <dsp:sp modelId="{8E62B22D-8F37-4F50-A0BF-265DEF2C2855}">
      <dsp:nvSpPr>
        <dsp:cNvPr id="0" name=""/>
        <dsp:cNvSpPr/>
      </dsp:nvSpPr>
      <dsp:spPr>
        <a:xfrm rot="5400000">
          <a:off x="5530617" y="-220611"/>
          <a:ext cx="422309" cy="54040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b="0" kern="1200"/>
            <a:t>LLM generates JSON-formatted compliance checklists from regulatory context</a:t>
          </a:r>
          <a:endParaRPr lang="en-SG" sz="1200" kern="1200"/>
        </a:p>
      </dsp:txBody>
      <dsp:txXfrm rot="-5400000">
        <a:off x="3039762" y="2290859"/>
        <a:ext cx="5383406" cy="381079"/>
      </dsp:txXfrm>
    </dsp:sp>
    <dsp:sp modelId="{AA50DF52-BDCD-48FE-8881-AE9DCE972B37}">
      <dsp:nvSpPr>
        <dsp:cNvPr id="0" name=""/>
        <dsp:cNvSpPr/>
      </dsp:nvSpPr>
      <dsp:spPr>
        <a:xfrm>
          <a:off x="0" y="2209621"/>
          <a:ext cx="3039761" cy="527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b="0" kern="1200"/>
            <a:t>Structured Output</a:t>
          </a:r>
          <a:endParaRPr lang="en-SG" sz="2200" kern="1200"/>
        </a:p>
      </dsp:txBody>
      <dsp:txXfrm>
        <a:off x="25769" y="2235390"/>
        <a:ext cx="2988223" cy="476349"/>
      </dsp:txXfrm>
    </dsp:sp>
    <dsp:sp modelId="{80D83DF8-825F-480E-9ADE-408071DD432B}">
      <dsp:nvSpPr>
        <dsp:cNvPr id="0" name=""/>
        <dsp:cNvSpPr/>
      </dsp:nvSpPr>
      <dsp:spPr>
        <a:xfrm rot="5400000">
          <a:off x="5530617" y="333669"/>
          <a:ext cx="422309" cy="54040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b="0" kern="1200"/>
            <a:t>Cosine similarity comparison between document versions + LLM summarization of regulatory changes</a:t>
          </a:r>
          <a:endParaRPr lang="en-SG" sz="1200" kern="1200"/>
        </a:p>
      </dsp:txBody>
      <dsp:txXfrm rot="-5400000">
        <a:off x="3039762" y="2845140"/>
        <a:ext cx="5383406" cy="381079"/>
      </dsp:txXfrm>
    </dsp:sp>
    <dsp:sp modelId="{FD320A1B-13B9-49FD-A7F9-10F4811C3C46}">
      <dsp:nvSpPr>
        <dsp:cNvPr id="0" name=""/>
        <dsp:cNvSpPr/>
      </dsp:nvSpPr>
      <dsp:spPr>
        <a:xfrm>
          <a:off x="0" y="2763903"/>
          <a:ext cx="3039761" cy="527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b="0" kern="1200"/>
            <a:t>Change Detection</a:t>
          </a:r>
          <a:endParaRPr lang="en-SG" sz="2200" kern="1200"/>
        </a:p>
      </dsp:txBody>
      <dsp:txXfrm>
        <a:off x="25769" y="2789672"/>
        <a:ext cx="2988223" cy="476349"/>
      </dsp:txXfrm>
    </dsp:sp>
    <dsp:sp modelId="{C6208078-40F6-493E-A89A-3C9B13F3A6F8}">
      <dsp:nvSpPr>
        <dsp:cNvPr id="0" name=""/>
        <dsp:cNvSpPr/>
      </dsp:nvSpPr>
      <dsp:spPr>
        <a:xfrm rot="5400000">
          <a:off x="5530617" y="887951"/>
          <a:ext cx="422309" cy="540402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200" b="0" kern="1200"/>
            <a:t>Server-Sent Events for real-time, token-by-token chat responses</a:t>
          </a:r>
          <a:endParaRPr lang="en-SG" sz="1200" kern="1200"/>
        </a:p>
      </dsp:txBody>
      <dsp:txXfrm rot="-5400000">
        <a:off x="3039762" y="3399422"/>
        <a:ext cx="5383406" cy="381079"/>
      </dsp:txXfrm>
    </dsp:sp>
    <dsp:sp modelId="{94F49E1F-750B-4DAF-AB97-734ACCB2EE13}">
      <dsp:nvSpPr>
        <dsp:cNvPr id="0" name=""/>
        <dsp:cNvSpPr/>
      </dsp:nvSpPr>
      <dsp:spPr>
        <a:xfrm>
          <a:off x="0" y="3318184"/>
          <a:ext cx="3039761" cy="52788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b="0" kern="1200"/>
            <a:t>Streaming Inference</a:t>
          </a:r>
          <a:endParaRPr lang="en-SG" sz="2200" kern="1200"/>
        </a:p>
      </dsp:txBody>
      <dsp:txXfrm>
        <a:off x="25769" y="3343953"/>
        <a:ext cx="2988223" cy="4763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6B7D3-9C8C-428C-84F5-ADAEEE22E7F0}">
      <dsp:nvSpPr>
        <dsp:cNvPr id="0" name=""/>
        <dsp:cNvSpPr/>
      </dsp:nvSpPr>
      <dsp:spPr>
        <a:xfrm>
          <a:off x="0" y="4033710"/>
          <a:ext cx="8234314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BA4C99-AB10-42EF-9929-108DF39FDA53}">
      <dsp:nvSpPr>
        <dsp:cNvPr id="0" name=""/>
        <dsp:cNvSpPr/>
      </dsp:nvSpPr>
      <dsp:spPr>
        <a:xfrm>
          <a:off x="0" y="3219782"/>
          <a:ext cx="8234314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98584A-4C5B-4AA7-83E8-822AD20DFA62}">
      <dsp:nvSpPr>
        <dsp:cNvPr id="0" name=""/>
        <dsp:cNvSpPr/>
      </dsp:nvSpPr>
      <dsp:spPr>
        <a:xfrm>
          <a:off x="0" y="2405854"/>
          <a:ext cx="8234314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A601EC-F4E7-4203-A5CF-7A262D6CBA88}">
      <dsp:nvSpPr>
        <dsp:cNvPr id="0" name=""/>
        <dsp:cNvSpPr/>
      </dsp:nvSpPr>
      <dsp:spPr>
        <a:xfrm>
          <a:off x="0" y="1591926"/>
          <a:ext cx="8234314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233891-8B03-4D70-AD43-EC9FE4493572}">
      <dsp:nvSpPr>
        <dsp:cNvPr id="0" name=""/>
        <dsp:cNvSpPr/>
      </dsp:nvSpPr>
      <dsp:spPr>
        <a:xfrm>
          <a:off x="0" y="777998"/>
          <a:ext cx="8234314" cy="0"/>
        </a:xfrm>
        <a:prstGeom prst="line">
          <a:avLst/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F55D1B-3206-45F8-9FB3-61E9D334B5E4}">
      <dsp:nvSpPr>
        <dsp:cNvPr id="0" name=""/>
        <dsp:cNvSpPr/>
      </dsp:nvSpPr>
      <dsp:spPr>
        <a:xfrm>
          <a:off x="2140921" y="2829"/>
          <a:ext cx="6093392" cy="775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/>
            <a:t>Purpose-built for regulatory framework (SFA, FAA, FSMA, Notices, Guidelines, Codes)</a:t>
          </a:r>
          <a:endParaRPr lang="en-SG" sz="2000" kern="1200"/>
        </a:p>
      </dsp:txBody>
      <dsp:txXfrm>
        <a:off x="2140921" y="2829"/>
        <a:ext cx="6093392" cy="775169"/>
      </dsp:txXfrm>
    </dsp:sp>
    <dsp:sp modelId="{2C2F53B8-04A0-4312-8B7E-BF93A35813BA}">
      <dsp:nvSpPr>
        <dsp:cNvPr id="0" name=""/>
        <dsp:cNvSpPr/>
      </dsp:nvSpPr>
      <dsp:spPr>
        <a:xfrm>
          <a:off x="0" y="2829"/>
          <a:ext cx="2140921" cy="77516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0" kern="1200"/>
            <a:t>Specific Focus</a:t>
          </a:r>
          <a:endParaRPr lang="en-SG" sz="2000" kern="1200"/>
        </a:p>
      </dsp:txBody>
      <dsp:txXfrm>
        <a:off x="37847" y="40676"/>
        <a:ext cx="2065227" cy="737322"/>
      </dsp:txXfrm>
    </dsp:sp>
    <dsp:sp modelId="{00BECF32-24D9-4136-B1A8-701B653344F0}">
      <dsp:nvSpPr>
        <dsp:cNvPr id="0" name=""/>
        <dsp:cNvSpPr/>
      </dsp:nvSpPr>
      <dsp:spPr>
        <a:xfrm>
          <a:off x="2140921" y="816757"/>
          <a:ext cx="6093392" cy="775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/>
            <a:t>Upload new versions, auto-detect changes, get AI-summarized compliance impact</a:t>
          </a:r>
          <a:endParaRPr lang="en-SG" sz="2000" kern="1200"/>
        </a:p>
      </dsp:txBody>
      <dsp:txXfrm>
        <a:off x="2140921" y="816757"/>
        <a:ext cx="6093392" cy="775169"/>
      </dsp:txXfrm>
    </dsp:sp>
    <dsp:sp modelId="{00D901DF-5058-43B7-9A58-1006FCDE568F}">
      <dsp:nvSpPr>
        <dsp:cNvPr id="0" name=""/>
        <dsp:cNvSpPr/>
      </dsp:nvSpPr>
      <dsp:spPr>
        <a:xfrm>
          <a:off x="0" y="816757"/>
          <a:ext cx="2140921" cy="77516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0" kern="1200"/>
            <a:t>Regulation Diff Engine</a:t>
          </a:r>
          <a:endParaRPr lang="en-SG" sz="2000" kern="1200"/>
        </a:p>
      </dsp:txBody>
      <dsp:txXfrm>
        <a:off x="37847" y="854604"/>
        <a:ext cx="2065227" cy="737322"/>
      </dsp:txXfrm>
    </dsp:sp>
    <dsp:sp modelId="{373B7745-5E71-4993-99E9-CBC6F10D962D}">
      <dsp:nvSpPr>
        <dsp:cNvPr id="0" name=""/>
        <dsp:cNvSpPr/>
      </dsp:nvSpPr>
      <dsp:spPr>
        <a:xfrm>
          <a:off x="2140921" y="1630685"/>
          <a:ext cx="6093392" cy="775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0" kern="1200"/>
            <a:t>Visual compliance risk scoring by regulation category × business unit</a:t>
          </a:r>
          <a:endParaRPr lang="en-SG" sz="2000" kern="1200"/>
        </a:p>
      </dsp:txBody>
      <dsp:txXfrm>
        <a:off x="2140921" y="1630685"/>
        <a:ext cx="6093392" cy="775169"/>
      </dsp:txXfrm>
    </dsp:sp>
    <dsp:sp modelId="{B7868B31-DBB4-4506-9DFB-B669642FC43A}">
      <dsp:nvSpPr>
        <dsp:cNvPr id="0" name=""/>
        <dsp:cNvSpPr/>
      </dsp:nvSpPr>
      <dsp:spPr>
        <a:xfrm>
          <a:off x="0" y="1630685"/>
          <a:ext cx="2140921" cy="77516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0" kern="1200"/>
            <a:t>Risk Heatmap</a:t>
          </a:r>
          <a:endParaRPr lang="en-SG" sz="2000" kern="1200"/>
        </a:p>
      </dsp:txBody>
      <dsp:txXfrm>
        <a:off x="37847" y="1668532"/>
        <a:ext cx="2065227" cy="737322"/>
      </dsp:txXfrm>
    </dsp:sp>
    <dsp:sp modelId="{0FE2F53A-E554-4860-881E-17D583F0A3FA}">
      <dsp:nvSpPr>
        <dsp:cNvPr id="0" name=""/>
        <dsp:cNvSpPr/>
      </dsp:nvSpPr>
      <dsp:spPr>
        <a:xfrm>
          <a:off x="2140921" y="2444613"/>
          <a:ext cx="6093392" cy="775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0" kern="1200"/>
            <a:t>Swap LLM providers (OpenAI ↔ Claude ↔ Llama) without code changes</a:t>
          </a:r>
          <a:endParaRPr lang="en-SG" sz="2000" kern="1200"/>
        </a:p>
      </dsp:txBody>
      <dsp:txXfrm>
        <a:off x="2140921" y="2444613"/>
        <a:ext cx="6093392" cy="775169"/>
      </dsp:txXfrm>
    </dsp:sp>
    <dsp:sp modelId="{2E6B23E5-CD47-4DD4-9CD8-558C5830EB6F}">
      <dsp:nvSpPr>
        <dsp:cNvPr id="0" name=""/>
        <dsp:cNvSpPr/>
      </dsp:nvSpPr>
      <dsp:spPr>
        <a:xfrm>
          <a:off x="0" y="2444613"/>
          <a:ext cx="2140921" cy="77516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0" kern="1200"/>
            <a:t>Model Agnostic</a:t>
          </a:r>
          <a:endParaRPr lang="en-SG" sz="2000" kern="1200"/>
        </a:p>
      </dsp:txBody>
      <dsp:txXfrm>
        <a:off x="37847" y="2482460"/>
        <a:ext cx="2065227" cy="737322"/>
      </dsp:txXfrm>
    </dsp:sp>
    <dsp:sp modelId="{DC0A8920-4001-4D49-91EA-4EC640141FDC}">
      <dsp:nvSpPr>
        <dsp:cNvPr id="0" name=""/>
        <dsp:cNvSpPr/>
      </dsp:nvSpPr>
      <dsp:spPr>
        <a:xfrm>
          <a:off x="2140921" y="3258541"/>
          <a:ext cx="6093392" cy="775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0" kern="1200"/>
            <a:t>Ant Design , Excel exports</a:t>
          </a:r>
          <a:endParaRPr lang="en-SG" sz="2000" kern="1200"/>
        </a:p>
      </dsp:txBody>
      <dsp:txXfrm>
        <a:off x="2140921" y="3258541"/>
        <a:ext cx="6093392" cy="775169"/>
      </dsp:txXfrm>
    </dsp:sp>
    <dsp:sp modelId="{046DD5F4-938D-4EFD-AA76-D27E90FE2561}">
      <dsp:nvSpPr>
        <dsp:cNvPr id="0" name=""/>
        <dsp:cNvSpPr/>
      </dsp:nvSpPr>
      <dsp:spPr>
        <a:xfrm>
          <a:off x="0" y="3258541"/>
          <a:ext cx="2140921" cy="775169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b="0" kern="1200"/>
            <a:t>Enterprise Grade UI</a:t>
          </a:r>
          <a:endParaRPr lang="en-SG" sz="2000" kern="1200"/>
        </a:p>
      </dsp:txBody>
      <dsp:txXfrm>
        <a:off x="37847" y="3296388"/>
        <a:ext cx="2065227" cy="7373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64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19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72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26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80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35" algn="l" defTabSz="91431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698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1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7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6579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28418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3853-4DB9-5189-15B3-8A47498B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57229-AB7A-67D3-EA06-0D6FD5572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8FC10-2C0A-9612-D218-37654C7E1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7400-51B4-1126-A5F4-07654EC4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183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B4F54-6F0A-19B4-3238-7BC32D8F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7FC30-A017-62AC-416F-FE4B67D8E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F89A8-A7DB-7E7B-4952-3EFF5B554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58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F3A67-9F87-D948-0E1B-C965F3A4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TCS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30D96-E5F4-B8B9-8376-0B62449B0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43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2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112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7402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5"/>
            <a:ext cx="4042988" cy="238912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1"/>
            <a:ext cx="1331610" cy="138499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403012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45649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Top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9" descr="Picture 9"/>
          <p:cNvPicPr>
            <a:picLocks noChangeAspect="1"/>
          </p:cNvPicPr>
          <p:nvPr/>
        </p:nvPicPr>
        <p:blipFill>
          <a:blip r:embed="rId2"/>
          <a:srcRect l="8634" t="21190" r="8634" b="21190"/>
          <a:stretch>
            <a:fillRect/>
          </a:stretch>
        </p:blipFill>
        <p:spPr>
          <a:xfrm>
            <a:off x="281645" y="4742467"/>
            <a:ext cx="1032807" cy="290479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Titeltekst"/>
          <p:cNvSpPr txBox="1">
            <a:spLocks noGrp="1"/>
          </p:cNvSpPr>
          <p:nvPr>
            <p:ph type="title"/>
          </p:nvPr>
        </p:nvSpPr>
        <p:spPr>
          <a:xfrm>
            <a:off x="316184" y="45554"/>
            <a:ext cx="8552917" cy="481989"/>
          </a:xfrm>
          <a:prstGeom prst="rect">
            <a:avLst/>
          </a:prstGeom>
        </p:spPr>
        <p:txBody>
          <a:bodyPr lIns="34290" tIns="34290" rIns="34290" bIns="34290" anchor="ctr"/>
          <a:lstStyle/>
          <a:p>
            <a:r>
              <a:t>Titeltekst</a:t>
            </a:r>
          </a:p>
        </p:txBody>
      </p:sp>
      <p:pic>
        <p:nvPicPr>
          <p:cNvPr id="62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074" y="4936932"/>
            <a:ext cx="832781" cy="125098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Dianumm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86CB4B4D-7CA3-9044-876B-883B54F8677D}" type="slidenum">
              <a:rPr lang="en-IN" smtClean="0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I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65924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191" y="2136844"/>
            <a:ext cx="4042988" cy="26353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457178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1238" y="4364870"/>
            <a:ext cx="1331610" cy="153888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00" smtClean="0">
                <a:solidFill>
                  <a:srgbClr val="F4F3F9"/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71442" lvl="0" indent="-171442" defTabSz="9143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pic>
        <p:nvPicPr>
          <p:cNvPr id="2" name="Picture 1" descr="A blue and orange lines&#10;&#10;Description automatically generated">
            <a:extLst>
              <a:ext uri="{FF2B5EF4-FFF2-40B4-BE49-F238E27FC236}">
                <a16:creationId xmlns:a16="http://schemas.microsoft.com/office/drawing/2014/main" id="{14678AED-09FD-02B2-EA18-02749058B1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5" r="2261"/>
          <a:stretch/>
        </p:blipFill>
        <p:spPr>
          <a:xfrm>
            <a:off x="0" y="3723583"/>
            <a:ext cx="9144000" cy="138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99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4E52-5098-4AC2-91CF-F352A6326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1DB09D-AE21-9742-A82E-F4BBAAA55C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5751" y="843559"/>
            <a:ext cx="8673409" cy="37115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171446" lvl="0" indent="-171446" defTabSz="415535">
              <a:lnSpc>
                <a:spcPct val="150000"/>
              </a:lnSpc>
            </a:pPr>
            <a:r>
              <a:rPr lang="en-US"/>
              <a:t>Click to edit Master text styles</a:t>
            </a:r>
          </a:p>
          <a:p>
            <a:pPr lvl="1" defTabSz="415535">
              <a:lnSpc>
                <a:spcPct val="150000"/>
              </a:lnSpc>
              <a:buFont typeface="Calibri" panose="020F0502020204030204" pitchFamily="34" charset="0"/>
              <a:buChar char="―"/>
            </a:pPr>
            <a:r>
              <a:rPr lang="en-US"/>
              <a:t>Second level</a:t>
            </a:r>
          </a:p>
          <a:p>
            <a:pPr lvl="2" defTabSz="415535">
              <a:lnSpc>
                <a:spcPct val="150000"/>
              </a:lnSpc>
            </a:pPr>
            <a:r>
              <a:rPr lang="en-US"/>
              <a:t>Third level</a:t>
            </a:r>
          </a:p>
          <a:p>
            <a:pPr lvl="3" defTabSz="415535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lvl="4" defTabSz="415535">
              <a:lnSpc>
                <a:spcPct val="150000"/>
              </a:lnSpc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482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3166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  <p:pic>
        <p:nvPicPr>
          <p:cNvPr id="2" name="Picture 1" descr="A blue and orange lines&#10;&#10;Description automatically generated">
            <a:extLst>
              <a:ext uri="{FF2B5EF4-FFF2-40B4-BE49-F238E27FC236}">
                <a16:creationId xmlns:a16="http://schemas.microsoft.com/office/drawing/2014/main" id="{89E25C13-38BF-FEFA-EB33-7003ED57A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4" r="19367"/>
          <a:stretch/>
        </p:blipFill>
        <p:spPr>
          <a:xfrm rot="17582163">
            <a:off x="4618463" y="1828312"/>
            <a:ext cx="5539673" cy="13840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0D7D5D-78E3-4B52-7A70-AC90FDC0C6E7}"/>
              </a:ext>
            </a:extLst>
          </p:cNvPr>
          <p:cNvSpPr/>
          <p:nvPr userDrawn="1"/>
        </p:nvSpPr>
        <p:spPr>
          <a:xfrm>
            <a:off x="7943850" y="-152400"/>
            <a:ext cx="809625" cy="152400"/>
          </a:xfrm>
          <a:prstGeom prst="rect">
            <a:avLst/>
          </a:prstGeom>
          <a:solidFill>
            <a:srgbClr val="E4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280687-983D-482C-DE4D-EA8422F9517F}"/>
              </a:ext>
            </a:extLst>
          </p:cNvPr>
          <p:cNvSpPr/>
          <p:nvPr userDrawn="1"/>
        </p:nvSpPr>
        <p:spPr>
          <a:xfrm>
            <a:off x="6457949" y="5143500"/>
            <a:ext cx="809625" cy="152400"/>
          </a:xfrm>
          <a:prstGeom prst="rect">
            <a:avLst/>
          </a:prstGeom>
          <a:solidFill>
            <a:srgbClr val="E4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/>
          </a:p>
        </p:txBody>
      </p:sp>
    </p:spTree>
    <p:extLst>
      <p:ext uri="{BB962C8B-B14F-4D97-AF65-F5344CB8AC3E}">
        <p14:creationId xmlns:p14="http://schemas.microsoft.com/office/powerpoint/2010/main" val="4369842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6667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7A939-6BD5-6D9A-C6E0-773DC6558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813" y="2226193"/>
            <a:ext cx="2650475" cy="689291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>
              <a:defRPr lang="en-IN" sz="2200" dirty="0"/>
            </a:lvl1pPr>
          </a:lstStyle>
          <a:p>
            <a:pPr marL="5776" lvl="0">
              <a:lnSpc>
                <a:spcPct val="100000"/>
              </a:lnSpc>
              <a:spcBef>
                <a:spcPts val="43"/>
              </a:spcBef>
            </a:pPr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373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BEEE02B-3029-990C-12ED-A955CA7D5C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88868" y="4803999"/>
            <a:ext cx="1100528" cy="14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120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404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2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FA0BF-8DAC-3B8C-4AE3-5CA36724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4" y="107917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 defTabSz="91431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EB974-2740-39F8-02D1-C88C824BE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992" y="85182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14DC-BF94-9E10-B09A-E89A386DE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IN" sz="700"/>
            </a:lvl1pPr>
          </a:lstStyle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B85-668C-1A07-18A7-82A4D4D71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lang="en-IN" sz="700" b="1" smtClean="0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algn="ctr" defTabSz="914355"/>
            <a:fld id="{662A0901-ACEF-4BE9-9C8C-C119B421173E}" type="slidenum">
              <a:rPr lang="en-IN" smtClean="0"/>
              <a:pPr algn="ctr" defTabSz="914355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CE2272-ED9B-DD02-B7B0-029616CF6AB1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8379" y="4647630"/>
            <a:ext cx="435969" cy="387958"/>
          </a:xfrm>
          <a:prstGeom prst="rect">
            <a:avLst/>
          </a:prstGeom>
        </p:spPr>
      </p:pic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CAE4914F-666B-70AC-6C67-9424F69EF375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4733063"/>
            <a:ext cx="1266904" cy="3025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4A0732-89C6-3C17-1231-F15060AB29F0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098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92" r:id="rId2"/>
    <p:sldLayoutId id="2147483893" r:id="rId3"/>
    <p:sldLayoutId id="2147483935" r:id="rId4"/>
    <p:sldLayoutId id="2147483979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4160" r:id="rId12"/>
    <p:sldLayoutId id="2147484161" r:id="rId13"/>
  </p:sldLayoutIdLst>
  <p:hf hdr="0" dt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lang="en-IN" sz="2100" b="0" kern="0" baseline="0" dirty="0" smtClean="0">
          <a:solidFill>
            <a:srgbClr val="4E84C4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5" rtl="0" eaLnBrk="1" latinLnBrk="0" hangingPunct="1">
        <a:lnSpc>
          <a:spcPct val="90000"/>
        </a:lnSpc>
        <a:spcBef>
          <a:spcPts val="10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63526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88941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914355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Courier New" panose="02070309020205020404" pitchFamily="49" charset="0"/>
        <a:buChar char="o"/>
        <a:tabLst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139768" indent="-228588" algn="l" defTabSz="914355" rtl="0" eaLnBrk="1" latinLnBrk="0" hangingPunct="1">
        <a:lnSpc>
          <a:spcPct val="90000"/>
        </a:lnSpc>
        <a:spcBef>
          <a:spcPts val="500"/>
        </a:spcBef>
        <a:buClr>
          <a:srgbClr val="4E84C4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9" userDrawn="1">
          <p15:clr>
            <a:srgbClr val="F26B43"/>
          </p15:clr>
        </p15:guide>
        <p15:guide id="2" pos="172" userDrawn="1">
          <p15:clr>
            <a:srgbClr val="F26B43"/>
          </p15:clr>
        </p15:guide>
        <p15:guide id="3" pos="5573" userDrawn="1">
          <p15:clr>
            <a:srgbClr val="F26B43"/>
          </p15:clr>
        </p15:guide>
        <p15:guide id="4" orient="horz" pos="1720" userDrawn="1">
          <p15:clr>
            <a:srgbClr val="F26B43"/>
          </p15:clr>
        </p15:guide>
        <p15:guide id="5" orient="horz" pos="2916" userDrawn="1">
          <p15:clr>
            <a:srgbClr val="F26B43"/>
          </p15:clr>
        </p15:guide>
        <p15:guide id="6" orient="horz" pos="531" userDrawn="1">
          <p15:clr>
            <a:srgbClr val="F26B43"/>
          </p15:clr>
        </p15:guide>
        <p15:guide id="7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9" y="1276354"/>
            <a:ext cx="4042988" cy="381515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7191" y="2136844"/>
            <a:ext cx="4042988" cy="2635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8588" lvl="0" indent="-228588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3AB597-EB64-CE3F-953B-52503B4D000B}"/>
              </a:ext>
            </a:extLst>
          </p:cNvPr>
          <p:cNvGrpSpPr/>
          <p:nvPr userDrawn="1"/>
        </p:nvGrpSpPr>
        <p:grpSpPr>
          <a:xfrm>
            <a:off x="219079" y="120396"/>
            <a:ext cx="8647111" cy="504364"/>
            <a:chOff x="219077" y="100726"/>
            <a:chExt cx="8647111" cy="50436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0651C26-EA84-03D9-38D3-26F90B09392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t="36534" b="36534"/>
            <a:stretch/>
          </p:blipFill>
          <p:spPr>
            <a:xfrm>
              <a:off x="219077" y="169836"/>
              <a:ext cx="1616067" cy="435254"/>
            </a:xfrm>
            <a:prstGeom prst="rect">
              <a:avLst/>
            </a:prstGeom>
          </p:spPr>
        </p:pic>
        <p:pic>
          <p:nvPicPr>
            <p:cNvPr id="8" name="Picture 7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A1ED308E-44AD-3158-DD83-C59FFFAE9B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949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</p:sldLayoutIdLst>
  <p:hf hdr="0" dt="0"/>
  <p:txStyles>
    <p:titleStyle>
      <a:lvl1pPr algn="l" defTabSz="914355" rtl="0" eaLnBrk="1" latinLnBrk="0" hangingPunct="1">
        <a:lnSpc>
          <a:spcPct val="100000"/>
        </a:lnSpc>
        <a:spcBef>
          <a:spcPct val="0"/>
        </a:spcBef>
        <a:buNone/>
        <a:defRPr lang="en-US" sz="2400" b="0" i="0" kern="0" spc="-5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914355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1600" kern="1200" spc="2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68576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4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20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297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474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72" userDrawn="1">
          <p15:clr>
            <a:srgbClr val="F26B43"/>
          </p15:clr>
        </p15:guide>
        <p15:guide id="2" orient="horz" pos="2852" userDrawn="1">
          <p15:clr>
            <a:srgbClr val="F26B43"/>
          </p15:clr>
        </p15:guide>
        <p15:guide id="3" orient="horz" pos="360" userDrawn="1">
          <p15:clr>
            <a:srgbClr val="F26B43"/>
          </p15:clr>
        </p15:guide>
        <p15:guide id="4" orient="horz" pos="846" userDrawn="1">
          <p15:clr>
            <a:srgbClr val="F26B43"/>
          </p15:clr>
        </p15:guide>
        <p15:guide id="5" pos="180" userDrawn="1">
          <p15:clr>
            <a:srgbClr val="F26B43"/>
          </p15:clr>
        </p15:guide>
        <p15:guide id="6" pos="55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93" y="107916"/>
            <a:ext cx="7886195" cy="5530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4565002" y="4942596"/>
            <a:ext cx="0" cy="12717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81524" y="4942596"/>
            <a:ext cx="1876425" cy="12717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700">
                <a:solidFill>
                  <a:schemeClr val="bg1"/>
                </a:solidFill>
              </a:defRPr>
            </a:lvl1pPr>
          </a:lstStyle>
          <a:p>
            <a:r>
              <a:rPr lang="en-US"/>
              <a:t>TCS-CDG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99348" y="4942596"/>
            <a:ext cx="300588" cy="12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700" noProof="0" smtClean="0">
                <a:solidFill>
                  <a:schemeClr val="bg1"/>
                </a:solidFill>
              </a:rPr>
              <a:pPr lvl="0"/>
              <a:t>‹#›</a:t>
            </a:fld>
            <a:r>
              <a:rPr lang="en-US" sz="700" noProof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96B849F-0F60-4E8F-BA8E-E91C2BE0ED3F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B49C25-A889-40F6-B435-4920BCF97B82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4E8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E09A9F-6EB0-438C-A1AF-E44A166E116F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06B8FF-CF61-4E23-AD6E-7102A245AB65}"/>
              </a:ext>
            </a:extLst>
          </p:cNvPr>
          <p:cNvSpPr/>
          <p:nvPr userDrawn="1"/>
        </p:nvSpPr>
        <p:spPr>
          <a:xfrm>
            <a:off x="24260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32A92-7EC0-48A4-AB00-6AD52B706E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201" t="38245" r="4369" b="37400"/>
          <a:stretch/>
        </p:blipFill>
        <p:spPr>
          <a:xfrm>
            <a:off x="285751" y="4731771"/>
            <a:ext cx="1210439" cy="3260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0862DB-D752-9721-B469-8AEB67A96A3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8422282" y="4647629"/>
            <a:ext cx="435969" cy="387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61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9" r:id="rId1"/>
    <p:sldLayoutId id="2147484140" r:id="rId2"/>
    <p:sldLayoutId id="2147484141" r:id="rId3"/>
  </p:sldLayoutIdLst>
  <p:hf sldNum="0" hdr="0" dt="0"/>
  <p:txStyles>
    <p:titleStyle>
      <a:lvl1pPr algn="l" defTabSz="914333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33" rtl="0" eaLnBrk="1" latinLnBrk="0" hangingPunct="1">
        <a:lnSpc>
          <a:spcPct val="90000"/>
        </a:lnSpc>
        <a:spcBef>
          <a:spcPts val="1000"/>
        </a:spcBef>
        <a:buClr>
          <a:srgbClr val="007DC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379352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587258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795164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003071" indent="-171446" algn="l" defTabSz="914333" rtl="0" eaLnBrk="1" latinLnBrk="0" hangingPunct="1">
        <a:lnSpc>
          <a:spcPct val="90000"/>
        </a:lnSpc>
        <a:spcBef>
          <a:spcPts val="500"/>
        </a:spcBef>
        <a:buClr>
          <a:srgbClr val="007DC5"/>
        </a:buClr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85">
          <p15:clr>
            <a:srgbClr val="F26B43"/>
          </p15:clr>
        </p15:guide>
        <p15:guide id="4" orient="horz" pos="557">
          <p15:clr>
            <a:srgbClr val="F26B43"/>
          </p15:clr>
        </p15:guide>
        <p15:guide id="5" orient="horz" pos="705">
          <p15:clr>
            <a:srgbClr val="F26B43"/>
          </p15:clr>
        </p15:guide>
        <p15:guide id="6" orient="horz" pos="3943">
          <p15:clr>
            <a:srgbClr val="F26B43"/>
          </p15:clr>
        </p15:guide>
        <p15:guide id="8" pos="7447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DF83842-6792-443C-8ADD-548A11D67CE1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AF219F-7EEE-4E0A-BE98-F63760BECB6A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4CA941-F2C4-474E-A1C0-87930FACB8D8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750701-58D4-4101-89A4-E4C0613A06D1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C3F55E-80C5-FA58-BEE1-B1EA909AB2F1}"/>
              </a:ext>
            </a:extLst>
          </p:cNvPr>
          <p:cNvGrpSpPr/>
          <p:nvPr userDrawn="1"/>
        </p:nvGrpSpPr>
        <p:grpSpPr>
          <a:xfrm>
            <a:off x="288868" y="100726"/>
            <a:ext cx="8577320" cy="504363"/>
            <a:chOff x="288868" y="100726"/>
            <a:chExt cx="8577320" cy="50436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0485C5A4-B4D1-7A55-6E82-3E12E35D3F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5201" t="38245" r="4369" b="37400"/>
            <a:stretch/>
          </p:blipFill>
          <p:spPr>
            <a:xfrm>
              <a:off x="288868" y="188632"/>
              <a:ext cx="1546276" cy="416457"/>
            </a:xfrm>
            <a:prstGeom prst="rect">
              <a:avLst/>
            </a:prstGeom>
          </p:spPr>
        </p:pic>
        <p:pic>
          <p:nvPicPr>
            <p:cNvPr id="4" name="Picture 3" descr="A white logo on a black background&#10;&#10;Description automatically generated">
              <a:extLst>
                <a:ext uri="{FF2B5EF4-FFF2-40B4-BE49-F238E27FC236}">
                  <a16:creationId xmlns:a16="http://schemas.microsoft.com/office/drawing/2014/main" id="{2EED0747-E087-BD83-3541-DFDDE1A9317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00" t="24814" r="21396" b="24815"/>
            <a:stretch/>
          </p:blipFill>
          <p:spPr>
            <a:xfrm>
              <a:off x="8322775" y="100726"/>
              <a:ext cx="543413" cy="4835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166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44" r:id="rId2"/>
    <p:sldLayoutId id="2147484145" r:id="rId3"/>
  </p:sldLayoutIdLst>
  <p:hf sldNum="0" hdr="0" dt="0"/>
  <p:txStyles>
    <p:titleStyle>
      <a:lvl1pPr algn="l" defTabSz="914333" rtl="0" eaLnBrk="1" latinLnBrk="0" hangingPunct="1">
        <a:lnSpc>
          <a:spcPct val="90000"/>
        </a:lnSpc>
        <a:spcBef>
          <a:spcPct val="0"/>
        </a:spcBef>
        <a:buNone/>
        <a:defRPr lang="en-US" sz="21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33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49" indent="-228582" algn="l" defTabSz="914333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15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80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46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85">
          <p15:clr>
            <a:srgbClr val="F26B43"/>
          </p15:clr>
        </p15:guide>
        <p15:guide id="4" orient="horz" pos="480">
          <p15:clr>
            <a:srgbClr val="F26B43"/>
          </p15:clr>
        </p15:guide>
        <p15:guide id="5" orient="horz" pos="705">
          <p15:clr>
            <a:srgbClr val="F26B43"/>
          </p15:clr>
        </p15:guide>
        <p15:guide id="6" orient="horz" pos="3943">
          <p15:clr>
            <a:srgbClr val="F26B43"/>
          </p15:clr>
        </p15:guide>
        <p15:guide id="8" pos="7447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8216FA1-4A56-46E6-BB77-D6006B7684D3}"/>
              </a:ext>
            </a:extLst>
          </p:cNvPr>
          <p:cNvSpPr/>
          <p:nvPr userDrawn="1"/>
        </p:nvSpPr>
        <p:spPr>
          <a:xfrm>
            <a:off x="70640" y="100727"/>
            <a:ext cx="148437" cy="145788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7FEFDF6-0C60-43AA-ADD5-901E502E80B5}"/>
              </a:ext>
            </a:extLst>
          </p:cNvPr>
          <p:cNvCxnSpPr>
            <a:cxnSpLocks/>
          </p:cNvCxnSpPr>
          <p:nvPr userDrawn="1"/>
        </p:nvCxnSpPr>
        <p:spPr>
          <a:xfrm>
            <a:off x="91079" y="273502"/>
            <a:ext cx="107556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938AF1A-EA00-4882-84C6-CBA46A27A7C5}"/>
              </a:ext>
            </a:extLst>
          </p:cNvPr>
          <p:cNvSpPr txBox="1"/>
          <p:nvPr userDrawn="1"/>
        </p:nvSpPr>
        <p:spPr>
          <a:xfrm>
            <a:off x="70640" y="330802"/>
            <a:ext cx="148437" cy="1457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9FF134-DE23-4F75-9D1F-AEB44451BFD7}"/>
              </a:ext>
            </a:extLst>
          </p:cNvPr>
          <p:cNvSpPr/>
          <p:nvPr userDrawn="1"/>
        </p:nvSpPr>
        <p:spPr>
          <a:xfrm>
            <a:off x="37301" y="63763"/>
            <a:ext cx="215112" cy="3956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4BC39D-DEC7-4FC1-BFC5-98DE92A66721}"/>
              </a:ext>
            </a:extLst>
          </p:cNvPr>
          <p:cNvSpPr/>
          <p:nvPr userDrawn="1"/>
        </p:nvSpPr>
        <p:spPr>
          <a:xfrm>
            <a:off x="292099" y="2395468"/>
            <a:ext cx="2650475" cy="350737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lvl="0"/>
            <a:r>
              <a:rPr lang="en-US" sz="2200" b="0" kern="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37FEB07C-5878-4697-A42C-CB8DD47499D0}"/>
              </a:ext>
            </a:extLst>
          </p:cNvPr>
          <p:cNvSpPr txBox="1"/>
          <p:nvPr userDrawn="1"/>
        </p:nvSpPr>
        <p:spPr>
          <a:xfrm>
            <a:off x="288869" y="4927600"/>
            <a:ext cx="1902444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5776">
              <a:lnSpc>
                <a:spcPct val="100000"/>
              </a:lnSpc>
              <a:spcBef>
                <a:spcPts val="45"/>
              </a:spcBef>
            </a:pP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Copyright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>
                <a:solidFill>
                  <a:schemeClr val="bg1"/>
                </a:solidFill>
                <a:latin typeface="Calibri"/>
                <a:cs typeface="Calibri"/>
              </a:rPr>
              <a:t>©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>
                <a:solidFill>
                  <a:schemeClr val="bg1"/>
                </a:solidFill>
                <a:latin typeface="Calibri"/>
                <a:cs typeface="Calibri"/>
              </a:rPr>
              <a:t>202</a:t>
            </a:r>
            <a:r>
              <a:rPr lang="en-IN" sz="700" b="0">
                <a:solidFill>
                  <a:schemeClr val="bg1"/>
                </a:solidFill>
                <a:latin typeface="Calibri"/>
                <a:cs typeface="Calibri"/>
              </a:rPr>
              <a:t>4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 Tata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Consultancy</a:t>
            </a:r>
            <a:r>
              <a:rPr sz="700" b="0" spc="-7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700" b="0" spc="-2">
                <a:solidFill>
                  <a:schemeClr val="bg1"/>
                </a:solidFill>
                <a:latin typeface="Calibri"/>
                <a:cs typeface="Calibri"/>
              </a:rPr>
              <a:t>Services Limited</a:t>
            </a:r>
            <a:endParaRPr sz="700" b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7600BCE-C87B-5B0A-0301-F38ED7B5A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201" t="38245" r="4369" b="37400"/>
          <a:stretch/>
        </p:blipFill>
        <p:spPr>
          <a:xfrm>
            <a:off x="288869" y="188633"/>
            <a:ext cx="1546276" cy="416457"/>
          </a:xfrm>
          <a:prstGeom prst="rect">
            <a:avLst/>
          </a:prstGeom>
        </p:spPr>
      </p:pic>
      <p:pic>
        <p:nvPicPr>
          <p:cNvPr id="4" name="Picture 3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078D749F-9A1E-D7FD-4C7C-00FD0CEBD3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24814" r="21396" b="24815"/>
          <a:stretch/>
        </p:blipFill>
        <p:spPr>
          <a:xfrm>
            <a:off x="8383181" y="100727"/>
            <a:ext cx="543413" cy="48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8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8" r:id="rId1"/>
  </p:sldLayoutIdLst>
  <p:hf sldNum="0" hdr="0" dt="0"/>
  <p:txStyles>
    <p:titleStyle>
      <a:lvl1pPr algn="l" defTabSz="914333" rtl="0" eaLnBrk="1" latinLnBrk="0" hangingPunct="1">
        <a:lnSpc>
          <a:spcPct val="90000"/>
        </a:lnSpc>
        <a:spcBef>
          <a:spcPct val="0"/>
        </a:spcBef>
        <a:buNone/>
        <a:defRPr lang="en-US" sz="22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2" indent="-228582" algn="l" defTabSz="914333" rtl="0" eaLnBrk="1" latinLnBrk="0" hangingPunct="1">
        <a:lnSpc>
          <a:spcPct val="90000"/>
        </a:lnSpc>
        <a:spcBef>
          <a:spcPts val="1000"/>
        </a:spcBef>
        <a:buClr>
          <a:srgbClr val="E41165"/>
        </a:buClr>
        <a:buFont typeface="Arial" panose="020B0604020202020204" pitchFamily="34" charset="0"/>
        <a:buChar char="•"/>
        <a:defRPr lang="en-US" sz="12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685749" indent="-228582" algn="l" defTabSz="914333" rtl="0" eaLnBrk="1" latinLnBrk="0" hangingPunct="1">
        <a:lnSpc>
          <a:spcPct val="90000"/>
        </a:lnSpc>
        <a:spcBef>
          <a:spcPts val="500"/>
        </a:spcBef>
        <a:buClr>
          <a:srgbClr val="E41165"/>
        </a:buClr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142915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600080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057246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2514411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2" algn="l" defTabSz="91433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85">
          <p15:clr>
            <a:srgbClr val="F26B43"/>
          </p15:clr>
        </p15:guide>
        <p15:guide id="4" orient="horz" pos="480">
          <p15:clr>
            <a:srgbClr val="F26B43"/>
          </p15:clr>
        </p15:guide>
        <p15:guide id="5" orient="horz" pos="705">
          <p15:clr>
            <a:srgbClr val="F26B43"/>
          </p15:clr>
        </p15:guide>
        <p15:guide id="6" orient="horz" pos="3943">
          <p15:clr>
            <a:srgbClr val="F26B43"/>
          </p15:clr>
        </p15:guide>
        <p15:guide id="8" pos="7447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74A964-E617-460A-94A6-E2CA9144DB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238" y="2571750"/>
            <a:ext cx="4042988" cy="263534"/>
          </a:xfrm>
        </p:spPr>
        <p:txBody>
          <a:bodyPr/>
          <a:lstStyle/>
          <a:p>
            <a:r>
              <a:rPr lang="en-US"/>
              <a:t>Team </a:t>
            </a:r>
            <a:r>
              <a:rPr lang="en-US" b="1"/>
              <a:t>TRANSFORMERS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0E72750-D516-A950-0CDF-048F0A1819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1238" y="3533020"/>
            <a:ext cx="1331610" cy="430887"/>
          </a:xfrm>
        </p:spPr>
        <p:txBody>
          <a:bodyPr/>
          <a:lstStyle/>
          <a:p>
            <a:r>
              <a:rPr lang="en-US"/>
              <a:t>6</a:t>
            </a:r>
            <a:r>
              <a:rPr lang="en-US" baseline="30000"/>
              <a:t>th</a:t>
            </a:r>
            <a:r>
              <a:rPr lang="en-US"/>
              <a:t> Feb 2026</a:t>
            </a:r>
          </a:p>
          <a:p>
            <a:endParaRPr lang="en-US"/>
          </a:p>
          <a:p>
            <a:r>
              <a:rPr lang="en-US" sz="800"/>
              <a:t>TCS Confidential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2460C-D9DB-8B6E-76FF-8E863D7F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38" y="1278447"/>
            <a:ext cx="6300794" cy="921056"/>
          </a:xfrm>
        </p:spPr>
        <p:txBody>
          <a:bodyPr/>
          <a:lstStyle/>
          <a:p>
            <a:r>
              <a:rPr lang="en-US"/>
              <a:t>Capital Markets Regulatory Compliance Assistant</a:t>
            </a:r>
            <a:endParaRPr lang="en-IN" sz="3200"/>
          </a:p>
        </p:txBody>
      </p:sp>
    </p:spTree>
    <p:extLst>
      <p:ext uri="{BB962C8B-B14F-4D97-AF65-F5344CB8AC3E}">
        <p14:creationId xmlns:p14="http://schemas.microsoft.com/office/powerpoint/2010/main" val="572474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9036FAD0-27C7-B191-9148-196DF6C1A2F3}"/>
              </a:ext>
            </a:extLst>
          </p:cNvPr>
          <p:cNvSpPr txBox="1">
            <a:spLocks/>
          </p:cNvSpPr>
          <p:nvPr/>
        </p:nvSpPr>
        <p:spPr>
          <a:xfrm>
            <a:off x="716332" y="645267"/>
            <a:ext cx="3707328" cy="39966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121908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10">
              <a:defRPr/>
            </a:pPr>
            <a:r>
              <a:rPr lang="en-HK" sz="2700">
                <a:solidFill>
                  <a:srgbClr val="4E84C4"/>
                </a:solidFill>
                <a:latin typeface="Calibri" panose="020F0502020204030204"/>
              </a:rPr>
              <a:t>AGENDA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8737E8C-7601-EEA0-3518-8672E6C20B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81524" y="4942596"/>
            <a:ext cx="1876425" cy="127170"/>
          </a:xfrm>
        </p:spPr>
        <p:txBody>
          <a:bodyPr/>
          <a:lstStyle/>
          <a:p>
            <a:pPr defTabSz="415535"/>
            <a:r>
              <a:rPr lang="en-US">
                <a:solidFill>
                  <a:srgbClr val="FFFFFF">
                    <a:lumMod val="85000"/>
                  </a:srgbClr>
                </a:solidFill>
                <a:latin typeface="Calibri" panose="020F0502020204030204"/>
              </a:rPr>
              <a:t>TCS-CDG  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B092BC-9CEA-98A6-C531-D07A84AFB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383403"/>
              </p:ext>
            </p:extLst>
          </p:nvPr>
        </p:nvGraphicFramePr>
        <p:xfrm>
          <a:off x="1243554" y="1386496"/>
          <a:ext cx="3593343" cy="3169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21530">
                  <a:extLst>
                    <a:ext uri="{9D8B030D-6E8A-4147-A177-3AD203B41FA5}">
                      <a16:colId xmlns:a16="http://schemas.microsoft.com/office/drawing/2014/main" val="975784509"/>
                    </a:ext>
                  </a:extLst>
                </a:gridCol>
                <a:gridCol w="3271813">
                  <a:extLst>
                    <a:ext uri="{9D8B030D-6E8A-4147-A177-3AD203B41FA5}">
                      <a16:colId xmlns:a16="http://schemas.microsoft.com/office/drawing/2014/main" val="2774591213"/>
                    </a:ext>
                  </a:extLst>
                </a:gridCol>
              </a:tblGrid>
              <a:tr h="329089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Problem Statement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260114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Solution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9256675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Technical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021460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DEMO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4146522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Summary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156651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</a:rPr>
                        <a:t>Team Members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862497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817355"/>
                  </a:ext>
                </a:extLst>
              </a:tr>
              <a:tr h="329089">
                <a:tc>
                  <a:txBody>
                    <a:bodyPr/>
                    <a:lstStyle/>
                    <a:p>
                      <a:pPr algn="ctr"/>
                      <a:endParaRPr lang="en-US" sz="200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6382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62296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B3CB-718A-F671-5D5E-8A48D3066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D5CCE-5A03-79EF-7A0B-8DEFB2396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224F9-0388-384F-1913-5EE880A2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3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C1865-044A-F498-0013-DB454681A91B}"/>
              </a:ext>
            </a:extLst>
          </p:cNvPr>
          <p:cNvSpPr txBox="1"/>
          <p:nvPr/>
        </p:nvSpPr>
        <p:spPr>
          <a:xfrm>
            <a:off x="395416" y="741405"/>
            <a:ext cx="827902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>
                <a:solidFill>
                  <a:srgbClr val="4E84C4"/>
                </a:solidFill>
              </a:rPr>
              <a:t>Title Name:</a:t>
            </a:r>
          </a:p>
          <a:p>
            <a:r>
              <a:rPr lang="en-GB" sz="1600"/>
              <a:t>Capital Markets Regulatory Compliance Checklist</a:t>
            </a:r>
          </a:p>
          <a:p>
            <a:endParaRPr lang="en-GB" sz="1600"/>
          </a:p>
          <a:p>
            <a:r>
              <a:rPr lang="en-GB" sz="1600">
                <a:solidFill>
                  <a:srgbClr val="4E84C4"/>
                </a:solidFill>
              </a:rPr>
              <a:t>Problem Statement:</a:t>
            </a:r>
          </a:p>
          <a:p>
            <a:r>
              <a:rPr lang="en-GB" sz="1600"/>
              <a:t>Financial institutions face challenges in keeping up with constantly changing regulatory requirements, risking non-compliance and penalties</a:t>
            </a:r>
          </a:p>
          <a:p>
            <a:endParaRPr lang="en-GB" sz="1600"/>
          </a:p>
          <a:p>
            <a:r>
              <a:rPr lang="en-GB" sz="1600">
                <a:solidFill>
                  <a:srgbClr val="4E84C4"/>
                </a:solidFill>
              </a:rPr>
              <a:t>Data Requirements:</a:t>
            </a:r>
          </a:p>
          <a:p>
            <a:r>
              <a:rPr lang="en-GB" sz="1600"/>
              <a:t>Regulatory documents, compliance manuals, financial policies, and updates from regulatory bodies.</a:t>
            </a:r>
          </a:p>
          <a:p>
            <a:endParaRPr lang="en-GB" sz="1600"/>
          </a:p>
          <a:p>
            <a:r>
              <a:rPr lang="en-GB" sz="1600">
                <a:solidFill>
                  <a:srgbClr val="4E84C4"/>
                </a:solidFill>
              </a:rPr>
              <a:t>Expected Output:</a:t>
            </a:r>
          </a:p>
          <a:p>
            <a:r>
              <a:rPr lang="en-GB" sz="1600"/>
              <a:t>Summarized compliance checklists and alerts in structured text or spreadsheet format for easy tracking. Be creative to go beyond as you solve the above needs.</a:t>
            </a:r>
            <a:endParaRPr lang="en-SG" sz="1600"/>
          </a:p>
        </p:txBody>
      </p:sp>
    </p:spTree>
    <p:extLst>
      <p:ext uri="{BB962C8B-B14F-4D97-AF65-F5344CB8AC3E}">
        <p14:creationId xmlns:p14="http://schemas.microsoft.com/office/powerpoint/2010/main" val="2244131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D3272-F4A6-DDF5-08E3-8519980A6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D23E-3DD7-09E4-7B65-E1455D95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Understanding and Approach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E83171-021C-3641-65DD-DA228513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0E5FA-2529-4462-0567-00F688ED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5027E2-3D50-1B6F-A93D-7D78744A3EB3}"/>
              </a:ext>
            </a:extLst>
          </p:cNvPr>
          <p:cNvSpPr txBox="1"/>
          <p:nvPr/>
        </p:nvSpPr>
        <p:spPr>
          <a:xfrm>
            <a:off x="426534" y="3478955"/>
            <a:ext cx="827902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>
                <a:solidFill>
                  <a:srgbClr val="4E84C4"/>
                </a:solidFill>
              </a:rPr>
              <a:t>Our Approach:</a:t>
            </a:r>
          </a:p>
          <a:p>
            <a:pPr algn="just"/>
            <a:r>
              <a:rPr lang="en-GB" sz="1200"/>
              <a:t>Build an AI-powered Regulatory Compliance Assistant that ingests Singapore's capital markets regulations, enables natural-language compliance queries, auto-generates compliance checklists, detects regulation changes, and delivers proactive alerts — all through an enterprise-grade interface.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5C3483-C619-227A-4C72-40E8622A0D08}"/>
              </a:ext>
            </a:extLst>
          </p:cNvPr>
          <p:cNvSpPr txBox="1"/>
          <p:nvPr/>
        </p:nvSpPr>
        <p:spPr>
          <a:xfrm>
            <a:off x="426534" y="631948"/>
            <a:ext cx="7745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Financial institutions in Singapore face an overwhelming regulatory landscape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97E41EC-4EE6-3E00-B78B-0EA2E8D9E9C3}"/>
              </a:ext>
            </a:extLst>
          </p:cNvPr>
          <p:cNvGrpSpPr/>
          <p:nvPr/>
        </p:nvGrpSpPr>
        <p:grpSpPr>
          <a:xfrm>
            <a:off x="816275" y="1022239"/>
            <a:ext cx="972065" cy="488575"/>
            <a:chOff x="1260389" y="1045287"/>
            <a:chExt cx="972065" cy="48857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E533BE4-0181-23B4-ED4F-03AADF6B6EDB}"/>
                </a:ext>
              </a:extLst>
            </p:cNvPr>
            <p:cNvSpPr/>
            <p:nvPr/>
          </p:nvSpPr>
          <p:spPr>
            <a:xfrm>
              <a:off x="1260389" y="1045287"/>
              <a:ext cx="486033" cy="46932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9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3B6984A-8174-4231-BCC6-2830934534BF}"/>
                </a:ext>
              </a:extLst>
            </p:cNvPr>
            <p:cNvSpPr txBox="1"/>
            <p:nvPr/>
          </p:nvSpPr>
          <p:spPr>
            <a:xfrm>
              <a:off x="1297459" y="1149142"/>
              <a:ext cx="4118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>
                  <a:solidFill>
                    <a:schemeClr val="bg1"/>
                  </a:solidFill>
                </a:rPr>
                <a:t>17+</a:t>
              </a:r>
              <a:endParaRPr lang="en-SG" sz="110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89FB55B-B3B6-772F-2ADC-BA28E4B027F5}"/>
                </a:ext>
              </a:extLst>
            </p:cNvPr>
            <p:cNvSpPr txBox="1"/>
            <p:nvPr/>
          </p:nvSpPr>
          <p:spPr>
            <a:xfrm>
              <a:off x="1746421" y="1287641"/>
              <a:ext cx="48603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Acts</a:t>
              </a:r>
              <a:endParaRPr lang="en-SG" sz="100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CD8246-DD45-F6D5-4B6C-12732E3E68FA}"/>
              </a:ext>
            </a:extLst>
          </p:cNvPr>
          <p:cNvGrpSpPr/>
          <p:nvPr/>
        </p:nvGrpSpPr>
        <p:grpSpPr>
          <a:xfrm>
            <a:off x="2291442" y="1022239"/>
            <a:ext cx="1404551" cy="642464"/>
            <a:chOff x="2545491" y="1026032"/>
            <a:chExt cx="1404551" cy="6424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54448CF-5EB8-8938-60DE-F70678327958}"/>
                </a:ext>
              </a:extLst>
            </p:cNvPr>
            <p:cNvSpPr/>
            <p:nvPr/>
          </p:nvSpPr>
          <p:spPr>
            <a:xfrm>
              <a:off x="2545491" y="1026032"/>
              <a:ext cx="486033" cy="46932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9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46AF697-AA6D-E00E-6FD6-B20C63D8F412}"/>
                </a:ext>
              </a:extLst>
            </p:cNvPr>
            <p:cNvSpPr txBox="1"/>
            <p:nvPr/>
          </p:nvSpPr>
          <p:spPr>
            <a:xfrm>
              <a:off x="2582561" y="1129887"/>
              <a:ext cx="4118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>
                  <a:solidFill>
                    <a:schemeClr val="bg1"/>
                  </a:solidFill>
                </a:rPr>
                <a:t>321</a:t>
              </a:r>
              <a:endParaRPr lang="en-SG" sz="1100">
                <a:solidFill>
                  <a:schemeClr val="bg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F6152B-AA70-23F1-3864-CAA27157B118}"/>
                </a:ext>
              </a:extLst>
            </p:cNvPr>
            <p:cNvSpPr txBox="1"/>
            <p:nvPr/>
          </p:nvSpPr>
          <p:spPr>
            <a:xfrm>
              <a:off x="3031523" y="1268386"/>
              <a:ext cx="9185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Local Govt Notices</a:t>
              </a:r>
              <a:endParaRPr lang="en-SG" sz="10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718D2F-D547-A480-EEA4-3D2F1B295244}"/>
              </a:ext>
            </a:extLst>
          </p:cNvPr>
          <p:cNvGrpSpPr/>
          <p:nvPr/>
        </p:nvGrpSpPr>
        <p:grpSpPr>
          <a:xfrm>
            <a:off x="3870093" y="1022239"/>
            <a:ext cx="1219201" cy="488575"/>
            <a:chOff x="3987113" y="1052981"/>
            <a:chExt cx="1219201" cy="48857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2A35B12-5D21-139D-5B70-35CBD2CD8D7D}"/>
                </a:ext>
              </a:extLst>
            </p:cNvPr>
            <p:cNvSpPr/>
            <p:nvPr/>
          </p:nvSpPr>
          <p:spPr>
            <a:xfrm>
              <a:off x="3987113" y="1052981"/>
              <a:ext cx="486033" cy="46932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90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83D2E-FBB4-4A65-6622-990828743A48}"/>
                </a:ext>
              </a:extLst>
            </p:cNvPr>
            <p:cNvSpPr txBox="1"/>
            <p:nvPr/>
          </p:nvSpPr>
          <p:spPr>
            <a:xfrm>
              <a:off x="4024183" y="1156836"/>
              <a:ext cx="4118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>
                  <a:solidFill>
                    <a:schemeClr val="bg1"/>
                  </a:solidFill>
                </a:rPr>
                <a:t>121</a:t>
              </a:r>
              <a:endParaRPr lang="en-SG" sz="1100">
                <a:solidFill>
                  <a:schemeClr val="bg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B61C13-CE22-203D-5FBB-A73EFC7F36D1}"/>
                </a:ext>
              </a:extLst>
            </p:cNvPr>
            <p:cNvSpPr txBox="1"/>
            <p:nvPr/>
          </p:nvSpPr>
          <p:spPr>
            <a:xfrm>
              <a:off x="4473145" y="1295335"/>
              <a:ext cx="7331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Guidelines</a:t>
              </a:r>
              <a:endParaRPr lang="en-SG" sz="10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BE25C24-67C0-AC19-8597-7AFF9CE6A005}"/>
              </a:ext>
            </a:extLst>
          </p:cNvPr>
          <p:cNvGrpSpPr/>
          <p:nvPr/>
        </p:nvGrpSpPr>
        <p:grpSpPr>
          <a:xfrm>
            <a:off x="5359011" y="1022239"/>
            <a:ext cx="1079444" cy="488575"/>
            <a:chOff x="5378505" y="1045287"/>
            <a:chExt cx="1079444" cy="48857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E039702-E5D7-1708-640E-D030DF3B71BE}"/>
                </a:ext>
              </a:extLst>
            </p:cNvPr>
            <p:cNvSpPr/>
            <p:nvPr/>
          </p:nvSpPr>
          <p:spPr>
            <a:xfrm>
              <a:off x="5378505" y="1045287"/>
              <a:ext cx="486033" cy="46932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sz="9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B79DDFA-5B87-38CB-9559-EEF98095EA58}"/>
                </a:ext>
              </a:extLst>
            </p:cNvPr>
            <p:cNvSpPr txBox="1"/>
            <p:nvPr/>
          </p:nvSpPr>
          <p:spPr>
            <a:xfrm>
              <a:off x="5519736" y="1142252"/>
              <a:ext cx="4118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>
                  <a:solidFill>
                    <a:schemeClr val="bg1"/>
                  </a:solidFill>
                </a:rPr>
                <a:t>3</a:t>
              </a:r>
              <a:endParaRPr lang="en-SG" sz="1100">
                <a:solidFill>
                  <a:schemeClr val="bg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DA4DAF5-7EB6-7333-83F3-25FF8E50EFF5}"/>
                </a:ext>
              </a:extLst>
            </p:cNvPr>
            <p:cNvSpPr txBox="1"/>
            <p:nvPr/>
          </p:nvSpPr>
          <p:spPr>
            <a:xfrm>
              <a:off x="5864537" y="1287641"/>
              <a:ext cx="59341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Codes</a:t>
              </a:r>
              <a:endParaRPr lang="en-SG" sz="1000"/>
            </a:p>
          </p:txBody>
        </p:sp>
      </p:grp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93B3F02-1DB9-E6C0-D267-F8B816B93D95}"/>
              </a:ext>
            </a:extLst>
          </p:cNvPr>
          <p:cNvSpPr/>
          <p:nvPr/>
        </p:nvSpPr>
        <p:spPr>
          <a:xfrm>
            <a:off x="6843010" y="1093657"/>
            <a:ext cx="1502328" cy="30777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All constantly evolving</a:t>
            </a:r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27450A-15F2-A85F-B273-34C6B93FE94F}"/>
              </a:ext>
            </a:extLst>
          </p:cNvPr>
          <p:cNvSpPr/>
          <p:nvPr/>
        </p:nvSpPr>
        <p:spPr>
          <a:xfrm>
            <a:off x="601410" y="1835682"/>
            <a:ext cx="1024883" cy="13371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900" b="1"/>
              <a:t>Volume</a:t>
            </a:r>
          </a:p>
          <a:p>
            <a:pPr algn="ctr"/>
            <a:endParaRPr lang="en-GB" sz="900" b="1"/>
          </a:p>
          <a:p>
            <a:pPr algn="ctr"/>
            <a:r>
              <a:rPr lang="en-GB" sz="800"/>
              <a:t>MAS publishes 400+ regulatory instruments across Acts, Notices, Guidelines &amp; codes</a:t>
            </a:r>
            <a:endParaRPr lang="en-SG" sz="8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44FF9A-165B-A264-4CFA-5ECCF84A1771}"/>
              </a:ext>
            </a:extLst>
          </p:cNvPr>
          <p:cNvSpPr/>
          <p:nvPr/>
        </p:nvSpPr>
        <p:spPr>
          <a:xfrm>
            <a:off x="1865924" y="1835682"/>
            <a:ext cx="1024883" cy="13371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900" b="1"/>
              <a:t>Velocity</a:t>
            </a:r>
          </a:p>
          <a:p>
            <a:pPr algn="ctr"/>
            <a:endParaRPr lang="en-GB" sz="900" b="1"/>
          </a:p>
          <a:p>
            <a:pPr algn="ctr"/>
            <a:r>
              <a:rPr lang="en-SG"/>
              <a:t>Frequent updates on the Acts, guidelines, compliance documents etc.,</a:t>
            </a:r>
            <a:endParaRPr lang="en-SG" sz="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653A3C-1730-7AE4-B404-858EFC70A590}"/>
              </a:ext>
            </a:extLst>
          </p:cNvPr>
          <p:cNvSpPr/>
          <p:nvPr/>
        </p:nvSpPr>
        <p:spPr>
          <a:xfrm>
            <a:off x="3130438" y="1835682"/>
            <a:ext cx="1024883" cy="13371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900" b="1"/>
              <a:t>Complexity</a:t>
            </a:r>
          </a:p>
          <a:p>
            <a:pPr algn="ctr"/>
            <a:endParaRPr lang="en-GB" sz="900" b="1"/>
          </a:p>
          <a:p>
            <a:pPr algn="ctr"/>
            <a:r>
              <a:rPr lang="en-GB"/>
              <a:t>Cross-referencing across SFA, FAA, FSMA, and subsidiary instruments is manual and error-prone</a:t>
            </a:r>
            <a:endParaRPr lang="en-SG" sz="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2404BE-C46E-A52D-1583-52631209678A}"/>
              </a:ext>
            </a:extLst>
          </p:cNvPr>
          <p:cNvSpPr/>
          <p:nvPr/>
        </p:nvSpPr>
        <p:spPr>
          <a:xfrm>
            <a:off x="4394952" y="1835682"/>
            <a:ext cx="1024883" cy="13371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900" b="1"/>
              <a:t>Cost of Failure</a:t>
            </a:r>
          </a:p>
          <a:p>
            <a:pPr algn="ctr"/>
            <a:endParaRPr lang="en-GB" sz="900" b="1"/>
          </a:p>
          <a:p>
            <a:pPr algn="ctr"/>
            <a:r>
              <a:rPr lang="en-SG"/>
              <a:t>Penalties, license revocation, criminal prosecution, reputational damage, operational disruption</a:t>
            </a:r>
            <a:endParaRPr lang="en-SG" sz="8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4976041-01A8-01A9-ACD9-EBD6BD6B41C8}"/>
              </a:ext>
            </a:extLst>
          </p:cNvPr>
          <p:cNvSpPr/>
          <p:nvPr/>
        </p:nvSpPr>
        <p:spPr>
          <a:xfrm>
            <a:off x="5659466" y="1835682"/>
            <a:ext cx="1024883" cy="13371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900" b="1"/>
              <a:t>Current State</a:t>
            </a:r>
          </a:p>
          <a:p>
            <a:pPr algn="ctr"/>
            <a:endParaRPr lang="en-GB" sz="900" b="1"/>
          </a:p>
          <a:p>
            <a:pPr algn="ctr"/>
            <a:r>
              <a:rPr lang="en-GB"/>
              <a:t>Compliance teams rely on manual document review, spreadsheets, and external legal counsel</a:t>
            </a:r>
            <a:endParaRPr lang="en-SG" sz="8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504BBB-10E0-1C67-632F-8160C7541041}"/>
              </a:ext>
            </a:extLst>
          </p:cNvPr>
          <p:cNvSpPr/>
          <p:nvPr/>
        </p:nvSpPr>
        <p:spPr>
          <a:xfrm>
            <a:off x="6923980" y="1835682"/>
            <a:ext cx="1737426" cy="13371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900" b="1"/>
              <a:t>Who it Affects</a:t>
            </a:r>
          </a:p>
          <a:p>
            <a:pPr algn="ctr"/>
            <a:endParaRPr lang="en-GB" sz="900" b="1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Compliance Officers &amp; Legal Teams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Fund Managers &amp; Capital Markets Intermediaries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Risk &amp; Audit Departments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/>
              <a:t> Board &amp; Senior Management</a:t>
            </a:r>
            <a:endParaRPr lang="en-SG" sz="800"/>
          </a:p>
        </p:txBody>
      </p:sp>
    </p:spTree>
    <p:extLst>
      <p:ext uri="{BB962C8B-B14F-4D97-AF65-F5344CB8AC3E}">
        <p14:creationId xmlns:p14="http://schemas.microsoft.com/office/powerpoint/2010/main" val="360167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4EAD-849E-3B99-CE48-315CE424A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03405-8DE5-5421-53B8-13E619E3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Architecture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AA4163-0A92-CE1C-66AE-8A009A46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71C26A-8D0A-BEF5-5253-E1FBAB11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5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AFC965-6BF8-CBDB-FBEA-79124A5BE145}"/>
              </a:ext>
            </a:extLst>
          </p:cNvPr>
          <p:cNvSpPr/>
          <p:nvPr/>
        </p:nvSpPr>
        <p:spPr>
          <a:xfrm>
            <a:off x="1804536" y="1087395"/>
            <a:ext cx="5534928" cy="4201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UI interface</a:t>
            </a:r>
            <a:endParaRPr lang="en-SG" sz="1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609D3D-51E1-05D4-2072-EFF6AD6C27BE}"/>
              </a:ext>
            </a:extLst>
          </p:cNvPr>
          <p:cNvSpPr/>
          <p:nvPr/>
        </p:nvSpPr>
        <p:spPr>
          <a:xfrm>
            <a:off x="1804536" y="1869990"/>
            <a:ext cx="5534928" cy="2128452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2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55391B-1D98-82C1-FDA6-951319995644}"/>
              </a:ext>
            </a:extLst>
          </p:cNvPr>
          <p:cNvSpPr/>
          <p:nvPr/>
        </p:nvSpPr>
        <p:spPr>
          <a:xfrm>
            <a:off x="3385302" y="2207741"/>
            <a:ext cx="1037967" cy="545242"/>
          </a:xfrm>
          <a:prstGeom prst="rect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Documents Ingestion Service</a:t>
            </a:r>
            <a:endParaRPr lang="en-SG" sz="10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04CEF-9D31-6E23-4662-AB93BED082CE}"/>
              </a:ext>
            </a:extLst>
          </p:cNvPr>
          <p:cNvSpPr/>
          <p:nvPr/>
        </p:nvSpPr>
        <p:spPr>
          <a:xfrm>
            <a:off x="3385301" y="3043055"/>
            <a:ext cx="1037967" cy="545242"/>
          </a:xfrm>
          <a:prstGeom prst="rect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>
                <a:solidFill>
                  <a:schemeClr val="tx1"/>
                </a:solidFill>
              </a:rPr>
              <a:t>ChromaDB</a:t>
            </a:r>
            <a:endParaRPr lang="en-SG" sz="10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F757DD-9B1F-59A2-05B2-D1FF51F3FFFF}"/>
              </a:ext>
            </a:extLst>
          </p:cNvPr>
          <p:cNvSpPr/>
          <p:nvPr/>
        </p:nvSpPr>
        <p:spPr>
          <a:xfrm>
            <a:off x="4711768" y="2207741"/>
            <a:ext cx="1037967" cy="545242"/>
          </a:xfrm>
          <a:prstGeom prst="rect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RAG Query Engine</a:t>
            </a:r>
            <a:endParaRPr lang="en-SG" sz="10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29ACE7-ED88-9609-BED5-9A13DCB99529}"/>
              </a:ext>
            </a:extLst>
          </p:cNvPr>
          <p:cNvSpPr/>
          <p:nvPr/>
        </p:nvSpPr>
        <p:spPr>
          <a:xfrm>
            <a:off x="6038234" y="2207741"/>
            <a:ext cx="1037967" cy="545242"/>
          </a:xfrm>
          <a:prstGeom prst="rect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Checklist Engine</a:t>
            </a:r>
            <a:endParaRPr lang="en-SG" sz="10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35DC77-3EC4-CA49-B008-F3E0E25F26E1}"/>
              </a:ext>
            </a:extLst>
          </p:cNvPr>
          <p:cNvSpPr/>
          <p:nvPr/>
        </p:nvSpPr>
        <p:spPr>
          <a:xfrm>
            <a:off x="4711768" y="3043055"/>
            <a:ext cx="1037967" cy="545242"/>
          </a:xfrm>
          <a:prstGeom prst="rect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LLM</a:t>
            </a:r>
            <a:endParaRPr lang="en-SG" sz="10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04FB51-BDED-F89C-5111-EF83E590732E}"/>
              </a:ext>
            </a:extLst>
          </p:cNvPr>
          <p:cNvSpPr/>
          <p:nvPr/>
        </p:nvSpPr>
        <p:spPr>
          <a:xfrm>
            <a:off x="6038234" y="3043055"/>
            <a:ext cx="1037967" cy="545242"/>
          </a:xfrm>
          <a:prstGeom prst="rect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>
                <a:solidFill>
                  <a:schemeClr val="tx1"/>
                </a:solidFill>
              </a:rPr>
              <a:t>Sqlite</a:t>
            </a:r>
            <a:r>
              <a:rPr lang="en-GB" sz="1000">
                <a:solidFill>
                  <a:schemeClr val="tx1"/>
                </a:solidFill>
              </a:rPr>
              <a:t> (metadata)</a:t>
            </a:r>
            <a:endParaRPr lang="en-SG" sz="100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47A8D3-FFAF-1C2E-59E7-1AAB3D3BC005}"/>
              </a:ext>
            </a:extLst>
          </p:cNvPr>
          <p:cNvCxnSpPr/>
          <p:nvPr/>
        </p:nvCxnSpPr>
        <p:spPr>
          <a:xfrm>
            <a:off x="4513885" y="1507525"/>
            <a:ext cx="0" cy="3542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C2DF0C-7C7B-9291-D48D-A9CB9B917CF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3904285" y="2752983"/>
            <a:ext cx="1" cy="29007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0C15783-FB7B-0D8D-1A1B-BC2608B0A9C4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230752" y="2752983"/>
            <a:ext cx="0" cy="29007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DE2C49-AD6F-BCCC-0A6E-16BC7FD73B0E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6557218" y="2752983"/>
            <a:ext cx="0" cy="290072"/>
          </a:xfrm>
          <a:prstGeom prst="straightConnector1">
            <a:avLst/>
          </a:prstGeom>
          <a:ln>
            <a:noFill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DFE0269-6EBE-F05C-4DD1-8B14811CA461}"/>
              </a:ext>
            </a:extLst>
          </p:cNvPr>
          <p:cNvSpPr/>
          <p:nvPr/>
        </p:nvSpPr>
        <p:spPr>
          <a:xfrm>
            <a:off x="2084073" y="2207741"/>
            <a:ext cx="1037967" cy="545242"/>
          </a:xfrm>
          <a:prstGeom prst="rect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err="1">
                <a:solidFill>
                  <a:schemeClr val="tx1"/>
                </a:solidFill>
              </a:rPr>
              <a:t>DashBoard</a:t>
            </a:r>
            <a:endParaRPr lang="en-SG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A459C98-A52F-F4DA-C450-7E325749E554}"/>
              </a:ext>
            </a:extLst>
          </p:cNvPr>
          <p:cNvSpPr/>
          <p:nvPr/>
        </p:nvSpPr>
        <p:spPr>
          <a:xfrm>
            <a:off x="2070918" y="3043055"/>
            <a:ext cx="1037967" cy="545242"/>
          </a:xfrm>
          <a:prstGeom prst="rect">
            <a:avLst/>
          </a:prstGeom>
          <a:solidFill>
            <a:srgbClr val="FBB0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>
                <a:solidFill>
                  <a:schemeClr val="tx1"/>
                </a:solidFill>
              </a:rPr>
              <a:t>Settings</a:t>
            </a:r>
            <a:endParaRPr lang="en-SG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80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F6A23-D59A-F67F-6A94-3D1DEEBF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6A6AB-CF17-09EF-61C5-68B0DAAC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Compliance Assistant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E258A-0158-3414-2F64-B4DEE46BB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489BB-A21A-12D8-657A-F10E6433F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6</a:t>
            </a:fld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AC81975-B01A-A002-8FD7-BBF704076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4" y="566668"/>
            <a:ext cx="4110681" cy="22351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5198148-22F0-B1BD-85D0-846EB4F94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936" y="242169"/>
            <a:ext cx="4467444" cy="151248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5B8A8D7-10F4-302F-BD8F-9D07015C4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80" y="2801768"/>
            <a:ext cx="3921211" cy="171682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2CE3B24-6D5F-5580-949A-B123128FB6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486" y="2048518"/>
            <a:ext cx="4500710" cy="253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4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16B2-AC1E-8B41-97D0-A7F5514F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High-Level Architecture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318BA-28F7-DDAA-7A0A-0A594DE78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0F59C-BDBC-32DB-C9DD-BEC40492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7</a:t>
            </a:fld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67036E-116D-5E78-9956-675E022BFA67}"/>
              </a:ext>
            </a:extLst>
          </p:cNvPr>
          <p:cNvSpPr/>
          <p:nvPr/>
        </p:nvSpPr>
        <p:spPr>
          <a:xfrm>
            <a:off x="1222422" y="585338"/>
            <a:ext cx="6446109" cy="7084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/>
            <a:r>
              <a:rPr lang="en-SG" sz="2000"/>
              <a:t>Frontend Layer</a:t>
            </a:r>
          </a:p>
          <a:p>
            <a:pPr lvl="1" algn="ctr"/>
            <a:r>
              <a:rPr lang="en-SG" sz="1600"/>
              <a:t>React JS + TypeScript + </a:t>
            </a:r>
            <a:r>
              <a:rPr lang="en-SG" sz="1600" err="1"/>
              <a:t>AntD</a:t>
            </a:r>
            <a:r>
              <a:rPr lang="en-SG" sz="1600"/>
              <a:t>+ Vite + </a:t>
            </a:r>
            <a:r>
              <a:rPr lang="en-SG" sz="1600" err="1"/>
              <a:t>TanStack</a:t>
            </a:r>
            <a:r>
              <a:rPr lang="en-SG" sz="1600"/>
              <a:t> Query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52707C-125F-E4CA-D6F6-445638CC647F}"/>
              </a:ext>
            </a:extLst>
          </p:cNvPr>
          <p:cNvSpPr/>
          <p:nvPr/>
        </p:nvSpPr>
        <p:spPr>
          <a:xfrm>
            <a:off x="1235675" y="1759295"/>
            <a:ext cx="6446109" cy="1741786"/>
          </a:xfrm>
          <a:prstGeom prst="roundRect">
            <a:avLst/>
          </a:prstGeom>
          <a:solidFill>
            <a:srgbClr val="C98D2A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2000"/>
              <a:t> Backend Layer</a:t>
            </a:r>
          </a:p>
          <a:p>
            <a:pPr algn="ctr"/>
            <a:r>
              <a:rPr lang="en-SG" sz="1600" err="1"/>
              <a:t>FastAPI</a:t>
            </a:r>
            <a:r>
              <a:rPr lang="en-SG" sz="1600"/>
              <a:t> + Python  + Async/Await Pattern</a:t>
            </a:r>
            <a:br>
              <a:rPr lang="en-SG" sz="1600"/>
            </a:br>
            <a:br>
              <a:rPr lang="en-SG" sz="1600"/>
            </a:br>
            <a:r>
              <a:rPr lang="en-SG" sz="1600"/>
              <a:t>Routers:  Documents, Query, Checklists, Alerts, Settings</a:t>
            </a:r>
          </a:p>
          <a:p>
            <a:pPr algn="ctr"/>
            <a:r>
              <a:rPr lang="en-SG" sz="1600"/>
              <a:t>Services: Ingestion, Retrieval, Checklist, Diff, Export</a:t>
            </a:r>
          </a:p>
          <a:p>
            <a:pPr algn="ctr"/>
            <a:r>
              <a:rPr lang="en-SG" sz="1600"/>
              <a:t>Models:   Database (</a:t>
            </a:r>
            <a:r>
              <a:rPr lang="en-SG" sz="1600" err="1"/>
              <a:t>SQLAlchemy</a:t>
            </a:r>
            <a:r>
              <a:rPr lang="en-SG" sz="1600"/>
              <a:t>) , Schemas (</a:t>
            </a:r>
            <a:r>
              <a:rPr lang="en-SG" sz="1600" err="1"/>
              <a:t>Pydantic</a:t>
            </a:r>
            <a:r>
              <a:rPr lang="en-SG" sz="1600"/>
              <a:t>) 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385F74-A7D1-F8BC-4017-ED1AEDECE847}"/>
              </a:ext>
            </a:extLst>
          </p:cNvPr>
          <p:cNvSpPr/>
          <p:nvPr/>
        </p:nvSpPr>
        <p:spPr>
          <a:xfrm>
            <a:off x="1276864" y="3992631"/>
            <a:ext cx="1433384" cy="694697"/>
          </a:xfrm>
          <a:prstGeom prst="roundRect">
            <a:avLst/>
          </a:prstGeom>
          <a:solidFill>
            <a:srgbClr val="D15FD1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SQLite</a:t>
            </a:r>
            <a:br>
              <a:rPr lang="en-GB" sz="1600"/>
            </a:br>
            <a:r>
              <a:rPr lang="en-GB" sz="1600"/>
              <a:t>(Async)</a:t>
            </a:r>
            <a:endParaRPr lang="en-SG" sz="16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57419F-F3A4-963F-32F1-91530972C479}"/>
              </a:ext>
            </a:extLst>
          </p:cNvPr>
          <p:cNvSpPr/>
          <p:nvPr/>
        </p:nvSpPr>
        <p:spPr>
          <a:xfrm>
            <a:off x="2961501" y="3966584"/>
            <a:ext cx="1433384" cy="69469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err="1"/>
              <a:t>ChromaDB</a:t>
            </a:r>
            <a:endParaRPr lang="en-GB" sz="1600"/>
          </a:p>
          <a:p>
            <a:pPr algn="ctr"/>
            <a:r>
              <a:rPr lang="en-GB" sz="1600"/>
              <a:t>(Vector)</a:t>
            </a:r>
            <a:endParaRPr lang="en-SG" sz="16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BDF3221-2799-399B-BB39-85CD6B77DC49}"/>
              </a:ext>
            </a:extLst>
          </p:cNvPr>
          <p:cNvSpPr/>
          <p:nvPr/>
        </p:nvSpPr>
        <p:spPr>
          <a:xfrm>
            <a:off x="4563762" y="3969278"/>
            <a:ext cx="1433384" cy="694697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OpenAI API</a:t>
            </a:r>
          </a:p>
          <a:p>
            <a:pPr algn="ctr"/>
            <a:r>
              <a:rPr lang="en-GB" sz="1600"/>
              <a:t>(LLM)</a:t>
            </a:r>
            <a:endParaRPr lang="en-SG" sz="16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C2CF67E-3BEC-97A7-5FBF-0ECD8E9672BA}"/>
              </a:ext>
            </a:extLst>
          </p:cNvPr>
          <p:cNvSpPr/>
          <p:nvPr/>
        </p:nvSpPr>
        <p:spPr>
          <a:xfrm>
            <a:off x="6248400" y="3969278"/>
            <a:ext cx="1433384" cy="69469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File Storage</a:t>
            </a:r>
          </a:p>
          <a:p>
            <a:pPr algn="ctr"/>
            <a:r>
              <a:rPr lang="en-GB" sz="1600"/>
              <a:t>(Uploads)</a:t>
            </a:r>
            <a:endParaRPr lang="en-SG" sz="160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7D1F5D5-7CAB-F8CB-8B01-389DC81FC911}"/>
              </a:ext>
            </a:extLst>
          </p:cNvPr>
          <p:cNvCxnSpPr>
            <a:cxnSpLocks/>
          </p:cNvCxnSpPr>
          <p:nvPr/>
        </p:nvCxnSpPr>
        <p:spPr>
          <a:xfrm>
            <a:off x="1993556" y="3501081"/>
            <a:ext cx="0" cy="491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65143C-7B16-73DF-CD96-0B9ADEED67E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>
            <a:off x="4445477" y="1293792"/>
            <a:ext cx="13253" cy="46550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964925-05EB-A35E-7C70-42535AAACEFE}"/>
              </a:ext>
            </a:extLst>
          </p:cNvPr>
          <p:cNvCxnSpPr>
            <a:cxnSpLocks/>
          </p:cNvCxnSpPr>
          <p:nvPr/>
        </p:nvCxnSpPr>
        <p:spPr>
          <a:xfrm>
            <a:off x="5280454" y="3477727"/>
            <a:ext cx="0" cy="491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8EF4094-C533-4B01-B0FB-65793DC8F403}"/>
              </a:ext>
            </a:extLst>
          </p:cNvPr>
          <p:cNvCxnSpPr>
            <a:cxnSpLocks/>
          </p:cNvCxnSpPr>
          <p:nvPr/>
        </p:nvCxnSpPr>
        <p:spPr>
          <a:xfrm>
            <a:off x="3637005" y="3501081"/>
            <a:ext cx="0" cy="491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7DC833-85B8-B882-1514-ED41BE92C883}"/>
              </a:ext>
            </a:extLst>
          </p:cNvPr>
          <p:cNvCxnSpPr>
            <a:cxnSpLocks/>
          </p:cNvCxnSpPr>
          <p:nvPr/>
        </p:nvCxnSpPr>
        <p:spPr>
          <a:xfrm>
            <a:off x="6965092" y="3501081"/>
            <a:ext cx="0" cy="491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5297A7E-5DBD-8EB3-7ED9-25BB18A720C3}"/>
              </a:ext>
            </a:extLst>
          </p:cNvPr>
          <p:cNvSpPr txBox="1"/>
          <p:nvPr/>
        </p:nvSpPr>
        <p:spPr>
          <a:xfrm>
            <a:off x="4508156" y="1378313"/>
            <a:ext cx="2387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/>
              <a:t>REST API + Server-Sent Events (SSE)</a:t>
            </a:r>
          </a:p>
        </p:txBody>
      </p:sp>
    </p:spTree>
    <p:extLst>
      <p:ext uri="{BB962C8B-B14F-4D97-AF65-F5344CB8AC3E}">
        <p14:creationId xmlns:p14="http://schemas.microsoft.com/office/powerpoint/2010/main" val="3727315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F619E-83C2-B3FF-687D-F1745D49F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>
                <a:solidFill>
                  <a:schemeClr val="accent1"/>
                </a:solidFill>
              </a:rPr>
              <a:t>RAG ( Retrieval Augmented Generation) Pipeline</a:t>
            </a:r>
            <a:endParaRPr lang="en-SG" sz="2400" b="1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3D781-2F6B-DEB4-91D0-1D3E360F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1F0E4-18F8-BA78-98C0-3A80D25F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8</a:t>
            </a:fld>
            <a:endParaRPr lang="en-I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B6BBFD9-B9E4-D5C2-652A-8178FE9577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578705"/>
              </p:ext>
            </p:extLst>
          </p:nvPr>
        </p:nvGraphicFramePr>
        <p:xfrm>
          <a:off x="133015" y="795426"/>
          <a:ext cx="8633254" cy="1738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F5906F0-4748-209A-4AAC-5C71867676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2080029"/>
              </p:ext>
            </p:extLst>
          </p:nvPr>
        </p:nvGraphicFramePr>
        <p:xfrm>
          <a:off x="192994" y="2596894"/>
          <a:ext cx="8633254" cy="1738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78140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A73B1-C500-E2FB-4949-72B77A6F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F2B3-DAD2-8A73-DDCA-5F0475CC1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>
                <a:solidFill>
                  <a:schemeClr val="accent1"/>
                </a:solidFill>
              </a:rPr>
              <a:t>Key AI Concepts Used</a:t>
            </a:r>
            <a:endParaRPr lang="en-SG" sz="2400" b="1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1CDA8-4078-E24D-7F3D-FD8C49365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C06EB-CE2D-480E-A65B-46AA5A66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9</a:t>
            </a:fld>
            <a:endParaRPr lang="en-IN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52F5CF5-6778-0711-EF9A-5E4D707FD3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7903427"/>
              </p:ext>
            </p:extLst>
          </p:nvPr>
        </p:nvGraphicFramePr>
        <p:xfrm>
          <a:off x="337751" y="668337"/>
          <a:ext cx="8443783" cy="38542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016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8416-C7A1-8C6A-331A-686ECC64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Innovation &amp; Creativity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4D7AA9-89F6-9852-63C0-421DDB36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463AA-9C5C-D618-2EAE-98899F79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10</a:t>
            </a:fld>
            <a:endParaRPr lang="en-IN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F72B6F1-6330-0573-2E11-2D61B77AD6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1450217"/>
              </p:ext>
            </p:extLst>
          </p:nvPr>
        </p:nvGraphicFramePr>
        <p:xfrm>
          <a:off x="192994" y="527222"/>
          <a:ext cx="8234314" cy="4036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596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5028-FBAB-7833-C4CD-26ADE2B62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Benefits</a:t>
            </a:r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792AB-A260-77F6-C92A-AE06124AA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2F110-DBED-700A-3C99-A7728769A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4521D-D7D8-A702-2E7A-25198490F8A4}"/>
              </a:ext>
            </a:extLst>
          </p:cNvPr>
          <p:cNvSpPr txBox="1"/>
          <p:nvPr/>
        </p:nvSpPr>
        <p:spPr>
          <a:xfrm>
            <a:off x="270393" y="504917"/>
            <a:ext cx="8603213" cy="458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400" b="1"/>
              <a:t>Intelligent Checklist Generation </a:t>
            </a:r>
            <a:r>
              <a:rPr lang="en-SG" sz="1400"/>
              <a:t>: </a:t>
            </a:r>
            <a:r>
              <a:rPr lang="en-GB" sz="1400"/>
              <a:t> Automatically create actionable compliance checklists with priority levels, deadlines, and regulation references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400" b="1"/>
              <a:t>Automated Change Detection : </a:t>
            </a:r>
            <a:r>
              <a:rPr lang="en-GB" sz="1400"/>
              <a:t>Track regulatory updates with AI-powered version comparison that identifies additions, removals, and modifications with impact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400" b="1"/>
              <a:t>Proactive Alert Management : </a:t>
            </a:r>
            <a:r>
              <a:rPr lang="en-GB" sz="1400"/>
              <a:t> Stay ahead of compliance risks with automatic alerts for new regulations, classified by severity (critical/warning/info) and status tracking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400" b="1"/>
              <a:t>Time Savings of 70-80% : </a:t>
            </a:r>
            <a:r>
              <a:rPr lang="en-GB" sz="1400"/>
              <a:t>Reduce compliance research time from hours to seconds through vector-based semantic search across all documents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400" b="1"/>
              <a:t>Export-Ready Checklists : </a:t>
            </a:r>
            <a:r>
              <a:rPr lang="en-GB" sz="1400"/>
              <a:t>Generate professional Excel exports with formatting for seamless integration into existing compliance workflows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1400" b="1"/>
              <a:t>Compliance Score Dashboard : </a:t>
            </a:r>
            <a:r>
              <a:rPr lang="en-GB" sz="1400"/>
              <a:t>Monitor organizational compliance health at-a-glance with visual gauges, risk heatmaps, and activity timelines</a:t>
            </a:r>
            <a:endParaRPr lang="en-SG" sz="14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GB" sz="14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SG" sz="1400"/>
          </a:p>
        </p:txBody>
      </p:sp>
    </p:spTree>
    <p:extLst>
      <p:ext uri="{BB962C8B-B14F-4D97-AF65-F5344CB8AC3E}">
        <p14:creationId xmlns:p14="http://schemas.microsoft.com/office/powerpoint/2010/main" val="512321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980FC-5007-7033-D2EB-4A155CF28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24204-C665-D8C3-35C9-FCC5CC187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</a:t>
            </a:r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384DB0-9C80-12AF-9F4A-3FAF304B5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47A57-7CAA-4724-9DFA-71F5ECA9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12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2692BF-FC52-4E69-2102-9A010F7696CD}"/>
              </a:ext>
            </a:extLst>
          </p:cNvPr>
          <p:cNvSpPr txBox="1"/>
          <p:nvPr/>
        </p:nvSpPr>
        <p:spPr>
          <a:xfrm>
            <a:off x="260700" y="660944"/>
            <a:ext cx="8603213" cy="2814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2000"/>
              <a:t>Working end-to-end RAG compliance assistant for capital markets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2000"/>
              <a:t>Natural language regulatory queries with cited, grounded answers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2000"/>
              <a:t>Auto generated compliance checklists exportable as Excel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2000"/>
              <a:t>Regulation change detection with AI impact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2000"/>
              <a:t>Proactive compliance alerts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SG" sz="2000"/>
              <a:t>Enterprise grade dashboard with risk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07881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AFCD6-A097-2DDC-619D-0ED469E7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DDEB-56CC-3A90-4463-80605E821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Members (Transformers)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5CD18-931B-0409-08F1-80313820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7FA39-841C-BF7E-74A7-2FC0AE42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13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9715A3-D262-BBAE-A48B-2BA432E28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243894"/>
              </p:ext>
            </p:extLst>
          </p:nvPr>
        </p:nvGraphicFramePr>
        <p:xfrm>
          <a:off x="675502" y="811598"/>
          <a:ext cx="7463481" cy="294485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301579">
                  <a:extLst>
                    <a:ext uri="{9D8B030D-6E8A-4147-A177-3AD203B41FA5}">
                      <a16:colId xmlns:a16="http://schemas.microsoft.com/office/drawing/2014/main" val="2539729942"/>
                    </a:ext>
                  </a:extLst>
                </a:gridCol>
                <a:gridCol w="1869989">
                  <a:extLst>
                    <a:ext uri="{9D8B030D-6E8A-4147-A177-3AD203B41FA5}">
                      <a16:colId xmlns:a16="http://schemas.microsoft.com/office/drawing/2014/main" val="2437563084"/>
                    </a:ext>
                  </a:extLst>
                </a:gridCol>
                <a:gridCol w="4291913">
                  <a:extLst>
                    <a:ext uri="{9D8B030D-6E8A-4147-A177-3AD203B41FA5}">
                      <a16:colId xmlns:a16="http://schemas.microsoft.com/office/drawing/2014/main" val="1773602573"/>
                    </a:ext>
                  </a:extLst>
                </a:gridCol>
              </a:tblGrid>
              <a:tr h="490809">
                <a:tc>
                  <a:txBody>
                    <a:bodyPr/>
                    <a:lstStyle/>
                    <a:p>
                      <a:r>
                        <a:rPr lang="en-GB"/>
                        <a:t>#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Emp Id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Name</a:t>
                      </a:r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966566"/>
                  </a:ext>
                </a:extLst>
              </a:tr>
              <a:tr h="490809"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246811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Binesh U</a:t>
                      </a:r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58605"/>
                  </a:ext>
                </a:extLst>
              </a:tr>
              <a:tr h="490809"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758404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Aasaithambi P</a:t>
                      </a:r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667636"/>
                  </a:ext>
                </a:extLst>
              </a:tr>
              <a:tr h="490809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353445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Simon Thambi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429800"/>
                  </a:ext>
                </a:extLst>
              </a:tr>
              <a:tr h="490809"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2892597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/>
                        <a:t>Chandrasekar Senthur Pandian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629624"/>
                  </a:ext>
                </a:extLst>
              </a:tr>
              <a:tr h="490809">
                <a:tc>
                  <a:txBody>
                    <a:bodyPr/>
                    <a:lstStyle/>
                    <a:p>
                      <a:r>
                        <a:rPr lang="en-GB"/>
                        <a:t>5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333272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Arulnathan B</a:t>
                      </a:r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149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604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757938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346C6-5038-8A53-4508-99D58AB24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Technical Stacks - Front End</a:t>
            </a:r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EB9A9-7AD3-D7EB-E2A7-F5063E5A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B2A2A-E7BC-A0F5-3638-45A5FCAA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B85E2B-6F22-3049-0B5E-CEAE6C6F6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503943"/>
              </p:ext>
            </p:extLst>
          </p:nvPr>
        </p:nvGraphicFramePr>
        <p:xfrm>
          <a:off x="411893" y="660943"/>
          <a:ext cx="8246075" cy="3663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013">
                  <a:extLst>
                    <a:ext uri="{9D8B030D-6E8A-4147-A177-3AD203B41FA5}">
                      <a16:colId xmlns:a16="http://schemas.microsoft.com/office/drawing/2014/main" val="3113457912"/>
                    </a:ext>
                  </a:extLst>
                </a:gridCol>
                <a:gridCol w="2115225">
                  <a:extLst>
                    <a:ext uri="{9D8B030D-6E8A-4147-A177-3AD203B41FA5}">
                      <a16:colId xmlns:a16="http://schemas.microsoft.com/office/drawing/2014/main" val="2122993943"/>
                    </a:ext>
                  </a:extLst>
                </a:gridCol>
                <a:gridCol w="3990837">
                  <a:extLst>
                    <a:ext uri="{9D8B030D-6E8A-4147-A177-3AD203B41FA5}">
                      <a16:colId xmlns:a16="http://schemas.microsoft.com/office/drawing/2014/main" val="3338425745"/>
                    </a:ext>
                  </a:extLst>
                </a:gridCol>
              </a:tblGrid>
              <a:tr h="407102">
                <a:tc>
                  <a:txBody>
                    <a:bodyPr/>
                    <a:lstStyle/>
                    <a:p>
                      <a:pPr algn="ctr"/>
                      <a:r>
                        <a:rPr lang="en-SG" sz="160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040322"/>
                  </a:ext>
                </a:extLst>
              </a:tr>
              <a:tr h="407102">
                <a:tc>
                  <a:txBody>
                    <a:bodyPr/>
                    <a:lstStyle/>
                    <a:p>
                      <a:r>
                        <a:rPr lang="en-SG" sz="1600"/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ReactJS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UI component 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857980"/>
                  </a:ext>
                </a:extLst>
              </a:tr>
              <a:tr h="407102">
                <a:tc>
                  <a:txBody>
                    <a:bodyPr/>
                    <a:lstStyle/>
                    <a:p>
                      <a:r>
                        <a:rPr lang="en-SG" sz="160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Type-safe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161726"/>
                  </a:ext>
                </a:extLst>
              </a:tr>
              <a:tr h="407102">
                <a:tc>
                  <a:txBody>
                    <a:bodyPr/>
                    <a:lstStyle/>
                    <a:p>
                      <a:r>
                        <a:rPr lang="en-GB" sz="1600"/>
                        <a:t>UI Library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Ant Design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Enterprise level UI Component</a:t>
                      </a:r>
                      <a:endParaRPr lang="en-SG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127088"/>
                  </a:ext>
                </a:extLst>
              </a:tr>
              <a:tr h="407102">
                <a:tc>
                  <a:txBody>
                    <a:bodyPr/>
                    <a:lstStyle/>
                    <a:p>
                      <a:r>
                        <a:rPr lang="en-SG" sz="1600"/>
                        <a:t>Build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600"/>
                        <a:t>Fast dev server and bundler</a:t>
                      </a:r>
                      <a:endParaRPr lang="en-SG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08018"/>
                  </a:ext>
                </a:extLst>
              </a:tr>
              <a:tr h="407102">
                <a:tc>
                  <a:txBody>
                    <a:bodyPr/>
                    <a:lstStyle/>
                    <a:p>
                      <a:r>
                        <a:rPr lang="en-SG" sz="1600"/>
                        <a:t>State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err="1"/>
                        <a:t>TanStack</a:t>
                      </a:r>
                      <a:r>
                        <a:rPr lang="en-SG" sz="1600"/>
                        <a:t>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Server State Management</a:t>
                      </a:r>
                      <a:endParaRPr lang="en-SG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206960"/>
                  </a:ext>
                </a:extLst>
              </a:tr>
              <a:tr h="407102">
                <a:tc>
                  <a:txBody>
                    <a:bodyPr/>
                    <a:lstStyle/>
                    <a:p>
                      <a:r>
                        <a:rPr lang="en-SG" sz="1600"/>
                        <a:t>HTTP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Axios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API Communication</a:t>
                      </a:r>
                      <a:endParaRPr lang="en-SG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107453"/>
                  </a:ext>
                </a:extLst>
              </a:tr>
              <a:tr h="407102">
                <a:tc>
                  <a:txBody>
                    <a:bodyPr/>
                    <a:lstStyle/>
                    <a:p>
                      <a:r>
                        <a:rPr lang="en-SG" sz="1600"/>
                        <a:t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err="1"/>
                        <a:t>ReactMarkdown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Render LLM Responses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324553"/>
                  </a:ext>
                </a:extLst>
              </a:tr>
              <a:tr h="407102">
                <a:tc>
                  <a:txBody>
                    <a:bodyPr/>
                    <a:lstStyle/>
                    <a:p>
                      <a:r>
                        <a:rPr lang="en-GB" sz="1600"/>
                        <a:t>SSE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Event Resource API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Streaming Responses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333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0811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12D5B-AF12-81E9-CB8F-516779D61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E713-5E36-F3B5-0BD1-017D6093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Technical Stacks - Back End</a:t>
            </a:r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3BF89-F098-045D-D12F-6A0928A4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TCS-CDG confidential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7CB32-1D32-36E4-E1A6-DF907672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A0901-ACEF-4BE9-9C8C-C119B421173E}" type="slidenum">
              <a:rPr lang="en-IN" smtClean="0"/>
              <a:t>16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698244-EDFB-5BF0-48EC-541272EAC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202751"/>
              </p:ext>
            </p:extLst>
          </p:nvPr>
        </p:nvGraphicFramePr>
        <p:xfrm>
          <a:off x="411893" y="660943"/>
          <a:ext cx="8377880" cy="39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219">
                  <a:extLst>
                    <a:ext uri="{9D8B030D-6E8A-4147-A177-3AD203B41FA5}">
                      <a16:colId xmlns:a16="http://schemas.microsoft.com/office/drawing/2014/main" val="3113457912"/>
                    </a:ext>
                  </a:extLst>
                </a:gridCol>
                <a:gridCol w="2149035">
                  <a:extLst>
                    <a:ext uri="{9D8B030D-6E8A-4147-A177-3AD203B41FA5}">
                      <a16:colId xmlns:a16="http://schemas.microsoft.com/office/drawing/2014/main" val="2122993943"/>
                    </a:ext>
                  </a:extLst>
                </a:gridCol>
                <a:gridCol w="4054626">
                  <a:extLst>
                    <a:ext uri="{9D8B030D-6E8A-4147-A177-3AD203B41FA5}">
                      <a16:colId xmlns:a16="http://schemas.microsoft.com/office/drawing/2014/main" val="3338425745"/>
                    </a:ext>
                  </a:extLst>
                </a:gridCol>
              </a:tblGrid>
              <a:tr h="419002">
                <a:tc>
                  <a:txBody>
                    <a:bodyPr/>
                    <a:lstStyle/>
                    <a:p>
                      <a:pPr algn="ctr"/>
                      <a:r>
                        <a:rPr lang="en-SG" sz="160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0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040322"/>
                  </a:ext>
                </a:extLst>
              </a:tr>
              <a:tr h="419002">
                <a:tc>
                  <a:txBody>
                    <a:bodyPr/>
                    <a:lstStyle/>
                    <a:p>
                      <a:r>
                        <a:rPr lang="en-SG" sz="1600"/>
                        <a:t>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err="1"/>
                        <a:t>FastAPI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High-performance API framework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857980"/>
                  </a:ext>
                </a:extLst>
              </a:tr>
              <a:tr h="419002">
                <a:tc>
                  <a:txBody>
                    <a:bodyPr/>
                    <a:lstStyle/>
                    <a:p>
                      <a:r>
                        <a:rPr lang="en-SG" sz="160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Core programming language and ML friendly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161726"/>
                  </a:ext>
                </a:extLst>
              </a:tr>
              <a:tr h="419002">
                <a:tc>
                  <a:txBody>
                    <a:bodyPr/>
                    <a:lstStyle/>
                    <a:p>
                      <a:r>
                        <a:rPr lang="en-GB" sz="1600"/>
                        <a:t>ASGI Server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err="1"/>
                        <a:t>Uvicorn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Async server</a:t>
                      </a:r>
                      <a:endParaRPr lang="en-SG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127088"/>
                  </a:ext>
                </a:extLst>
              </a:tr>
              <a:tr h="419002">
                <a:tc>
                  <a:txBody>
                    <a:bodyPr/>
                    <a:lstStyle/>
                    <a:p>
                      <a:r>
                        <a:rPr lang="en-SG" sz="1600"/>
                        <a:t>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err="1"/>
                        <a:t>SQLAlchemy</a:t>
                      </a:r>
                      <a:r>
                        <a:rPr lang="en-SG" sz="1600"/>
                        <a:t> 2.0 (Async)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600"/>
                        <a:t>Database abstraction</a:t>
                      </a:r>
                      <a:endParaRPr lang="en-SG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08018"/>
                  </a:ext>
                </a:extLst>
              </a:tr>
              <a:tr h="419002">
                <a:tc>
                  <a:txBody>
                    <a:bodyPr/>
                    <a:lstStyle/>
                    <a:p>
                      <a:r>
                        <a:rPr lang="en-SG" sz="1600"/>
                        <a:t>Vector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err="1"/>
                        <a:t>ChromaDB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Document embeddings and search</a:t>
                      </a:r>
                      <a:endParaRPr lang="en-SG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206960"/>
                  </a:ext>
                </a:extLst>
              </a:tr>
              <a:tr h="419002">
                <a:tc>
                  <a:txBody>
                    <a:bodyPr/>
                    <a:lstStyle/>
                    <a:p>
                      <a:r>
                        <a:rPr lang="en-SG" sz="1600"/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all-MiniLM-L6-v2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Sentence Transformers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667254"/>
                  </a:ext>
                </a:extLst>
              </a:tr>
              <a:tr h="419002">
                <a:tc>
                  <a:txBody>
                    <a:bodyPr/>
                    <a:lstStyle/>
                    <a:p>
                      <a:r>
                        <a:rPr lang="en-SG" sz="1600"/>
                        <a:t>LLM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/>
                        <a:t>OpenAI Python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LLM API Integration</a:t>
                      </a:r>
                      <a:endParaRPr lang="en-SG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2107453"/>
                  </a:ext>
                </a:extLst>
              </a:tr>
              <a:tr h="419002">
                <a:tc>
                  <a:txBody>
                    <a:bodyPr/>
                    <a:lstStyle/>
                    <a:p>
                      <a:r>
                        <a:rPr lang="en-SG" sz="1600"/>
                        <a:t>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600" err="1"/>
                        <a:t>sse-starlette</a:t>
                      </a:r>
                      <a:endParaRPr lang="en-SG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Server-Sent Events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32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1816073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">
  <a:themeElements>
    <a:clrScheme name="TCS Theme Color 2024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54B948"/>
      </a:accent2>
      <a:accent3>
        <a:srgbClr val="FBB034"/>
      </a:accent3>
      <a:accent4>
        <a:srgbClr val="EF4135"/>
      </a:accent4>
      <a:accent5>
        <a:srgbClr val="F15A29"/>
      </a:accent5>
      <a:accent6>
        <a:srgbClr val="595959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7616F4E-4E3E-45F0-806C-A41E574CA80D}"/>
    </a:ext>
  </a:extLst>
</a:theme>
</file>

<file path=ppt/theme/theme2.xml><?xml version="1.0" encoding="utf-8"?>
<a:theme xmlns:a="http://schemas.openxmlformats.org/drawingml/2006/main" name="1_Title Slide_Black Blue_without imag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TCS_Company_Presentation_Template_Standard_16X9 2025" id="{4BAEE98A-CFE3-44DD-926E-3AB03471F7EE}" vid="{ABBCBA75-42CC-40E0-BDD4-89040CC0F4D4}"/>
    </a:ext>
  </a:extLst>
</a:theme>
</file>

<file path=ppt/theme/theme3.xml><?xml version="1.0" encoding="utf-8"?>
<a:theme xmlns:a="http://schemas.openxmlformats.org/drawingml/2006/main" name="Content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TCS_Company_Presentation_template_standard - 2feb_Widescreen" id="{1F26B0B2-7F5C-40CF-9EAD-8EDD9811D29C}" vid="{50376626-C892-4B99-8A65-52B815445BA5}"/>
    </a:ext>
  </a:extLst>
</a:theme>
</file>

<file path=ppt/theme/theme4.xml><?xml version="1.0" encoding="utf-8"?>
<a:theme xmlns:a="http://schemas.openxmlformats.org/drawingml/2006/main" name="1_Blank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TCS_Company_Presentation_template_standard - 2feb_Widescreen" id="{1F26B0B2-7F5C-40CF-9EAD-8EDD9811D29C}" vid="{941C66D4-73FC-49A8-B935-DC0DA833BC3B}"/>
    </a:ext>
  </a:extLst>
</a:theme>
</file>

<file path=ppt/theme/theme5.xml><?xml version="1.0" encoding="utf-8"?>
<a:theme xmlns:a="http://schemas.openxmlformats.org/drawingml/2006/main" name="1_Thank Slide_Black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TCS_Company_Presentation_template_standard - 2feb_Widescreen" id="{1F26B0B2-7F5C-40CF-9EAD-8EDD9811D29C}" vid="{B39949ED-858E-4D87-8289-D6FBC3D1702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Darker 2">
      <a:srgbClr val="2F4F76"/>
    </a:custClr>
    <a:custClr name="Darker 1">
      <a:srgbClr val="3E6A9D"/>
    </a:custClr>
    <a:custClr name="TCS Blue">
      <a:srgbClr val="4E84C4"/>
    </a:custClr>
    <a:custClr name="Lighter 1">
      <a:srgbClr val="719DD0"/>
    </a:custClr>
    <a:custClr name="Lighter 2">
      <a:srgbClr val="95B5DC"/>
    </a:custClr>
    <a:custClr name="Darker 2">
      <a:srgbClr val="326F2B"/>
    </a:custClr>
    <a:custClr name="Darker 1">
      <a:srgbClr val="43943A"/>
    </a:custClr>
    <a:custClr name="TCS Green">
      <a:srgbClr val="54B948"/>
    </a:custClr>
    <a:custClr name="Lighter 1">
      <a:srgbClr val="76C76D"/>
    </a:custClr>
    <a:custClr name="Lighter 2">
      <a:srgbClr val="98D591"/>
    </a:custClr>
    <a:custClr name="Darker 2">
      <a:srgbClr val="976A1A"/>
    </a:custClr>
    <a:custClr name="Darker 1">
      <a:srgbClr val="C98D2A"/>
    </a:custClr>
    <a:custClr name="TCS Yellow">
      <a:srgbClr val="FBB034"/>
    </a:custClr>
    <a:custClr name="Lighter 1">
      <a:srgbClr val="FCC05D"/>
    </a:custClr>
    <a:custClr name="Lighter 2">
      <a:srgbClr val="FDD085"/>
    </a:custClr>
    <a:custClr name="Darker 2">
      <a:srgbClr val="8F2720"/>
    </a:custClr>
    <a:custClr name="Darker 1">
      <a:srgbClr val="BF342A"/>
    </a:custClr>
    <a:custClr name="TCS Red">
      <a:srgbClr val="EF4135"/>
    </a:custClr>
    <a:custClr name="Lighter 1">
      <a:srgbClr val="F2675D"/>
    </a:custClr>
    <a:custClr name="Lighter 2">
      <a:srgbClr val="F58D86"/>
    </a:custClr>
    <a:custClr name="Darker 2">
      <a:srgbClr val="913619"/>
    </a:custClr>
    <a:custClr name="Darker 1">
      <a:srgbClr val="C14821"/>
    </a:custClr>
    <a:custClr name="TCS Orange">
      <a:srgbClr val="F15A29"/>
    </a:custClr>
    <a:custClr name="Lighter 1">
      <a:srgbClr val="F47B54"/>
    </a:custClr>
    <a:custClr name="Lighter 2">
      <a:srgbClr val="F79C7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C39E5AC85D1140BBB912D8C643EFD3" ma:contentTypeVersion="3" ma:contentTypeDescription="Create a new document." ma:contentTypeScope="" ma:versionID="60032f4ce94b1e89c2d5944e9ef2cca1">
  <xsd:schema xmlns:xsd="http://www.w3.org/2001/XMLSchema" xmlns:xs="http://www.w3.org/2001/XMLSchema" xmlns:p="http://schemas.microsoft.com/office/2006/metadata/properties" xmlns:ns2="d8efec8c-8363-40b0-badd-180b10b45c06" targetNamespace="http://schemas.microsoft.com/office/2006/metadata/properties" ma:root="true" ma:fieldsID="f7e124739eac6d864e1b7d03940059ee" ns2:_="">
    <xsd:import namespace="d8efec8c-8363-40b0-badd-180b10b45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efec8c-8363-40b0-badd-180b10b45c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B1B480-7C1E-4300-A913-41CAD33511F4}">
  <ds:schemaRefs>
    <ds:schemaRef ds:uri="d8efec8c-8363-40b0-badd-180b10b45c0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7FAD27B-74DC-49BC-86F1-7441763A4590}">
  <ds:schemaRefs>
    <ds:schemaRef ds:uri="d8efec8c-8363-40b0-badd-180b10b45c0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TCS_Company_Presentation_template_standard_16X9</Template>
  <Application>Microsoft Office PowerPoint</Application>
  <PresentationFormat>On-screen Show (16:9)</PresentationFormat>
  <Slides>16</Slides>
  <Notes>0</Notes>
  <HiddenSlides>1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Content Slide_White</vt:lpstr>
      <vt:lpstr>1_Title Slide_Black Blue_without image</vt:lpstr>
      <vt:lpstr>Content Slide_Black</vt:lpstr>
      <vt:lpstr>1_Blank Slide_Black</vt:lpstr>
      <vt:lpstr>1_Thank Slide_Black</vt:lpstr>
      <vt:lpstr>Capital Markets Regulatory Compliance Assistant</vt:lpstr>
      <vt:lpstr>PowerPoint Presentation</vt:lpstr>
      <vt:lpstr>Problem Statement</vt:lpstr>
      <vt:lpstr>Our Understanding and Approach</vt:lpstr>
      <vt:lpstr>Solution Architecture</vt:lpstr>
      <vt:lpstr>Compliance Assistant</vt:lpstr>
      <vt:lpstr>High-Level Architecture</vt:lpstr>
      <vt:lpstr>RAG ( Retrieval Augmented Generation) Pipeline</vt:lpstr>
      <vt:lpstr>Key AI Concepts Used</vt:lpstr>
      <vt:lpstr>Innovation &amp; Creativity</vt:lpstr>
      <vt:lpstr>Benefits</vt:lpstr>
      <vt:lpstr>Summary</vt:lpstr>
      <vt:lpstr>Team Members (Transformers)</vt:lpstr>
      <vt:lpstr>PowerPoint Presentation</vt:lpstr>
      <vt:lpstr>Technical Stacks - Front End</vt:lpstr>
      <vt:lpstr>Technical Stacks - Back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DESIGN, SETUP, INSTALL, CONFIGURE, TEST AND COMMISSION NEXT GENERATION DATA PLATFORM - TENDER NO. 2025/ICP/CC/PSAC/4016821</dc:title>
  <dc:creator>simonthambi.s@tcs.com</dc:creator>
  <cp:revision>1</cp:revision>
  <dcterms:created xsi:type="dcterms:W3CDTF">2025-04-16T12:47:19Z</dcterms:created>
  <dcterms:modified xsi:type="dcterms:W3CDTF">2026-02-06T08:03:49Z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0x01010068C39E5AC85D1140BBB912D8C643EFD3</vt:lpwstr>
  </property>
</Properties>
</file>